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1eedb916cde4939" /><Relationship Type="http://schemas.openxmlformats.org/officeDocument/2006/relationships/extended-properties" Target="/docProps/app.xml" Id="R7229b86795574e83" /><Relationship Type="http://schemas.openxmlformats.org/officeDocument/2006/relationships/officeDocument" Target="/ppt/presentation.xml" Id="Rb445de65f65f4063" /></Relationships>
</file>

<file path=ppt/presentation.xml><?xml version="1.0" encoding="utf-8"?>
<p:presentation xmlns:p="http://schemas.openxmlformats.org/presentationml/2006/main">
  <p:sldMasterIdLst>
    <p:sldMasterId xmlns:r="http://schemas.openxmlformats.org/officeDocument/2006/relationships" id="2147483648" r:id="R6e1d84fbd5c74e86"/>
  </p:sldMasterIdLst>
  <p:notesMasterIdLst>
    <p:notesMasterId xmlns:r="http://schemas.openxmlformats.org/officeDocument/2006/relationships" r:id="R99ea8a6360cd41e7"/>
  </p:notesMasterIdLst>
  <p:sldIdLst>
    <p:sldId xmlns:r="http://schemas.openxmlformats.org/officeDocument/2006/relationships" id="256" r:id="R4716601f45244e63"/>
    <p:sldId xmlns:r="http://schemas.openxmlformats.org/officeDocument/2006/relationships" id="257" r:id="R13439476608c4e77"/>
    <p:sldId xmlns:r="http://schemas.openxmlformats.org/officeDocument/2006/relationships" id="258" r:id="R511e8af5650d47b3"/>
    <p:sldId xmlns:r="http://schemas.openxmlformats.org/officeDocument/2006/relationships" id="259" r:id="Rb254b64fb45c4162"/>
    <p:sldId xmlns:r="http://schemas.openxmlformats.org/officeDocument/2006/relationships" id="260" r:id="Rf1262f021af94e40"/>
    <p:sldId xmlns:r="http://schemas.openxmlformats.org/officeDocument/2006/relationships" id="261" r:id="R70df23504df74e66"/>
    <p:sldId xmlns:r="http://schemas.openxmlformats.org/officeDocument/2006/relationships" id="262" r:id="R54124f1f7f8e4cf0"/>
    <p:sldId xmlns:r="http://schemas.openxmlformats.org/officeDocument/2006/relationships" id="263" r:id="R15ec27548779455c"/>
    <p:sldId xmlns:r="http://schemas.openxmlformats.org/officeDocument/2006/relationships" id="264" r:id="R0d7ee6df408f482c"/>
    <p:sldId xmlns:r="http://schemas.openxmlformats.org/officeDocument/2006/relationships" id="265" r:id="Rc1d29f47c81848de"/>
    <p:sldId xmlns:r="http://schemas.openxmlformats.org/officeDocument/2006/relationships" id="266" r:id="Re17198250e4844d9"/>
    <p:sldId xmlns:r="http://schemas.openxmlformats.org/officeDocument/2006/relationships" id="267" r:id="Rd611a2c326224489"/>
    <p:sldId xmlns:r="http://schemas.openxmlformats.org/officeDocument/2006/relationships" id="268" r:id="R01d90961b9cc4b12"/>
    <p:sldId xmlns:r="http://schemas.openxmlformats.org/officeDocument/2006/relationships" id="269" r:id="R04faba03082d437d"/>
    <p:sldId xmlns:r="http://schemas.openxmlformats.org/officeDocument/2006/relationships" id="270" r:id="R4eb6605e980e4d39"/>
    <p:sldId xmlns:r="http://schemas.openxmlformats.org/officeDocument/2006/relationships" id="271" r:id="R0a43cdebc8df4922"/>
    <p:sldId xmlns:r="http://schemas.openxmlformats.org/officeDocument/2006/relationships" id="272" r:id="R90559a1e00b84097"/>
  </p:sldIdLst>
  <p:sldSz cx="7477125" cy="53911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e3b90f6bf9141f9" /><Relationship Type="http://schemas.openxmlformats.org/officeDocument/2006/relationships/slideMaster" Target="/ppt/slideMasters/slideMaster1.xml" Id="R6e1d84fbd5c74e86" /><Relationship Type="http://schemas.openxmlformats.org/officeDocument/2006/relationships/notesMaster" Target="/ppt/notesMasters/notesMaster1.xml" Id="R99ea8a6360cd41e7" /><Relationship Type="http://schemas.openxmlformats.org/officeDocument/2006/relationships/presProps" Target="/ppt/presProps.xml" Id="R1ad607fd80884662" /><Relationship Type="http://schemas.openxmlformats.org/officeDocument/2006/relationships/tableStyles" Target="/ppt/tableStyles.xml" Id="R1899c4eb56564a0b" /><Relationship Type="http://schemas.openxmlformats.org/officeDocument/2006/relationships/slide" Target="/ppt/slides/slide1.xml" Id="R4716601f45244e63" /><Relationship Type="http://schemas.openxmlformats.org/officeDocument/2006/relationships/slide" Target="/ppt/slides/slide2.xml" Id="R13439476608c4e77" /><Relationship Type="http://schemas.openxmlformats.org/officeDocument/2006/relationships/slide" Target="/ppt/slides/slide3.xml" Id="R511e8af5650d47b3" /><Relationship Type="http://schemas.openxmlformats.org/officeDocument/2006/relationships/slide" Target="/ppt/slides/slide4.xml" Id="Rb254b64fb45c4162" /><Relationship Type="http://schemas.openxmlformats.org/officeDocument/2006/relationships/slide" Target="/ppt/slides/slide5.xml" Id="Rf1262f021af94e40" /><Relationship Type="http://schemas.openxmlformats.org/officeDocument/2006/relationships/slide" Target="/ppt/slides/slide6.xml" Id="R70df23504df74e66" /><Relationship Type="http://schemas.openxmlformats.org/officeDocument/2006/relationships/slide" Target="/ppt/slides/slide7.xml" Id="R54124f1f7f8e4cf0" /><Relationship Type="http://schemas.openxmlformats.org/officeDocument/2006/relationships/slide" Target="/ppt/slides/slide8.xml" Id="R15ec27548779455c" /><Relationship Type="http://schemas.openxmlformats.org/officeDocument/2006/relationships/slide" Target="/ppt/slides/slide9.xml" Id="R0d7ee6df408f482c" /><Relationship Type="http://schemas.openxmlformats.org/officeDocument/2006/relationships/slide" Target="/ppt/slides/slide10.xml" Id="Rc1d29f47c81848de" /><Relationship Type="http://schemas.openxmlformats.org/officeDocument/2006/relationships/slide" Target="/ppt/slides/slide11.xml" Id="Re17198250e4844d9" /><Relationship Type="http://schemas.openxmlformats.org/officeDocument/2006/relationships/slide" Target="/ppt/slides/slide12.xml" Id="Rd611a2c326224489" /><Relationship Type="http://schemas.openxmlformats.org/officeDocument/2006/relationships/slide" Target="/ppt/slides/slide13.xml" Id="R01d90961b9cc4b12" /><Relationship Type="http://schemas.openxmlformats.org/officeDocument/2006/relationships/slide" Target="/ppt/slides/slide14.xml" Id="R04faba03082d437d" /><Relationship Type="http://schemas.openxmlformats.org/officeDocument/2006/relationships/slide" Target="/ppt/slides/slide15.xml" Id="R4eb6605e980e4d39" /><Relationship Type="http://schemas.openxmlformats.org/officeDocument/2006/relationships/slide" Target="/ppt/slides/slide16.xml" Id="R0a43cdebc8df4922" /><Relationship Type="http://schemas.openxmlformats.org/officeDocument/2006/relationships/slide" Target="/ppt/slides/slide17.xml" Id="R90559a1e00b8409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a7bdfc688fc481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d10badd5d8d47f4" /><Relationship Type="http://schemas.openxmlformats.org/officeDocument/2006/relationships/notesMaster" Target="/ppt/notesMasters/notesMaster1.xml" Id="R4cde0c43f8d54746" /></Relationships>
</file>

<file path=ppt/notesSlides/_rels/notesSlide2.xml.rels>&#65279;<?xml version="1.0" encoding="utf-8"?><Relationships xmlns="http://schemas.openxmlformats.org/package/2006/relationships"><Relationship Type="http://schemas.openxmlformats.org/officeDocument/2006/relationships/slide" Target="/ppt/slides/slide2.xml" Id="R2dfde3920b474268" /><Relationship Type="http://schemas.openxmlformats.org/officeDocument/2006/relationships/notesMaster" Target="/ppt/notesMasters/notesMaster1.xml" Id="Rd56fe00b6f0d40d1" /></Relationships>
</file>

<file path=ppt/notesSlides/_rels/notesSlide3.xml.rels>&#65279;<?xml version="1.0" encoding="utf-8"?><Relationships xmlns="http://schemas.openxmlformats.org/package/2006/relationships"><Relationship Type="http://schemas.openxmlformats.org/officeDocument/2006/relationships/slide" Target="/ppt/slides/slide3.xml" Id="R54cbd6b7e1264e35" /><Relationship Type="http://schemas.openxmlformats.org/officeDocument/2006/relationships/notesMaster" Target="/ppt/notesMasters/notesMaster1.xml" Id="R471e3979035d4215" /></Relationships>
</file>

<file path=ppt/notesSlides/_rels/notesSlide4.xml.rels>&#65279;<?xml version="1.0" encoding="utf-8"?><Relationships xmlns="http://schemas.openxmlformats.org/package/2006/relationships"><Relationship Type="http://schemas.openxmlformats.org/officeDocument/2006/relationships/slide" Target="/ppt/slides/slide4.xml" Id="Rab2e658db5864639" /><Relationship Type="http://schemas.openxmlformats.org/officeDocument/2006/relationships/notesMaster" Target="/ppt/notesMasters/notesMaster1.xml" Id="R0ab5405dd3aa4526" /></Relationships>
</file>

<file path=ppt/notesSlides/_rels/notesSlide5.xml.rels>&#65279;<?xml version="1.0" encoding="utf-8"?><Relationships xmlns="http://schemas.openxmlformats.org/package/2006/relationships"><Relationship Type="http://schemas.openxmlformats.org/officeDocument/2006/relationships/slide" Target="/ppt/slides/slide5.xml" Id="R6f53115225534f0e" /><Relationship Type="http://schemas.openxmlformats.org/officeDocument/2006/relationships/notesMaster" Target="/ppt/notesMasters/notesMaster1.xml" Id="R37587b944cb84648" /></Relationships>
</file>

<file path=ppt/notesSlides/_rels/notesSlide6.xml.rels>&#65279;<?xml version="1.0" encoding="utf-8"?><Relationships xmlns="http://schemas.openxmlformats.org/package/2006/relationships"><Relationship Type="http://schemas.openxmlformats.org/officeDocument/2006/relationships/slide" Target="/ppt/slides/slide6.xml" Id="Recc5b79c827142ba" /><Relationship Type="http://schemas.openxmlformats.org/officeDocument/2006/relationships/notesMaster" Target="/ppt/notesMasters/notesMaster1.xml" Id="R93f405c1f10a4858" /></Relationships>
</file>

<file path=ppt/notesSlides/_rels/notesSlide7.xml.rels>&#65279;<?xml version="1.0" encoding="utf-8"?><Relationships xmlns="http://schemas.openxmlformats.org/package/2006/relationships"><Relationship Type="http://schemas.openxmlformats.org/officeDocument/2006/relationships/slide" Target="/ppt/slides/slide7.xml" Id="R1be814a019c640b6" /><Relationship Type="http://schemas.openxmlformats.org/officeDocument/2006/relationships/notesMaster" Target="/ppt/notesMasters/notesMaster1.xml" Id="R387d0ec98fed4f3e" /></Relationships>
</file>

<file path=ppt/notesSlides/_rels/notesSlide8.xml.rels>&#65279;<?xml version="1.0" encoding="utf-8"?><Relationships xmlns="http://schemas.openxmlformats.org/package/2006/relationships"><Relationship Type="http://schemas.openxmlformats.org/officeDocument/2006/relationships/slide" Target="/ppt/slides/slide8.xml" Id="Rc1b29d7bddaa466d" /><Relationship Type="http://schemas.openxmlformats.org/officeDocument/2006/relationships/notesMaster" Target="/ppt/notesMasters/notesMaster1.xml" Id="Re45fcf146fd844ff" /></Relationships>
</file>

<file path=ppt/notesSlides/_rels/notesSlide9.xml.rels>&#65279;<?xml version="1.0" encoding="utf-8"?><Relationships xmlns="http://schemas.openxmlformats.org/package/2006/relationships"><Relationship Type="http://schemas.openxmlformats.org/officeDocument/2006/relationships/slide" Target="/ppt/slides/slide9.xml" Id="R137f472d59bd4ade" /><Relationship Type="http://schemas.openxmlformats.org/officeDocument/2006/relationships/notesMaster" Target="/ppt/notesMasters/notesMaster1.xml" Id="R6000f408b49446b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bc6b261334c41b4" /><Relationship Type="http://schemas.openxmlformats.org/officeDocument/2006/relationships/notesMaster" Target="/ppt/notesMasters/notesMaster1.xml" Id="R35abdbb4933840b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e850fe67a3048f4" /><Relationship Type="http://schemas.openxmlformats.org/officeDocument/2006/relationships/notesMaster" Target="/ppt/notesMasters/notesMaster1.xml" Id="Rd1d0642dd4ac4b8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015a11a1efa42e1" /><Relationship Type="http://schemas.openxmlformats.org/officeDocument/2006/relationships/notesMaster" Target="/ppt/notesMasters/notesMaster1.xml" Id="R0f4e97f51c93452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65c045a891b451d" /><Relationship Type="http://schemas.openxmlformats.org/officeDocument/2006/relationships/notesMaster" Target="/ppt/notesMasters/notesMaster1.xml" Id="Rc4a451bacf9e425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ab27d99f4a44243" /><Relationship Type="http://schemas.openxmlformats.org/officeDocument/2006/relationships/notesMaster" Target="/ppt/notesMasters/notesMaster1.xml" Id="R7f7fd9f8611b44d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45e200694d147c2" /><Relationship Type="http://schemas.openxmlformats.org/officeDocument/2006/relationships/notesMaster" Target="/ppt/notesMasters/notesMaster1.xml" Id="R7ce1d4982d8047b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fe03ab42bb34d75" /><Relationship Type="http://schemas.openxmlformats.org/officeDocument/2006/relationships/notesMaster" Target="/ppt/notesMasters/notesMaster1.xml" Id="R4e4d6e096a7d498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1f87e5cd8ae4498" /><Relationship Type="http://schemas.openxmlformats.org/officeDocument/2006/relationships/notesMaster" Target="/ppt/notesMasters/notesMaster1.xml" Id="Rd041cf7efd3b475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as a synthetic proof of concept. It is built to demonstrate how EHR context and wearable data could be reviewed together.</a:t>
            </a:r>
          </a:p>
          <a:p xmlns:a="http://schemas.openxmlformats.org/drawingml/2006/main">
            <a:r>
              <a:t/>
            </a:r>
          </a:p>
          <a:p xmlns:a="http://schemas.openxmlformats.org/drawingml/2006/main">
            <a:r>
              <a:t>Sources: </a:t>
            </a:r>
          </a:p>
          <a:p xmlns:a="http://schemas.openxmlformats.org/drawingml/2006/main">
            <a:r>
              <a:t>https://github.com/Aditya725wu/DigitalTwin/blob/main/README.md</a:t>
            </a:r>
          </a:p>
          <a:p xmlns:a="http://schemas.openxmlformats.org/drawingml/2006/main">
            <a:r>
              <a:t>https://github.com/Aditya725wu/DigitalTwin/blob/main/docs/architecture.md</a:t>
            </a:r>
          </a:p>
          <a:p xmlns:a="http://schemas.openxmlformats.org/drawingml/2006/main">
            <a:r>
              <a:t/>
            </a:r>
          </a:p>
          <a:p xmlns:a="http://schemas.openxmlformats.org/drawingml/2006/main">
            <a:r>
              <a:t>Safety: synthetic proof of concept only. Outputs are simplified heuristics, not validated clinical predictions or medical advice.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repository documents static EHR factors and a dynamic wearable stream. The generator seeds synthetic patient profiles and readings.</a:t>
            </a:r>
          </a:p>
          <a:p xmlns:a="http://schemas.openxmlformats.org/drawingml/2006/main">
            <a:r>
              <a:t/>
            </a:r>
          </a:p>
          <a:p xmlns:a="http://schemas.openxmlformats.org/drawingml/2006/main">
            <a:r>
              <a:t>Sources: </a:t>
            </a:r>
          </a:p>
          <a:p xmlns:a="http://schemas.openxmlformats.org/drawingml/2006/main">
            <a:r>
              <a:t>https://github.com/Aditya725wu/DigitalTwin/blob/main/README.md</a:t>
            </a:r>
          </a:p>
          <a:p xmlns:a="http://schemas.openxmlformats.org/drawingml/2006/main">
            <a:r>
              <a:t>https://github.com/Aditya725wu/DigitalTwin/blob/main/docs/api-reference.md</a:t>
            </a:r>
          </a:p>
          <a:p xmlns:a="http://schemas.openxmlformats.org/drawingml/2006/main">
            <a:r>
              <a:t>https://github.com/Aditya725wu/DigitalTwin/blob/main/backend/generate_cardiac_data.py</a:t>
            </a:r>
          </a:p>
          <a:p xmlns:a="http://schemas.openxmlformats.org/drawingml/2006/main">
            <a:r>
              <a:t/>
            </a:r>
          </a:p>
          <a:p xmlns:a="http://schemas.openxmlformats.org/drawingml/2006/main">
            <a:r>
              <a:t>Safety: synthetic proof of concept only. Outputs are simplified heuristics, not validated clinical predictions or medical advice.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embeds both ChatGPT diagram image files provided by the user, without redrawing their contents. The images show the Twin decision and alert workflow. The POC uses synthetic data and flags deviations for attention; it does not diagnose or predict medical events.</a:t>
            </a:r>
          </a:p>
          <a:p xmlns:a="http://schemas.openxmlformats.org/drawingml/2006/main">
            <a:r>
              <a:t/>
            </a:r>
          </a:p>
          <a:p xmlns:a="http://schemas.openxmlformats.org/drawingml/2006/main">
            <a:r>
              <a:t>Sources: </a:t>
            </a:r>
          </a:p>
          <a:p xmlns:a="http://schemas.openxmlformats.org/drawingml/2006/main">
            <a:r>
              <a:t>https://github.com/Aditya725wu/DigitalTwin/blob/main/README.md</a:t>
            </a:r>
          </a:p>
          <a:p xmlns:a="http://schemas.openxmlformats.org/drawingml/2006/main">
            <a:r>
              <a:t/>
            </a:r>
          </a:p>
          <a:p xmlns:a="http://schemas.openxmlformats.org/drawingml/2006/main">
            <a:r>
              <a:t>Safety: synthetic proof of concept only. Outputs are simplified heuristics, not validated clinical predictions or medical advice.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Swagger at /docs during a demo. These endpoints are documented in the current repository.</a:t>
            </a:r>
          </a:p>
          <a:p xmlns:a="http://schemas.openxmlformats.org/drawingml/2006/main">
            <a:r>
              <a:t/>
            </a:r>
          </a:p>
          <a:p xmlns:a="http://schemas.openxmlformats.org/drawingml/2006/main">
            <a:r>
              <a:t>Sources: </a:t>
            </a:r>
          </a:p>
          <a:p xmlns:a="http://schemas.openxmlformats.org/drawingml/2006/main">
            <a:r>
              <a:t>https://github.com/Aditya725wu/DigitalTwin/blob/main/docs/api-reference.md</a:t>
            </a:r>
          </a:p>
          <a:p xmlns:a="http://schemas.openxmlformats.org/drawingml/2006/main">
            <a:r>
              <a:t/>
            </a:r>
          </a:p>
          <a:p xmlns:a="http://schemas.openxmlformats.org/drawingml/2006/main">
            <a:r>
              <a:t>Safety: synthetic proof of concept only. Outputs are simplified heuristics, not validated clinical predictions or medical advice.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service uses a score assembled from threshold points and divides by 45. Risk classification also considers blood-pressure and rhythm flags. This should not be presented as a validated probability.</a:t>
            </a:r>
          </a:p>
          <a:p xmlns:a="http://schemas.openxmlformats.org/drawingml/2006/main">
            <a:r>
              <a:t/>
            </a:r>
          </a:p>
          <a:p xmlns:a="http://schemas.openxmlformats.org/drawingml/2006/main">
            <a:r>
              <a:t>Sources: </a:t>
            </a:r>
          </a:p>
          <a:p xmlns:a="http://schemas.openxmlformats.org/drawingml/2006/main">
            <a:r>
              <a:t>https://github.com/Aditya725wu/DigitalTwin/blob/main/backend/main.py</a:t>
            </a:r>
          </a:p>
          <a:p xmlns:a="http://schemas.openxmlformats.org/drawingml/2006/main">
            <a:r>
              <a:t>https://github.com/Aditya725wu/DigitalTwin/blob/main/backend/heart_disease_models.py</a:t>
            </a:r>
          </a:p>
          <a:p xmlns:a="http://schemas.openxmlformats.org/drawingml/2006/main">
            <a:r>
              <a:t/>
            </a:r>
          </a:p>
          <a:p xmlns:a="http://schemas.openxmlformats.org/drawingml/2006/main">
            <a:r>
              <a:t>Safety: synthetic proof of concept only. Outputs are simplified heuristics, not validated clinical predictions or medical advice.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conflate the optional model-training script with the active API path. The risk labels in the trainer are constructed from the same simplified factors, so its metrics do not establish clinical performance.</a:t>
            </a:r>
          </a:p>
          <a:p xmlns:a="http://schemas.openxmlformats.org/drawingml/2006/main">
            <a:r>
              <a:t/>
            </a:r>
          </a:p>
          <a:p xmlns:a="http://schemas.openxmlformats.org/drawingml/2006/main">
            <a:r>
              <a:t>Sources: </a:t>
            </a:r>
          </a:p>
          <a:p xmlns:a="http://schemas.openxmlformats.org/drawingml/2006/main">
            <a:r>
              <a:t>https://github.com/Aditya725wu/DigitalTwin/blob/main/backend/main.py</a:t>
            </a:r>
          </a:p>
          <a:p xmlns:a="http://schemas.openxmlformats.org/drawingml/2006/main">
            <a:r>
              <a:t>https://github.com/Aditya725wu/DigitalTwin/blob/main/backend/heart_disease_models.py</a:t>
            </a:r>
          </a:p>
          <a:p xmlns:a="http://schemas.openxmlformats.org/drawingml/2006/main">
            <a:r>
              <a:t>https://github.com/Aditya725wu/DigitalTwin/blob/main/backend/generate_cardiac_data.py</a:t>
            </a:r>
          </a:p>
          <a:p xmlns:a="http://schemas.openxmlformats.org/drawingml/2006/main">
            <a:r>
              <a:t/>
            </a:r>
          </a:p>
          <a:p xmlns:a="http://schemas.openxmlformats.org/drawingml/2006/main">
            <a:r>
              <a:t>Safety: synthetic proof of concept only. Outputs are simplified heuristics, not validated clinical predictions or medical advice.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backend stores recent readings in memory, capped at 1,000 per patient, and pushes alert or prediction updates over the socket.</a:t>
            </a:r>
          </a:p>
          <a:p xmlns:a="http://schemas.openxmlformats.org/drawingml/2006/main">
            <a:r>
              <a:t/>
            </a:r>
          </a:p>
          <a:p xmlns:a="http://schemas.openxmlformats.org/drawingml/2006/main">
            <a:r>
              <a:t>Sources: </a:t>
            </a:r>
          </a:p>
          <a:p xmlns:a="http://schemas.openxmlformats.org/drawingml/2006/main">
            <a:r>
              <a:t>https://github.com/Aditya725wu/DigitalTwin/blob/main/docs/api-reference.md</a:t>
            </a:r>
          </a:p>
          <a:p xmlns:a="http://schemas.openxmlformats.org/drawingml/2006/main">
            <a:r>
              <a:t>https://github.com/Aditya725wu/DigitalTwin/blob/main/backend/main.py</a:t>
            </a:r>
          </a:p>
          <a:p xmlns:a="http://schemas.openxmlformats.org/drawingml/2006/main">
            <a:r>
              <a:t>https://github.com/Aditya725wu/DigitalTwin/blob/main/docs/architecture.md</a:t>
            </a:r>
          </a:p>
          <a:p xmlns:a="http://schemas.openxmlformats.org/drawingml/2006/main">
            <a:r>
              <a:t/>
            </a:r>
          </a:p>
          <a:p xmlns:a="http://schemas.openxmlformats.org/drawingml/2006/main">
            <a:r>
              <a:t>Safety: synthetic proof of concept only. Outputs are simplified heuristics, not validated clinical predictions or medical advice.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Thresholds are illustrative code behavior only. The action strings returned by the repository are hard-coded and need clinician safety review before any real-world use.</a:t>
            </a:r>
          </a:p>
          <a:p xmlns:a="http://schemas.openxmlformats.org/drawingml/2006/main">
            <a:r>
              <a:t/>
            </a:r>
          </a:p>
          <a:p xmlns:a="http://schemas.openxmlformats.org/drawingml/2006/main">
            <a:r>
              <a:t>Sources: </a:t>
            </a:r>
          </a:p>
          <a:p xmlns:a="http://schemas.openxmlformats.org/drawingml/2006/main">
            <a:r>
              <a:t>https://github.com/Aditya725wu/DigitalTwin/blob/main/backend/main.py</a:t>
            </a:r>
          </a:p>
          <a:p xmlns:a="http://schemas.openxmlformats.org/drawingml/2006/main">
            <a:r>
              <a:t>https://github.com/Aditya725wu/DigitalTwin/blob/main/docs/api-reference.md</a:t>
            </a:r>
          </a:p>
          <a:p xmlns:a="http://schemas.openxmlformats.org/drawingml/2006/main">
            <a:r>
              <a:t/>
            </a:r>
          </a:p>
          <a:p xmlns:a="http://schemas.openxmlformats.org/drawingml/2006/main">
            <a:r>
              <a:t>Safety: synthetic proof of concept only. Outputs are simplified heuristics, not validated clinical predictions or medical advice.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editable schematic based on the React dashboard sections in the repo, not a captured screenshot. The plotted trend line is illustrative rather than patient data. The code refreshes dashboard data every 30 seconds and supports alert acknowledgement.</a:t>
            </a:r>
          </a:p>
          <a:p xmlns:a="http://schemas.openxmlformats.org/drawingml/2006/main">
            <a:r>
              <a:t/>
            </a:r>
          </a:p>
          <a:p xmlns:a="http://schemas.openxmlformats.org/drawingml/2006/main">
            <a:r>
              <a:t>Sources: </a:t>
            </a:r>
          </a:p>
          <a:p xmlns:a="http://schemas.openxmlformats.org/drawingml/2006/main">
            <a:r>
              <a:t>https://github.com/Aditya725wu/DigitalTwin/blob/main/web-dashboard/src/app/dashboard/page.tsx</a:t>
            </a:r>
          </a:p>
          <a:p xmlns:a="http://schemas.openxmlformats.org/drawingml/2006/main">
            <a:r>
              <a:t>https://github.com/Aditya725wu/DigitalTwin/blob/main/README.md</a:t>
            </a:r>
          </a:p>
          <a:p xmlns:a="http://schemas.openxmlformats.org/drawingml/2006/main">
            <a:r>
              <a:t/>
            </a:r>
          </a:p>
          <a:p xmlns:a="http://schemas.openxmlformats.org/drawingml/2006/main">
            <a:r>
              <a:t>Safety: synthetic proof of concept only. Outputs are simplified heuristics, not validated clinical predictions or medical advice.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an editable schematic based on the Expo screen code. The example value is from a seeded synthetic patient and is not clinical evidence.</a:t>
            </a:r>
          </a:p>
          <a:p xmlns:a="http://schemas.openxmlformats.org/drawingml/2006/main">
            <a:r>
              <a:t/>
            </a:r>
          </a:p>
          <a:p xmlns:a="http://schemas.openxmlformats.org/drawingml/2006/main">
            <a:r>
              <a:t>Sources: </a:t>
            </a:r>
          </a:p>
          <a:p xmlns:a="http://schemas.openxmlformats.org/drawingml/2006/main">
            <a:r>
              <a:t>https://github.com/Aditya725wu/DigitalTwin/blob/main/mobile-app/App.js</a:t>
            </a:r>
          </a:p>
          <a:p xmlns:a="http://schemas.openxmlformats.org/drawingml/2006/main">
            <a:r>
              <a:t>https://github.com/Aditya725wu/DigitalTwin/blob/main/mobile-app/src/screens/HomeScreen.js</a:t>
            </a:r>
          </a:p>
          <a:p xmlns:a="http://schemas.openxmlformats.org/drawingml/2006/main">
            <a:r>
              <a:t>https://github.com/Aditya725wu/DigitalTwin/blob/main/mobile-app/src/screens/CardiacScreen.js</a:t>
            </a:r>
          </a:p>
          <a:p xmlns:a="http://schemas.openxmlformats.org/drawingml/2006/main">
            <a:r>
              <a:t>https://github.com/Aditya725wu/DigitalTwin/blob/main/mobile-app/src/screens/AlertsScreen.js</a:t>
            </a:r>
          </a:p>
          <a:p xmlns:a="http://schemas.openxmlformats.org/drawingml/2006/main">
            <a:r>
              <a:t>https://github.com/Aditya725wu/DigitalTwin/blob/main/mobile-app/src/screens/ProfileScreen.js</a:t>
            </a:r>
          </a:p>
          <a:p xmlns:a="http://schemas.openxmlformats.org/drawingml/2006/main">
            <a:r>
              <a:t/>
            </a:r>
          </a:p>
          <a:p xmlns:a="http://schemas.openxmlformats.org/drawingml/2006/main">
            <a:r>
              <a:t>Safety: synthetic proof of concept only. Outputs are simplified heuristics, not validated clinical predictions or medical advice.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 the repository demo sequence. Show that a new vital can be submitted through Swagger and then reviewed as an alert.</a:t>
            </a:r>
          </a:p>
          <a:p xmlns:a="http://schemas.openxmlformats.org/drawingml/2006/main">
            <a:r>
              <a:t/>
            </a:r>
          </a:p>
          <a:p xmlns:a="http://schemas.openxmlformats.org/drawingml/2006/main">
            <a:r>
              <a:t>Sources: </a:t>
            </a:r>
          </a:p>
          <a:p xmlns:a="http://schemas.openxmlformats.org/drawingml/2006/main">
            <a:r>
              <a:t>https://github.com/Aditya725wu/DigitalTwin/blob/main/README.md</a:t>
            </a:r>
          </a:p>
          <a:p xmlns:a="http://schemas.openxmlformats.org/drawingml/2006/main">
            <a:r>
              <a:t>https://github.com/Aditya725wu/DigitalTwin/blob/main/docs/hackathon-submission.md</a:t>
            </a:r>
          </a:p>
          <a:p xmlns:a="http://schemas.openxmlformats.org/drawingml/2006/main">
            <a:r>
              <a:t>https://github.com/Aditya725wu/DigitalTwin/blob/main/docs/api-reference.md</a:t>
            </a:r>
          </a:p>
          <a:p xmlns:a="http://schemas.openxmlformats.org/drawingml/2006/main">
            <a:r>
              <a:t/>
            </a:r>
          </a:p>
          <a:p xmlns:a="http://schemas.openxmlformats.org/drawingml/2006/main">
            <a:r>
              <a:t>Safety: synthetic proof of concept only. Outputs are simplified heuristics, not validated clinical predictions or medical advice.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uses the editable Excalidraw source diagram digital_twin_flow.excalidraw created for the project. It complements the Napkin.ai diagram on slide 4.</a:t>
            </a:r>
          </a:p>
          <a:p xmlns:a="http://schemas.openxmlformats.org/drawingml/2006/main">
            <a:r>
              <a:t/>
            </a:r>
          </a:p>
          <a:p xmlns:a="http://schemas.openxmlformats.org/drawingml/2006/main">
            <a:r>
              <a:t>Sources: </a:t>
            </a:r>
          </a:p>
          <a:p xmlns:a="http://schemas.openxmlformats.org/drawingml/2006/main">
            <a:r>
              <a:t>https://github.com/Aditya725wu/DigitalTwin/blob/main/README.md</a:t>
            </a:r>
          </a:p>
          <a:p xmlns:a="http://schemas.openxmlformats.org/drawingml/2006/main">
            <a:r>
              <a:t/>
            </a:r>
          </a:p>
          <a:p xmlns:a="http://schemas.openxmlformats.org/drawingml/2006/main">
            <a:r>
              <a:t>Safety: synthetic proof of concept only. Outputs are simplified heuristics, not validated clinical predictions or medical advice.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boundary: all data are synthetic, persistence is in memory, risk scoring is simplified, and the repository is not a medical device.</a:t>
            </a:r>
          </a:p>
          <a:p xmlns:a="http://schemas.openxmlformats.org/drawingml/2006/main">
            <a:r>
              <a:t/>
            </a:r>
          </a:p>
          <a:p xmlns:a="http://schemas.openxmlformats.org/drawingml/2006/main">
            <a:r>
              <a:t>Sources: </a:t>
            </a:r>
          </a:p>
          <a:p xmlns:a="http://schemas.openxmlformats.org/drawingml/2006/main">
            <a:r>
              <a:t>https://github.com/Aditya725wu/DigitalTwin/blob/main/README.md</a:t>
            </a:r>
          </a:p>
          <a:p xmlns:a="http://schemas.openxmlformats.org/drawingml/2006/main">
            <a:r>
              <a:t>https://github.com/Aditya725wu/DigitalTwin/blob/main/docs/hackathon-submission.md</a:t>
            </a:r>
          </a:p>
          <a:p xmlns:a="http://schemas.openxmlformats.org/drawingml/2006/main">
            <a:r>
              <a:t>https://github.com/Aditya725wu/DigitalTwin/blob/main/backend/main.py</a:t>
            </a:r>
          </a:p>
          <a:p xmlns:a="http://schemas.openxmlformats.org/drawingml/2006/main">
            <a:r>
              <a:t>https://github.com/Aditya725wu/DigitalTwin/blob/main/backend/heart_disease_models.py</a:t>
            </a:r>
          </a:p>
          <a:p xmlns:a="http://schemas.openxmlformats.org/drawingml/2006/main">
            <a:r>
              <a:t/>
            </a:r>
          </a:p>
          <a:p xmlns:a="http://schemas.openxmlformats.org/drawingml/2006/main">
            <a:r>
              <a:t>Safety: synthetic proof of concept only. Outputs are simplified heuristics, not validated clinical predictions or medical advice.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team. Team leader: Manthan Sanap. Members: Jay Mapari, Aditya Kharade, and Aditya Patil.</a:t>
            </a:r>
          </a:p>
          <a:p xmlns:a="http://schemas.openxmlformats.org/drawingml/2006/main">
            <a:r>
              <a:t/>
            </a:r>
          </a:p>
          <a:p xmlns:a="http://schemas.openxmlformats.org/drawingml/2006/main">
            <a:r>
              <a:t>Sources: </a:t>
            </a:r>
          </a:p>
          <a:p xmlns:a="http://schemas.openxmlformats.org/drawingml/2006/main">
            <a:r>
              <a:t>https://github.com/Aditya725wu/DigitalTwin/blob/main/README.md</a:t>
            </a:r>
          </a:p>
          <a:p xmlns:a="http://schemas.openxmlformats.org/drawingml/2006/main">
            <a:r>
              <a:t/>
            </a:r>
          </a:p>
          <a:p xmlns:a="http://schemas.openxmlformats.org/drawingml/2006/main">
            <a:r>
              <a:t>Safety: synthetic proof of concept only. Outputs are simplified heuristics, not validated clinical predictions or medical advice.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97b9fbb27104a2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87b0f60fefe4d50" /><Relationship Type="http://schemas.openxmlformats.org/officeDocument/2006/relationships/slideLayout" Target="/ppt/slideLayouts/slideLayout1.xml" Id="Rec91fb156fda450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c91fb156fda450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2eb3f386bcf4f2a" /><Relationship Type="http://schemas.openxmlformats.org/officeDocument/2006/relationships/image" Target="/ppt/media/image.png" Id="Re4fb025eaa33496b" /><Relationship Type="http://schemas.openxmlformats.org/officeDocument/2006/relationships/notesSlide" Target="/ppt/notesSlides/notesSlide1.xml" Id="R52c61207a770434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1e66d2c5e3c44cb" /><Relationship Type="http://schemas.openxmlformats.org/officeDocument/2006/relationships/image" Target="/ppt/media/image2.png" Id="R1385c5cc229742ea" /><Relationship Type="http://schemas.openxmlformats.org/officeDocument/2006/relationships/notesSlide" Target="/ppt/notesSlides/notesSlide2.xml" Id="R55038294a08a4af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5731089b4af4464" /><Relationship Type="http://schemas.openxmlformats.org/officeDocument/2006/relationships/image" Target="/ppt/media/image3.png" Id="R58801b5d4bb549be" /><Relationship Type="http://schemas.openxmlformats.org/officeDocument/2006/relationships/notesSlide" Target="/ppt/notesSlides/notesSlide3.xml" Id="R3597f22b48fe4be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825e3607e434ffd" /><Relationship Type="http://schemas.openxmlformats.org/officeDocument/2006/relationships/image" Target="/ppt/media/image4.png" Id="R195f2c0ee9ca4a8d" /><Relationship Type="http://schemas.openxmlformats.org/officeDocument/2006/relationships/image" Target="/ppt/media/image5.png" Id="R303dd8775fe649a3" /><Relationship Type="http://schemas.openxmlformats.org/officeDocument/2006/relationships/image" Target="/ppt/media/image6.png" Id="Rd549920cb71b4888" /><Relationship Type="http://schemas.openxmlformats.org/officeDocument/2006/relationships/notesSlide" Target="/ppt/notesSlides/notesSlide4.xml" Id="R49d129702e2144d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a203c89252c45fc" /><Relationship Type="http://schemas.openxmlformats.org/officeDocument/2006/relationships/image" Target="/ppt/media/image7.png" Id="R8d1f695d9a454443" /><Relationship Type="http://schemas.openxmlformats.org/officeDocument/2006/relationships/notesSlide" Target="/ppt/notesSlides/notesSlide5.xml" Id="Rfb860c250c7c40c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19d8b6b0cb04a1f" /><Relationship Type="http://schemas.openxmlformats.org/officeDocument/2006/relationships/image" Target="/ppt/media/image8.png" Id="R2bdd57d2b9a94b55" /><Relationship Type="http://schemas.openxmlformats.org/officeDocument/2006/relationships/notesSlide" Target="/ppt/notesSlides/notesSlide6.xml" Id="Rde5eefc8f5794f9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c2ac25f9b674aa0" /><Relationship Type="http://schemas.openxmlformats.org/officeDocument/2006/relationships/image" Target="/ppt/media/image9.png" Id="R6fe5b4dcf7b3463c" /><Relationship Type="http://schemas.openxmlformats.org/officeDocument/2006/relationships/notesSlide" Target="/ppt/notesSlides/notesSlide7.xml" Id="R240d33c02b2e4fd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cb6184b405c4e32" /><Relationship Type="http://schemas.openxmlformats.org/officeDocument/2006/relationships/image" Target="/ppt/media/image10.png" Id="Rd7ddb732d1924f45" /><Relationship Type="http://schemas.openxmlformats.org/officeDocument/2006/relationships/notesSlide" Target="/ppt/notesSlides/notesSlide8.xml" Id="Raa21c476ee8c45e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ac15c47c1ae453d" /><Relationship Type="http://schemas.openxmlformats.org/officeDocument/2006/relationships/image" Target="/ppt/media/image11.png" Id="Rf1dce6c2c25f4320" /><Relationship Type="http://schemas.openxmlformats.org/officeDocument/2006/relationships/notesSlide" Target="/ppt/notesSlides/notesSlide9.xml" Id="R36b839e6b0e5469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53e9510a1f64a87" /><Relationship Type="http://schemas.openxmlformats.org/officeDocument/2006/relationships/image" Target="/ppt/media/image12.png" Id="R9259e2a4d0254a82" /><Relationship Type="http://schemas.openxmlformats.org/officeDocument/2006/relationships/notesSlide" Target="/ppt/notesSlides/notesSlide10.xml" Id="R4037b8b58e354af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0e8cc8f7d334d10" /><Relationship Type="http://schemas.openxmlformats.org/officeDocument/2006/relationships/image" Target="/ppt/media/image13.png" Id="R7f495f05991942d5" /><Relationship Type="http://schemas.openxmlformats.org/officeDocument/2006/relationships/notesSlide" Target="/ppt/notesSlides/notesSlide11.xml" Id="R6a29ca9d5bd142a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7c5b8d2a7e547f9" /><Relationship Type="http://schemas.openxmlformats.org/officeDocument/2006/relationships/image" Target="/ppt/media/image14.png" Id="Rc43681e4b931459b" /><Relationship Type="http://schemas.openxmlformats.org/officeDocument/2006/relationships/image" Target="/ppt/media/image15.png" Id="R50b34b8f946a44d3" /><Relationship Type="http://schemas.openxmlformats.org/officeDocument/2006/relationships/notesSlide" Target="/ppt/notesSlides/notesSlide12.xml" Id="Rd1a3b384cd5e443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2ffbc28b16848eb" /><Relationship Type="http://schemas.openxmlformats.org/officeDocument/2006/relationships/image" Target="/ppt/media/image16.png" Id="R68e8b3807c064109" /><Relationship Type="http://schemas.openxmlformats.org/officeDocument/2006/relationships/image" Target="/ppt/media/image17.png" Id="R20c7ab644a954905" /><Relationship Type="http://schemas.openxmlformats.org/officeDocument/2006/relationships/notesSlide" Target="/ppt/notesSlides/notesSlide13.xml" Id="Rb9d054c367354e1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d577351096848c6" /><Relationship Type="http://schemas.openxmlformats.org/officeDocument/2006/relationships/image" Target="/ppt/media/image18.png" Id="Rb96be7793ec04a2b" /><Relationship Type="http://schemas.openxmlformats.org/officeDocument/2006/relationships/image" Target="/ppt/media/image19.png" Id="Rcf634a75744a4002" /><Relationship Type="http://schemas.openxmlformats.org/officeDocument/2006/relationships/notesSlide" Target="/ppt/notesSlides/notesSlide14.xml" Id="R8d34fba323aa436e" /></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d3309936c3c043b0"/><Relationship Type="http://schemas.openxmlformats.org/officeDocument/2006/relationships/notesSlide" Target="/ppt/notesSlides/notesSlide15.xml" Id="Rad83b62413284e54"/><Relationship Id="rIdUserTechStack" Type="http://schemas.openxmlformats.org/officeDocument/2006/relationships/image" Target="../media/user_tech_stack_diagram.png"/></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7741fc8bdb04d39" /><Relationship Type="http://schemas.openxmlformats.org/officeDocument/2006/relationships/image" Target="/ppt/media/image20.png" Id="Rce8689d966954578" /><Relationship Type="http://schemas.openxmlformats.org/officeDocument/2006/relationships/image" Target="/ppt/media/image21.png" Id="R8fbec626db8c47d2" /><Relationship Type="http://schemas.openxmlformats.org/officeDocument/2006/relationships/notesSlide" Target="/ppt/notesSlides/notesSlide16.xml" Id="Rc5ace182c7f64b62" /></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7cf784b6bf724f4d"/><Relationship Type="http://schemas.openxmlformats.org/officeDocument/2006/relationships/image" Target="/ppt/media/image22.png" Id="Rcd28cf80467c45f8"/><Relationship Type="http://schemas.openxmlformats.org/officeDocument/2006/relationships/image" Target="/ppt/media/image23.png" Id="R1c6cb45a91db4066"/><Relationship Type="http://schemas.openxmlformats.org/officeDocument/2006/relationships/notesSlide" Target="/ppt/notesSlides/notesSlide17.xml" Id="R6ae8d29f98ca43b8"/><Relationship Id="rIdAnatomicalHeart" Type="http://schemas.openxmlformats.org/officeDocument/2006/relationships/image" Target="../media/anatomical_heart.png"/></Relationships>
</file>

<file path=ppt/slides/slide1.xml><?xml version="1.0" encoding="utf-8"?>
<p:sld xmlns:p="http://schemas.openxmlformats.org/presentationml/2006/main">
  <p:cSld>
    <p:bg>
      <p:bgPr>
        <a:solidFill xmlns:a="http://schemas.openxmlformats.org/drawingml/2006/main">
          <a:srgbClr val="D9F0F0"/>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0A978CA2-418E-41CB-83CA-40D65A2CE4A1}"/>
              </a:ext>
            </a:extLst>
          </p:cNvPr>
          <p:cNvPicPr>
            <a:picLocks xmlns:a="http://schemas.openxmlformats.org/drawingml/2006/main" noChangeAspect="1"/>
          </p:cNvPicPr>
          <p:nvPr/>
        </p:nvPicPr>
        <p:blipFill>
          <a:blip xmlns:r="http://schemas.openxmlformats.org/officeDocument/2006/relationships" xmlns:a="http://schemas.openxmlformats.org/drawingml/2006/main" r:embed="Re4fb025eaa33496b"/>
          <a:srcRect xmlns:a="http://schemas.openxmlformats.org/drawingml/2006/main" l="0" t="0" r="0" b="0"/>
          <a:stretch xmlns:a="http://schemas.openxmlformats.org/drawingml/2006/main">
            <a:fillRect l="0" t="0" r="0" b="0"/>
          </a:stretch>
        </p:blipFill>
        <p:spPr>
          <a:xfrm xmlns:a="http://schemas.openxmlformats.org/drawingml/2006/main">
            <a:off x="0" y="0"/>
            <a:ext cx="7477125" cy="53911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D83CEEB-D345-487F-A956-BF42C021A877}"/>
              </a:ext>
            </a:extLst>
          </p:cNvPr>
          <p:cNvSpPr>
            <a:spLocks xmlns:a="http://schemas.openxmlformats.org/drawingml/2006/main" noGrp="1"/>
          </p:cNvSpPr>
          <p:nvPr/>
        </p:nvSpPr>
        <p:spPr>
          <a:xfrm xmlns:a="http://schemas.openxmlformats.org/drawingml/2006/main">
            <a:off x="685800" y="1228725"/>
            <a:ext cx="61055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5100">
                <a:solidFill>
                  <a:srgbClr val="07334B"/>
                </a:solidFill>
                <a:latin typeface="Georgia"/>
                <a:ea typeface="Georgia"/>
                <a:cs typeface="Georgia"/>
              </a:defRPr>
            </a:pPr>
            <a:r>
              <a:rPr sz="5100">
                <a:solidFill>
                  <a:srgbClr val="07334B"/>
                </a:solidFill>
                <a:latin typeface="Georgia"/>
                <a:ea typeface="Georgia"/>
                <a:cs typeface="Georgia"/>
              </a:rPr>
              <a:t>S A D H Y A</a:t>
            </a:r>
          </a:p>
        </p:txBody>
      </p:sp>
    </p:spTree>
    <p:extLst>
      <p:ext uri="{BB962C8B-B14F-4D97-AF65-F5344CB8AC3E}">
        <p14:creationId xmlns:p14="http://schemas.microsoft.com/office/powerpoint/2010/main" val="553949110"/>
      </p:ext>
    </p:extLst>
  </p:cSld>
</p:sld>
</file>

<file path=ppt/slides/slide2.xml><?xml version="1.0" encoding="utf-8"?>
<p:sld xmlns:p="http://schemas.openxmlformats.org/presentationml/2006/main">
  <p:cSld>
    <p:bg>
      <p:bgPr>
        <a:solidFill xmlns:a="http://schemas.openxmlformats.org/drawingml/2006/main">
          <a:srgbClr val="F5FAF9"/>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98ACA53F-0214-4553-87FE-BEDCC5D92FAC}"/>
              </a:ext>
            </a:extLst>
          </p:cNvPr>
          <p:cNvPicPr>
            <a:picLocks xmlns:a="http://schemas.openxmlformats.org/drawingml/2006/main" noChangeAspect="1"/>
          </p:cNvPicPr>
          <p:nvPr/>
        </p:nvPicPr>
        <p:blipFill>
          <a:blip xmlns:r="http://schemas.openxmlformats.org/officeDocument/2006/relationships" xmlns:a="http://schemas.openxmlformats.org/drawingml/2006/main" r:embed="R1385c5cc229742ea"/>
          <a:srcRect xmlns:a="http://schemas.openxmlformats.org/drawingml/2006/main" l="0" t="1932" r="0" b="1932"/>
          <a:stretch xmlns:a="http://schemas.openxmlformats.org/drawingml/2006/main">
            <a:fillRect l="0" t="0" r="0" b="0"/>
          </a:stretch>
        </p:blipFill>
        <p:spPr>
          <a:xfrm xmlns:a="http://schemas.openxmlformats.org/drawingml/2006/main">
            <a:off x="0" y="0"/>
            <a:ext cx="7477125" cy="539115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2A831F86-AD84-4EDE-80DA-B0F7A5B86F15}"/>
              </a:ext>
            </a:extLst>
          </p:cNvPr>
          <p:cNvSpPr>
            <a:spLocks xmlns:a="http://schemas.openxmlformats.org/drawingml/2006/main" noGrp="1"/>
          </p:cNvSpPr>
          <p:nvPr/>
        </p:nvSpPr>
        <p:spPr>
          <a:xfrm xmlns:a="http://schemas.openxmlformats.org/drawingml/2006/main">
            <a:off x="342900" y="1400175"/>
            <a:ext cx="2933700" cy="3276600"/>
          </a:xfrm>
          <a:prstGeom xmlns:a="http://schemas.openxmlformats.org/drawingml/2006/main" prst="roundRect">
            <a:avLst>
              <a:gd name="adj" fmla="val 4870"/>
            </a:avLst>
          </a:prstGeom>
          <a:solidFill xmlns:a="http://schemas.openxmlformats.org/drawingml/2006/main">
            <a:srgbClr val="FFFFFF">
              <a:alpha val="92000"/>
            </a:srgbClr>
          </a:solidFill>
          <a:ln xmlns:a="http://schemas.openxmlformats.org/drawingml/2006/main" w="9525">
            <a:solidFill>
              <a:srgbClr val="D8E8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1D6D0D20-F79C-499A-9DAC-E756A86937BF}"/>
              </a:ext>
            </a:extLst>
          </p:cNvPr>
          <p:cNvSpPr>
            <a:spLocks xmlns:a="http://schemas.openxmlformats.org/drawingml/2006/main" noGrp="1"/>
          </p:cNvSpPr>
          <p:nvPr/>
        </p:nvSpPr>
        <p:spPr>
          <a:xfrm xmlns:a="http://schemas.openxmlformats.org/drawingml/2006/main">
            <a:off x="342900" y="1419225"/>
            <a:ext cx="47625" cy="3238500"/>
          </a:xfrm>
          <a:prstGeom xmlns:a="http://schemas.openxmlformats.org/drawingml/2006/main" prst="roundRect">
            <a:avLst>
              <a:gd name="adj" fmla="val 50000"/>
            </a:avLst>
          </a:prstGeom>
          <a:solidFill xmlns:a="http://schemas.openxmlformats.org/drawingml/2006/main">
            <a:srgbClr val="168F8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660F97B-5227-401F-BB32-1AD31CF5C860}"/>
              </a:ext>
            </a:extLst>
          </p:cNvPr>
          <p:cNvSpPr>
            <a:spLocks xmlns:a="http://schemas.openxmlformats.org/drawingml/2006/main" noGrp="1"/>
          </p:cNvSpPr>
          <p:nvPr/>
        </p:nvSpPr>
        <p:spPr>
          <a:xfrm xmlns:a="http://schemas.openxmlformats.org/drawingml/2006/main">
            <a:off x="3419475" y="1400175"/>
            <a:ext cx="3705225" cy="3276600"/>
          </a:xfrm>
          <a:prstGeom xmlns:a="http://schemas.openxmlformats.org/drawingml/2006/main" prst="roundRect">
            <a:avLst>
              <a:gd name="adj" fmla="val 4360"/>
            </a:avLst>
          </a:prstGeom>
          <a:solidFill xmlns:a="http://schemas.openxmlformats.org/drawingml/2006/main">
            <a:srgbClr val="FFFFFF">
              <a:alpha val="92000"/>
            </a:srgbClr>
          </a:solidFill>
          <a:ln xmlns:a="http://schemas.openxmlformats.org/drawingml/2006/main" w="9525">
            <a:solidFill>
              <a:srgbClr val="D8E8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0" name="">
            <a:extLst xmlns:a="http://schemas.openxmlformats.org/drawingml/2006/main">
              <a:ext uri="{FF2B5EF4-FFF2-40B4-BE49-F238E27FC236}">
                <a16:creationId xmlns:a16="http://schemas.microsoft.com/office/drawing/2014/main" id="{B4CC1D95-C20F-4F6F-8D05-E801ECADDB29}"/>
              </a:ext>
            </a:extLst>
          </p:cNvPr>
          <p:cNvSpPr>
            <a:spLocks xmlns:a="http://schemas.openxmlformats.org/drawingml/2006/main" noGrp="1"/>
          </p:cNvSpPr>
          <p:nvPr/>
        </p:nvSpPr>
        <p:spPr>
          <a:xfrm xmlns:a="http://schemas.openxmlformats.org/drawingml/2006/main">
            <a:off x="3419475" y="1419225"/>
            <a:ext cx="57150" cy="3238500"/>
          </a:xfrm>
          <a:prstGeom xmlns:a="http://schemas.openxmlformats.org/drawingml/2006/main" prst="roundRect">
            <a:avLst>
              <a:gd name="adj" fmla="val 50000"/>
            </a:avLst>
          </a:prstGeom>
          <a:solidFill xmlns:a="http://schemas.openxmlformats.org/drawingml/2006/main">
            <a:srgbClr val="1598B7"/>
          </a:solidFill>
          <a:ln xmlns:a="http://schemas.openxmlformats.org/drawingml/2006/main" w="0">
            <a:noFill/>
            <a:prstDash val="solid"/>
          </a:ln>
        </p:spPr>
      </p:sp>
      <p:cxnSp>
        <p:nvCxnSpPr>
          <p:cNvPr id="13" name="">
            <a:extLst xmlns:a="http://schemas.openxmlformats.org/drawingml/2006/main">
              <a:ext uri="{FF2B5EF4-FFF2-40B4-BE49-F238E27FC236}">
                <a16:creationId xmlns:a16="http://schemas.microsoft.com/office/drawing/2014/main" id="{6BA56D28-65DA-4A40-9F3E-6D1C08051C2C}"/>
              </a:ext>
            </a:extLst>
          </p:cNvPr>
          <p:cNvCxnSpPr>
            <a:stCxn xmlns:a="http://schemas.openxmlformats.org/drawingml/2006/main" id="10" idx="3"/>
            <a:endCxn xmlns:a="http://schemas.openxmlformats.org/drawingml/2006/main" id="11" idx="1"/>
          </p:cNvCxnSpPr>
          <p:nvPr/>
        </p:nvCxnSpPr>
        <p:spPr>
          <a:xfrm xmlns:a="http://schemas.openxmlformats.org/drawingml/2006/main" flipV="1">
            <a:off x="4857750" y="2495550"/>
            <a:ext cx="428625" cy="533400"/>
          </a:xfrm>
          <a:prstGeom xmlns:a="http://schemas.openxmlformats.org/drawingml/2006/main" prst="straightConnector1">
            <a:avLst/>
          </a:prstGeom>
          <a:ln xmlns:a="http://schemas.openxmlformats.org/drawingml/2006/main" w="19050">
            <a:solidFill>
              <a:srgbClr val="248F8A"/>
            </a:solidFill>
            <a:prstDash val="solid"/>
          </a:ln>
        </p:spPr>
      </p:cxnSp>
      <p:cxnSp>
        <p:nvCxnSpPr>
          <p:cNvPr id="12" name="">
            <a:extLst xmlns:a="http://schemas.openxmlformats.org/drawingml/2006/main">
              <a:ext uri="{FF2B5EF4-FFF2-40B4-BE49-F238E27FC236}">
                <a16:creationId xmlns:a16="http://schemas.microsoft.com/office/drawing/2014/main" id="{13387C3A-A085-4E37-B34A-57B2AF6F90DD}"/>
              </a:ext>
            </a:extLst>
          </p:cNvPr>
          <p:cNvCxnSpPr>
            <a:stCxn xmlns:a="http://schemas.openxmlformats.org/drawingml/2006/main" id="9" idx="3"/>
            <a:endCxn xmlns:a="http://schemas.openxmlformats.org/drawingml/2006/main" id="11" idx="1"/>
          </p:cNvCxnSpPr>
          <p:nvPr/>
        </p:nvCxnSpPr>
        <p:spPr>
          <a:xfrm xmlns:a="http://schemas.openxmlformats.org/drawingml/2006/main">
            <a:off x="4857750" y="1914525"/>
            <a:ext cx="428625" cy="581025"/>
          </a:xfrm>
          <a:prstGeom xmlns:a="http://schemas.openxmlformats.org/drawingml/2006/main" prst="straightConnector1">
            <a:avLst/>
          </a:prstGeom>
          <a:ln xmlns:a="http://schemas.openxmlformats.org/drawingml/2006/main" w="19050">
            <a:solidFill>
              <a:srgbClr val="248F8A"/>
            </a:solidFill>
            <a:prstDash val="solid"/>
          </a:ln>
        </p:spPr>
      </p:cxnSp>
      <p:sp>
        <p:nvSpPr>
          <p:cNvPr id="15" name="">
            <a:extLst xmlns:a="http://schemas.openxmlformats.org/drawingml/2006/main">
              <a:ext uri="{FF2B5EF4-FFF2-40B4-BE49-F238E27FC236}">
                <a16:creationId xmlns:a16="http://schemas.microsoft.com/office/drawing/2014/main" id="{BE3A622A-B8D4-4BF1-96CE-F6AD5FAB4CAB}"/>
              </a:ext>
            </a:extLst>
          </p:cNvPr>
          <p:cNvSpPr>
            <a:spLocks xmlns:a="http://schemas.openxmlformats.org/drawingml/2006/main" noGrp="1"/>
          </p:cNvSpPr>
          <p:nvPr/>
        </p:nvSpPr>
        <p:spPr>
          <a:xfrm xmlns:a="http://schemas.openxmlformats.org/drawingml/2006/main">
            <a:off x="457200" y="342900"/>
            <a:ext cx="6572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75" b="1" i="0">
                <a:solidFill>
                  <a:srgbClr val="123F50"/>
                </a:solidFill>
                <a:latin typeface="Calibri Light"/>
                <a:ea typeface="Calibri Light"/>
                <a:cs typeface="Calibri Light"/>
              </a:defRPr>
            </a:defPPr>
            <a:lvl1pPr algn="l">
              <a:buNone/>
              <a:defRPr sz="2325" b="1" i="0">
                <a:solidFill>
                  <a:srgbClr val="123F50"/>
                </a:solidFill>
                <a:latin typeface="Calibri Light"/>
                <a:ea typeface="Calibri Light"/>
                <a:cs typeface="Calibri Light"/>
              </a:defRPr>
            </a:lvl1pPr>
            <a:lvl2pPr algn="l">
              <a:buNone/>
              <a:defRPr sz="2325" b="1" i="0">
                <a:solidFill>
                  <a:srgbClr val="123F50"/>
                </a:solidFill>
                <a:latin typeface="Calibri Light"/>
                <a:ea typeface="Calibri Light"/>
                <a:cs typeface="Calibri Light"/>
              </a:defRPr>
            </a:lvl2pPr>
            <a:lvl3pPr algn="l">
              <a:buNone/>
              <a:defRPr sz="2325" b="1" i="0">
                <a:solidFill>
                  <a:srgbClr val="123F50"/>
                </a:solidFill>
                <a:latin typeface="Calibri Light"/>
                <a:ea typeface="Calibri Light"/>
                <a:cs typeface="Calibri Light"/>
              </a:defRPr>
            </a:lvl3pPr>
            <a:lvl4pPr algn="l">
              <a:buNone/>
              <a:defRPr sz="2325" b="1" i="0">
                <a:solidFill>
                  <a:srgbClr val="123F50"/>
                </a:solidFill>
                <a:latin typeface="Calibri Light"/>
                <a:ea typeface="Calibri Light"/>
                <a:cs typeface="Calibri Light"/>
              </a:defRPr>
            </a:lvl4pPr>
            <a:lvl5pPr algn="l">
              <a:buNone/>
              <a:defRPr sz="2325" b="1" i="0">
                <a:solidFill>
                  <a:srgbClr val="123F50"/>
                </a:solidFill>
                <a:latin typeface="Calibri Light"/>
                <a:ea typeface="Calibri Light"/>
                <a:cs typeface="Calibri Light"/>
              </a:defRPr>
            </a:lvl5pPr>
            <a:lvl6pPr algn="l">
              <a:buNone/>
              <a:defRPr sz="2325" b="1" i="0">
                <a:solidFill>
                  <a:srgbClr val="123F50"/>
                </a:solidFill>
                <a:latin typeface="Calibri Light"/>
                <a:ea typeface="Calibri Light"/>
                <a:cs typeface="Calibri Light"/>
              </a:defRPr>
            </a:lvl6pPr>
            <a:lvl7pPr algn="l">
              <a:buNone/>
              <a:defRPr sz="2325" b="1" i="0">
                <a:solidFill>
                  <a:srgbClr val="123F50"/>
                </a:solidFill>
                <a:latin typeface="Calibri Light"/>
                <a:ea typeface="Calibri Light"/>
                <a:cs typeface="Calibri Light"/>
              </a:defRPr>
            </a:lvl7pPr>
            <a:lvl8pPr algn="l">
              <a:buNone/>
              <a:defRPr sz="2325" b="1" i="0">
                <a:solidFill>
                  <a:srgbClr val="123F50"/>
                </a:solidFill>
                <a:latin typeface="Calibri Light"/>
                <a:ea typeface="Calibri Light"/>
                <a:cs typeface="Calibri Light"/>
              </a:defRPr>
            </a:lvl8pPr>
            <a:lvl9pPr algn="l">
              <a:buNone/>
              <a:defRPr sz="2325" b="1" i="0">
                <a:solidFill>
                  <a:srgbClr val="123F50"/>
                </a:solidFill>
                <a:latin typeface="Calibri Light"/>
                <a:ea typeface="Calibri Light"/>
                <a:cs typeface="Calibri Light"/>
              </a:defRPr>
            </a:lvl9pPr>
          </a:lstStyle>
          <a:p xmlns:a="http://schemas.openxmlformats.org/drawingml/2006/main">
            <a:pPr algn="l">
              <a:lnSpc>
                <a:spcPct val="108000"/>
              </a:lnSpc>
              <a:buNone/>
              <a:defRPr sz="2325" b="1" i="0">
                <a:solidFill>
                  <a:srgbClr val="123F50"/>
                </a:solidFill>
                <a:latin typeface="Calibri Light"/>
                <a:ea typeface="Calibri Light"/>
                <a:cs typeface="Calibri Light"/>
              </a:defRPr>
            </a:pPr>
            <a:r>
              <a:rPr sz="2475" b="1" i="0">
                <a:solidFill>
                  <a:srgbClr val="123F50"/>
                </a:solidFill>
                <a:latin typeface="Calibri Light"/>
                <a:ea typeface="Calibri Light"/>
                <a:cs typeface="Calibri Light"/>
              </a:rPr>
              <a:t>CardioTwin at a glance</a:t>
            </a:r>
          </a:p>
        </p:txBody>
      </p:sp>
      <p:sp>
        <p:nvSpPr>
          <p:cNvPr id="2" name="">
            <a:extLst xmlns:a="http://schemas.openxmlformats.org/drawingml/2006/main">
              <a:ext uri="{FF2B5EF4-FFF2-40B4-BE49-F238E27FC236}">
                <a16:creationId xmlns:a16="http://schemas.microsoft.com/office/drawing/2014/main" id="{DDEE5B96-2126-476D-8A71-5C69FE19EAC2}"/>
              </a:ext>
            </a:extLst>
          </p:cNvPr>
          <p:cNvSpPr>
            <a:spLocks xmlns:a="http://schemas.openxmlformats.org/drawingml/2006/main" noGrp="1"/>
          </p:cNvSpPr>
          <p:nvPr/>
        </p:nvSpPr>
        <p:spPr>
          <a:xfrm xmlns:a="http://schemas.openxmlformats.org/drawingml/2006/main" flipH="0" flipV="0">
            <a:off x="457200" y="866775"/>
            <a:ext cx="647700" cy="4763"/>
          </a:xfrm>
          <a:prstGeom xmlns:a="http://schemas.openxmlformats.org/drawingml/2006/main" prst="line">
            <a:avLst/>
          </a:prstGeom>
          <a:noFill xmlns:a="http://schemas.openxmlformats.org/drawingml/2006/main"/>
          <a:ln xmlns:a="http://schemas.openxmlformats.org/drawingml/2006/main" w="38100">
            <a:solidFill>
              <a:srgbClr val="168F89"/>
            </a:solidFill>
            <a:prstDash val="solid"/>
          </a:ln>
        </p:spPr>
      </p:sp>
      <p:sp>
        <p:nvSpPr>
          <p:cNvPr id="3" name="">
            <a:extLst xmlns:a="http://schemas.openxmlformats.org/drawingml/2006/main">
              <a:ext uri="{FF2B5EF4-FFF2-40B4-BE49-F238E27FC236}">
                <a16:creationId xmlns:a16="http://schemas.microsoft.com/office/drawing/2014/main" id="{EA2BC8D6-3414-40C2-BD92-C68FAEBA8B80}"/>
              </a:ext>
            </a:extLst>
          </p:cNvPr>
          <p:cNvSpPr>
            <a:spLocks xmlns:a="http://schemas.openxmlformats.org/drawingml/2006/main" noGrp="1"/>
          </p:cNvSpPr>
          <p:nvPr/>
        </p:nvSpPr>
        <p:spPr>
          <a:xfrm xmlns:a="http://schemas.openxmlformats.org/drawingml/2006/main">
            <a:off x="457200" y="981075"/>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63" b="0" i="0">
                <a:solidFill>
                  <a:srgbClr val="526B73"/>
                </a:solidFill>
                <a:latin typeface="Calibri"/>
                <a:ea typeface="Calibri"/>
                <a:cs typeface="Calibri"/>
              </a:defRPr>
            </a:defPPr>
            <a:lvl1pPr algn="l">
              <a:buNone/>
              <a:defRPr sz="1125" b="0" i="0">
                <a:solidFill>
                  <a:srgbClr val="647781"/>
                </a:solidFill>
                <a:latin typeface="Calibri"/>
                <a:ea typeface="Calibri"/>
                <a:cs typeface="Calibri"/>
              </a:defRPr>
            </a:lvl1pPr>
            <a:lvl2pPr algn="l">
              <a:buNone/>
              <a:defRPr sz="1125" b="0" i="0">
                <a:solidFill>
                  <a:srgbClr val="647781"/>
                </a:solidFill>
                <a:latin typeface="Calibri"/>
                <a:ea typeface="Calibri"/>
                <a:cs typeface="Calibri"/>
              </a:defRPr>
            </a:lvl2pPr>
            <a:lvl3pPr algn="l">
              <a:buNone/>
              <a:defRPr sz="1125" b="0" i="0">
                <a:solidFill>
                  <a:srgbClr val="647781"/>
                </a:solidFill>
                <a:latin typeface="Calibri"/>
                <a:ea typeface="Calibri"/>
                <a:cs typeface="Calibri"/>
              </a:defRPr>
            </a:lvl3pPr>
            <a:lvl4pPr algn="l">
              <a:buNone/>
              <a:defRPr sz="1125" b="0" i="0">
                <a:solidFill>
                  <a:srgbClr val="647781"/>
                </a:solidFill>
                <a:latin typeface="Calibri"/>
                <a:ea typeface="Calibri"/>
                <a:cs typeface="Calibri"/>
              </a:defRPr>
            </a:lvl4pPr>
            <a:lvl5pPr algn="l">
              <a:buNone/>
              <a:defRPr sz="1125" b="0" i="0">
                <a:solidFill>
                  <a:srgbClr val="647781"/>
                </a:solidFill>
                <a:latin typeface="Calibri"/>
                <a:ea typeface="Calibri"/>
                <a:cs typeface="Calibri"/>
              </a:defRPr>
            </a:lvl5pPr>
            <a:lvl6pPr algn="l">
              <a:buNone/>
              <a:defRPr sz="1125" b="0" i="0">
                <a:solidFill>
                  <a:srgbClr val="647781"/>
                </a:solidFill>
                <a:latin typeface="Calibri"/>
                <a:ea typeface="Calibri"/>
                <a:cs typeface="Calibri"/>
              </a:defRPr>
            </a:lvl6pPr>
            <a:lvl7pPr algn="l">
              <a:buNone/>
              <a:defRPr sz="1125" b="0" i="0">
                <a:solidFill>
                  <a:srgbClr val="647781"/>
                </a:solidFill>
                <a:latin typeface="Calibri"/>
                <a:ea typeface="Calibri"/>
                <a:cs typeface="Calibri"/>
              </a:defRPr>
            </a:lvl7pPr>
            <a:lvl8pPr algn="l">
              <a:buNone/>
              <a:defRPr sz="1125" b="0" i="0">
                <a:solidFill>
                  <a:srgbClr val="647781"/>
                </a:solidFill>
                <a:latin typeface="Calibri"/>
                <a:ea typeface="Calibri"/>
                <a:cs typeface="Calibri"/>
              </a:defRPr>
            </a:lvl8pPr>
            <a:lvl9pPr algn="l">
              <a:buNone/>
              <a:defRPr sz="1125" b="0" i="0">
                <a:solidFill>
                  <a:srgbClr val="647781"/>
                </a:solidFill>
                <a:latin typeface="Calibri"/>
                <a:ea typeface="Calibri"/>
                <a:cs typeface="Calibri"/>
              </a:defRPr>
            </a:lvl9pPr>
          </a:lstStyle>
          <a:p xmlns:a="http://schemas.openxmlformats.org/drawingml/2006/main">
            <a:pPr algn="l">
              <a:lnSpc>
                <a:spcPct val="108000"/>
              </a:lnSpc>
              <a:buNone/>
              <a:defRPr sz="1125" b="0" i="0">
                <a:solidFill>
                  <a:srgbClr val="647781"/>
                </a:solidFill>
                <a:latin typeface="Calibri"/>
                <a:ea typeface="Calibri"/>
                <a:cs typeface="Calibri"/>
              </a:defRPr>
            </a:pPr>
            <a:r>
              <a:rPr sz="1163" b="0" i="0">
                <a:solidFill>
                  <a:srgbClr val="526B73"/>
                </a:solidFill>
                <a:latin typeface="Calibri"/>
                <a:ea typeface="Calibri"/>
                <a:cs typeface="Calibri"/>
              </a:rPr>
              <a:t>A synthetic-data prototype for clinician review of cardiac context and incoming telemetry.</a:t>
            </a:r>
          </a:p>
        </p:txBody>
      </p:sp>
      <p:sp>
        <p:nvSpPr>
          <p:cNvPr id="4" name="">
            <a:extLst xmlns:a="http://schemas.openxmlformats.org/drawingml/2006/main">
              <a:ext uri="{FF2B5EF4-FFF2-40B4-BE49-F238E27FC236}">
                <a16:creationId xmlns:a16="http://schemas.microsoft.com/office/drawing/2014/main" id="{F37DA405-2EE3-4824-A94C-0F32E02890F1}"/>
              </a:ext>
            </a:extLst>
          </p:cNvPr>
          <p:cNvSpPr>
            <a:spLocks xmlns:a="http://schemas.openxmlformats.org/drawingml/2006/main" noGrp="1"/>
          </p:cNvSpPr>
          <p:nvPr/>
        </p:nvSpPr>
        <p:spPr>
          <a:xfrm xmlns:a="http://schemas.openxmlformats.org/drawingml/2006/main" flipH="0" flipV="0">
            <a:off x="457200" y="5029200"/>
            <a:ext cx="6562725" cy="4763"/>
          </a:xfrm>
          <a:prstGeom xmlns:a="http://schemas.openxmlformats.org/drawingml/2006/main" prst="line">
            <a:avLst/>
          </a:prstGeom>
          <a:noFill xmlns:a="http://schemas.openxmlformats.org/drawingml/2006/main"/>
          <a:ln xmlns:a="http://schemas.openxmlformats.org/drawingml/2006/main" w="9525">
            <a:solidFill>
              <a:srgbClr val="D6E3E2"/>
            </a:solidFill>
            <a:prstDash val="solid"/>
          </a:ln>
        </p:spPr>
      </p:sp>
      <p:sp>
        <p:nvSpPr>
          <p:cNvPr id="5" name="">
            <a:extLst xmlns:a="http://schemas.openxmlformats.org/drawingml/2006/main">
              <a:ext uri="{FF2B5EF4-FFF2-40B4-BE49-F238E27FC236}">
                <a16:creationId xmlns:a16="http://schemas.microsoft.com/office/drawing/2014/main" id="{180AF8F9-8D37-4EEF-8BD0-DD8B748EBFB5}"/>
              </a:ext>
            </a:extLst>
          </p:cNvPr>
          <p:cNvSpPr>
            <a:spLocks xmlns:a="http://schemas.openxmlformats.org/drawingml/2006/main" noGrp="1"/>
          </p:cNvSpPr>
          <p:nvPr/>
        </p:nvSpPr>
        <p:spPr>
          <a:xfrm xmlns:a="http://schemas.openxmlformats.org/drawingml/2006/main">
            <a:off x="457200" y="5105400"/>
            <a:ext cx="2476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13" b="1" i="0">
                <a:solidFill>
                  <a:srgbClr val="486975"/>
                </a:solidFill>
                <a:latin typeface="Calibri"/>
                <a:ea typeface="Calibri"/>
                <a:cs typeface="Calibri"/>
              </a:defRPr>
            </a:defPPr>
            <a:lvl1pPr algn="l">
              <a:buNone/>
              <a:defRPr sz="788" b="1" i="0">
                <a:solidFill>
                  <a:srgbClr val="647781"/>
                </a:solidFill>
                <a:latin typeface="Calibri"/>
                <a:ea typeface="Calibri"/>
                <a:cs typeface="Calibri"/>
              </a:defRPr>
            </a:lvl1pPr>
            <a:lvl2pPr algn="l">
              <a:buNone/>
              <a:defRPr sz="788" b="1" i="0">
                <a:solidFill>
                  <a:srgbClr val="647781"/>
                </a:solidFill>
                <a:latin typeface="Calibri"/>
                <a:ea typeface="Calibri"/>
                <a:cs typeface="Calibri"/>
              </a:defRPr>
            </a:lvl2pPr>
            <a:lvl3pPr algn="l">
              <a:buNone/>
              <a:defRPr sz="788" b="1" i="0">
                <a:solidFill>
                  <a:srgbClr val="647781"/>
                </a:solidFill>
                <a:latin typeface="Calibri"/>
                <a:ea typeface="Calibri"/>
                <a:cs typeface="Calibri"/>
              </a:defRPr>
            </a:lvl3pPr>
            <a:lvl4pPr algn="l">
              <a:buNone/>
              <a:defRPr sz="788" b="1" i="0">
                <a:solidFill>
                  <a:srgbClr val="647781"/>
                </a:solidFill>
                <a:latin typeface="Calibri"/>
                <a:ea typeface="Calibri"/>
                <a:cs typeface="Calibri"/>
              </a:defRPr>
            </a:lvl4pPr>
            <a:lvl5pPr algn="l">
              <a:buNone/>
              <a:defRPr sz="788" b="1" i="0">
                <a:solidFill>
                  <a:srgbClr val="647781"/>
                </a:solidFill>
                <a:latin typeface="Calibri"/>
                <a:ea typeface="Calibri"/>
                <a:cs typeface="Calibri"/>
              </a:defRPr>
            </a:lvl5pPr>
            <a:lvl6pPr algn="l">
              <a:buNone/>
              <a:defRPr sz="788" b="1" i="0">
                <a:solidFill>
                  <a:srgbClr val="647781"/>
                </a:solidFill>
                <a:latin typeface="Calibri"/>
                <a:ea typeface="Calibri"/>
                <a:cs typeface="Calibri"/>
              </a:defRPr>
            </a:lvl6pPr>
            <a:lvl7pPr algn="l">
              <a:buNone/>
              <a:defRPr sz="788" b="1" i="0">
                <a:solidFill>
                  <a:srgbClr val="647781"/>
                </a:solidFill>
                <a:latin typeface="Calibri"/>
                <a:ea typeface="Calibri"/>
                <a:cs typeface="Calibri"/>
              </a:defRPr>
            </a:lvl7pPr>
            <a:lvl8pPr algn="l">
              <a:buNone/>
              <a:defRPr sz="788" b="1" i="0">
                <a:solidFill>
                  <a:srgbClr val="647781"/>
                </a:solidFill>
                <a:latin typeface="Calibri"/>
                <a:ea typeface="Calibri"/>
                <a:cs typeface="Calibri"/>
              </a:defRPr>
            </a:lvl8pPr>
            <a:lvl9pPr algn="l">
              <a:buNone/>
              <a:defRPr sz="788" b="1" i="0">
                <a:solidFill>
                  <a:srgbClr val="647781"/>
                </a:solidFill>
                <a:latin typeface="Calibri"/>
                <a:ea typeface="Calibri"/>
                <a:cs typeface="Calibri"/>
              </a:defRPr>
            </a:lvl9pPr>
          </a:lstStyle>
          <a:p xmlns:a="http://schemas.openxmlformats.org/drawingml/2006/main">
            <a:pPr algn="l">
              <a:lnSpc>
                <a:spcPct val="108000"/>
              </a:lnSpc>
              <a:buNone/>
              <a:defRPr sz="788" b="1" i="0">
                <a:solidFill>
                  <a:srgbClr val="647781"/>
                </a:solidFill>
                <a:latin typeface="Calibri"/>
                <a:ea typeface="Calibri"/>
                <a:cs typeface="Calibri"/>
              </a:defRPr>
            </a:pPr>
            <a:r>
              <a:rPr sz="713" b="1" i="0">
                <a:solidFill>
                  <a:srgbClr val="486975"/>
                </a:solidFill>
                <a:latin typeface="Calibri"/>
                <a:ea typeface="Calibri"/>
                <a:cs typeface="Calibri"/>
              </a:rPr>
              <a:t>SADHYA  ·  CARDIOTWIN</a:t>
            </a:r>
          </a:p>
        </p:txBody>
      </p:sp>
      <p:sp>
        <p:nvSpPr>
          <p:cNvPr id="6" name="">
            <a:extLst xmlns:a="http://schemas.openxmlformats.org/drawingml/2006/main">
              <a:ext uri="{FF2B5EF4-FFF2-40B4-BE49-F238E27FC236}">
                <a16:creationId xmlns:a16="http://schemas.microsoft.com/office/drawing/2014/main" id="{A0C56D11-A022-47E8-8F72-DBBEDD250AEA}"/>
              </a:ext>
            </a:extLst>
          </p:cNvPr>
          <p:cNvSpPr>
            <a:spLocks xmlns:a="http://schemas.openxmlformats.org/drawingml/2006/main" noGrp="1"/>
          </p:cNvSpPr>
          <p:nvPr/>
        </p:nvSpPr>
        <p:spPr>
          <a:xfrm xmlns:a="http://schemas.openxmlformats.org/drawingml/2006/main">
            <a:off x="6724650" y="5105400"/>
            <a:ext cx="2952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750" b="1" i="0">
                <a:solidFill>
                  <a:srgbClr val="168D89"/>
                </a:solidFill>
                <a:latin typeface="Calibri"/>
                <a:ea typeface="Calibri"/>
                <a:cs typeface="Calibri"/>
              </a:defRPr>
            </a:defPPr>
            <a:lvl1pPr algn="r">
              <a:buNone/>
              <a:defRPr sz="788" b="0" i="0">
                <a:solidFill>
                  <a:srgbClr val="647781"/>
                </a:solidFill>
                <a:latin typeface="Calibri"/>
                <a:ea typeface="Calibri"/>
                <a:cs typeface="Calibri"/>
              </a:defRPr>
            </a:lvl1pPr>
            <a:lvl2pPr algn="r">
              <a:buNone/>
              <a:defRPr sz="788" b="0" i="0">
                <a:solidFill>
                  <a:srgbClr val="647781"/>
                </a:solidFill>
                <a:latin typeface="Calibri"/>
                <a:ea typeface="Calibri"/>
                <a:cs typeface="Calibri"/>
              </a:defRPr>
            </a:lvl2pPr>
            <a:lvl3pPr algn="r">
              <a:buNone/>
              <a:defRPr sz="788" b="0" i="0">
                <a:solidFill>
                  <a:srgbClr val="647781"/>
                </a:solidFill>
                <a:latin typeface="Calibri"/>
                <a:ea typeface="Calibri"/>
                <a:cs typeface="Calibri"/>
              </a:defRPr>
            </a:lvl3pPr>
            <a:lvl4pPr algn="r">
              <a:buNone/>
              <a:defRPr sz="788" b="0" i="0">
                <a:solidFill>
                  <a:srgbClr val="647781"/>
                </a:solidFill>
                <a:latin typeface="Calibri"/>
                <a:ea typeface="Calibri"/>
                <a:cs typeface="Calibri"/>
              </a:defRPr>
            </a:lvl4pPr>
            <a:lvl5pPr algn="r">
              <a:buNone/>
              <a:defRPr sz="788" b="0" i="0">
                <a:solidFill>
                  <a:srgbClr val="647781"/>
                </a:solidFill>
                <a:latin typeface="Calibri"/>
                <a:ea typeface="Calibri"/>
                <a:cs typeface="Calibri"/>
              </a:defRPr>
            </a:lvl5pPr>
            <a:lvl6pPr algn="r">
              <a:buNone/>
              <a:defRPr sz="788" b="0" i="0">
                <a:solidFill>
                  <a:srgbClr val="647781"/>
                </a:solidFill>
                <a:latin typeface="Calibri"/>
                <a:ea typeface="Calibri"/>
                <a:cs typeface="Calibri"/>
              </a:defRPr>
            </a:lvl6pPr>
            <a:lvl7pPr algn="r">
              <a:buNone/>
              <a:defRPr sz="788" b="0" i="0">
                <a:solidFill>
                  <a:srgbClr val="647781"/>
                </a:solidFill>
                <a:latin typeface="Calibri"/>
                <a:ea typeface="Calibri"/>
                <a:cs typeface="Calibri"/>
              </a:defRPr>
            </a:lvl7pPr>
            <a:lvl8pPr algn="r">
              <a:buNone/>
              <a:defRPr sz="788" b="0" i="0">
                <a:solidFill>
                  <a:srgbClr val="647781"/>
                </a:solidFill>
                <a:latin typeface="Calibri"/>
                <a:ea typeface="Calibri"/>
                <a:cs typeface="Calibri"/>
              </a:defRPr>
            </a:lvl8pPr>
            <a:lvl9pPr algn="r">
              <a:buNone/>
              <a:defRPr sz="788" b="0" i="0">
                <a:solidFill>
                  <a:srgbClr val="647781"/>
                </a:solidFill>
                <a:latin typeface="Calibri"/>
                <a:ea typeface="Calibri"/>
                <a:cs typeface="Calibri"/>
              </a:defRPr>
            </a:lvl9pPr>
          </a:lstStyle>
          <a:p xmlns:a="http://schemas.openxmlformats.org/drawingml/2006/main">
            <a:pPr algn="r">
              <a:lnSpc>
                <a:spcPct val="108000"/>
              </a:lnSpc>
              <a:buNone/>
              <a:defRPr sz="788" b="0" i="0">
                <a:solidFill>
                  <a:srgbClr val="647781"/>
                </a:solidFill>
                <a:latin typeface="Calibri"/>
                <a:ea typeface="Calibri"/>
                <a:cs typeface="Calibri"/>
              </a:defRPr>
            </a:pPr>
            <a:r>
              <a:rPr sz="750" b="1" i="0">
                <a:solidFill>
                  <a:srgbClr val="168D89"/>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DE3DD17-7472-4C55-8262-96457EE3857A}"/>
              </a:ext>
            </a:extLst>
          </p:cNvPr>
          <p:cNvSpPr>
            <a:spLocks xmlns:a="http://schemas.openxmlformats.org/drawingml/2006/main" noGrp="1"/>
          </p:cNvSpPr>
          <p:nvPr/>
        </p:nvSpPr>
        <p:spPr>
          <a:xfrm xmlns:a="http://schemas.openxmlformats.org/drawingml/2006/main">
            <a:off x="514350" y="1638300"/>
            <a:ext cx="24574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356"/>
          </a:bodyPr>
          <a:lstStyle xmlns:a="http://schemas.openxmlformats.org/drawingml/2006/main">
            <a:defPPr algn="l">
              <a:defRPr sz="2550" b="1" i="0">
                <a:solidFill>
                  <a:srgbClr val="123F50"/>
                </a:solidFill>
                <a:latin typeface="Calibri Light"/>
                <a:ea typeface="Calibri Light"/>
                <a:cs typeface="Calibri Light"/>
              </a:defRPr>
            </a:defPPr>
            <a:lvl1pPr algn="l">
              <a:buNone/>
              <a:defRPr sz="2550" b="1" i="0">
                <a:solidFill>
                  <a:srgbClr val="123F50"/>
                </a:solidFill>
                <a:latin typeface="Calibri Light"/>
                <a:ea typeface="Calibri Light"/>
                <a:cs typeface="Calibri Light"/>
              </a:defRPr>
            </a:lvl1pPr>
            <a:lvl2pPr algn="l">
              <a:buNone/>
              <a:defRPr sz="2550" b="1" i="0">
                <a:solidFill>
                  <a:srgbClr val="123F50"/>
                </a:solidFill>
                <a:latin typeface="Calibri Light"/>
                <a:ea typeface="Calibri Light"/>
                <a:cs typeface="Calibri Light"/>
              </a:defRPr>
            </a:lvl2pPr>
            <a:lvl3pPr algn="l">
              <a:buNone/>
              <a:defRPr sz="2550" b="1" i="0">
                <a:solidFill>
                  <a:srgbClr val="123F50"/>
                </a:solidFill>
                <a:latin typeface="Calibri Light"/>
                <a:ea typeface="Calibri Light"/>
                <a:cs typeface="Calibri Light"/>
              </a:defRPr>
            </a:lvl3pPr>
            <a:lvl4pPr algn="l">
              <a:buNone/>
              <a:defRPr sz="2550" b="1" i="0">
                <a:solidFill>
                  <a:srgbClr val="123F50"/>
                </a:solidFill>
                <a:latin typeface="Calibri Light"/>
                <a:ea typeface="Calibri Light"/>
                <a:cs typeface="Calibri Light"/>
              </a:defRPr>
            </a:lvl4pPr>
            <a:lvl5pPr algn="l">
              <a:buNone/>
              <a:defRPr sz="2550" b="1" i="0">
                <a:solidFill>
                  <a:srgbClr val="123F50"/>
                </a:solidFill>
                <a:latin typeface="Calibri Light"/>
                <a:ea typeface="Calibri Light"/>
                <a:cs typeface="Calibri Light"/>
              </a:defRPr>
            </a:lvl5pPr>
            <a:lvl6pPr algn="l">
              <a:buNone/>
              <a:defRPr sz="2550" b="1" i="0">
                <a:solidFill>
                  <a:srgbClr val="123F50"/>
                </a:solidFill>
                <a:latin typeface="Calibri Light"/>
                <a:ea typeface="Calibri Light"/>
                <a:cs typeface="Calibri Light"/>
              </a:defRPr>
            </a:lvl6pPr>
            <a:lvl7pPr algn="l">
              <a:buNone/>
              <a:defRPr sz="2550" b="1" i="0">
                <a:solidFill>
                  <a:srgbClr val="123F50"/>
                </a:solidFill>
                <a:latin typeface="Calibri Light"/>
                <a:ea typeface="Calibri Light"/>
                <a:cs typeface="Calibri Light"/>
              </a:defRPr>
            </a:lvl7pPr>
            <a:lvl8pPr algn="l">
              <a:buNone/>
              <a:defRPr sz="2550" b="1" i="0">
                <a:solidFill>
                  <a:srgbClr val="123F50"/>
                </a:solidFill>
                <a:latin typeface="Calibri Light"/>
                <a:ea typeface="Calibri Light"/>
                <a:cs typeface="Calibri Light"/>
              </a:defRPr>
            </a:lvl8pPr>
            <a:lvl9pPr algn="l">
              <a:buNone/>
              <a:defRPr sz="2550" b="1" i="0">
                <a:solidFill>
                  <a:srgbClr val="123F50"/>
                </a:solidFill>
                <a:latin typeface="Calibri Light"/>
                <a:ea typeface="Calibri Light"/>
                <a:cs typeface="Calibri Light"/>
              </a:defRPr>
            </a:lvl9pPr>
          </a:lstStyle>
          <a:p xmlns:a="http://schemas.openxmlformats.org/drawingml/2006/main">
            <a:pPr algn="l">
              <a:lnSpc>
                <a:spcPct val="103000"/>
              </a:lnSpc>
              <a:buNone/>
              <a:defRPr sz="2550" b="1" i="0">
                <a:solidFill>
                  <a:srgbClr val="123F50"/>
                </a:solidFill>
                <a:latin typeface="Calibri Light"/>
                <a:ea typeface="Calibri Light"/>
                <a:cs typeface="Calibri Light"/>
              </a:defRPr>
            </a:pPr>
            <a:r>
              <a:rPr sz="2550" b="1" i="0">
                <a:solidFill>
                  <a:srgbClr val="123F50"/>
                </a:solidFill>
                <a:latin typeface="Calibri Light"/>
                <a:ea typeface="Calibri Light"/>
                <a:cs typeface="Calibri Light"/>
              </a:rPr>
              <a:t>One patient view</a:t>
            </a:r>
          </a:p>
          <a:p xmlns:a="http://schemas.openxmlformats.org/drawingml/2006/main">
            <a:pPr algn="l">
              <a:lnSpc>
                <a:spcPct val="103000"/>
              </a:lnSpc>
              <a:buNone/>
              <a:defRPr sz="2550" b="1" i="0">
                <a:solidFill>
                  <a:srgbClr val="123F50"/>
                </a:solidFill>
                <a:latin typeface="Calibri Light"/>
                <a:ea typeface="Calibri Light"/>
                <a:cs typeface="Calibri Light"/>
              </a:defRPr>
            </a:pPr>
            <a:r>
              <a:rPr sz="2550" b="1" i="0">
                <a:solidFill>
                  <a:srgbClr val="123F50"/>
                </a:solidFill>
                <a:latin typeface="Calibri Light"/>
                <a:ea typeface="Calibri Light"/>
                <a:cs typeface="Calibri Light"/>
              </a:rPr>
              <a:t>from two data streams</a:t>
            </a:r>
          </a:p>
        </p:txBody>
      </p:sp>
      <p:sp>
        <p:nvSpPr>
          <p:cNvPr id="8" name="">
            <a:extLst xmlns:a="http://schemas.openxmlformats.org/drawingml/2006/main">
              <a:ext uri="{FF2B5EF4-FFF2-40B4-BE49-F238E27FC236}">
                <a16:creationId xmlns:a16="http://schemas.microsoft.com/office/drawing/2014/main" id="{93EA7D53-59CF-4B1D-AF09-53F8F4AC643F}"/>
              </a:ext>
            </a:extLst>
          </p:cNvPr>
          <p:cNvSpPr>
            <a:spLocks xmlns:a="http://schemas.openxmlformats.org/drawingml/2006/main" noGrp="1"/>
          </p:cNvSpPr>
          <p:nvPr/>
        </p:nvSpPr>
        <p:spPr>
          <a:xfrm xmlns:a="http://schemas.openxmlformats.org/drawingml/2006/main">
            <a:off x="514350" y="2952750"/>
            <a:ext cx="26289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7975"/>
          </a:bodyPr>
          <a:lstStyle xmlns:a="http://schemas.openxmlformats.org/drawingml/2006/main">
            <a:defPPr algn="l">
              <a:defRPr sz="1350" b="0" i="0">
                <a:solidFill>
                  <a:srgbClr val="263C45"/>
                </a:solidFill>
                <a:latin typeface="Calibri"/>
                <a:ea typeface="Calibri"/>
                <a:cs typeface="Calibri"/>
              </a:defRPr>
            </a:defPPr>
            <a:lvl1pPr algn="l">
              <a:buNone/>
              <a:defRPr sz="1350" b="0" i="0">
                <a:solidFill>
                  <a:srgbClr val="263C45"/>
                </a:solidFill>
                <a:latin typeface="Calibri"/>
                <a:ea typeface="Calibri"/>
                <a:cs typeface="Calibri"/>
              </a:defRPr>
            </a:lvl1pPr>
            <a:lvl2pPr algn="l">
              <a:buNone/>
              <a:defRPr sz="1350" b="0" i="0">
                <a:solidFill>
                  <a:srgbClr val="263C45"/>
                </a:solidFill>
                <a:latin typeface="Calibri"/>
                <a:ea typeface="Calibri"/>
                <a:cs typeface="Calibri"/>
              </a:defRPr>
            </a:lvl2pPr>
            <a:lvl3pPr algn="l">
              <a:buNone/>
              <a:defRPr sz="1350" b="0" i="0">
                <a:solidFill>
                  <a:srgbClr val="263C45"/>
                </a:solidFill>
                <a:latin typeface="Calibri"/>
                <a:ea typeface="Calibri"/>
                <a:cs typeface="Calibri"/>
              </a:defRPr>
            </a:lvl3pPr>
            <a:lvl4pPr algn="l">
              <a:buNone/>
              <a:defRPr sz="1350" b="0" i="0">
                <a:solidFill>
                  <a:srgbClr val="263C45"/>
                </a:solidFill>
                <a:latin typeface="Calibri"/>
                <a:ea typeface="Calibri"/>
                <a:cs typeface="Calibri"/>
              </a:defRPr>
            </a:lvl4pPr>
            <a:lvl5pPr algn="l">
              <a:buNone/>
              <a:defRPr sz="1350" b="0" i="0">
                <a:solidFill>
                  <a:srgbClr val="263C45"/>
                </a:solidFill>
                <a:latin typeface="Calibri"/>
                <a:ea typeface="Calibri"/>
                <a:cs typeface="Calibri"/>
              </a:defRPr>
            </a:lvl5pPr>
            <a:lvl6pPr algn="l">
              <a:buNone/>
              <a:defRPr sz="1350" b="0" i="0">
                <a:solidFill>
                  <a:srgbClr val="263C45"/>
                </a:solidFill>
                <a:latin typeface="Calibri"/>
                <a:ea typeface="Calibri"/>
                <a:cs typeface="Calibri"/>
              </a:defRPr>
            </a:lvl6pPr>
            <a:lvl7pPr algn="l">
              <a:buNone/>
              <a:defRPr sz="1350" b="0" i="0">
                <a:solidFill>
                  <a:srgbClr val="263C45"/>
                </a:solidFill>
                <a:latin typeface="Calibri"/>
                <a:ea typeface="Calibri"/>
                <a:cs typeface="Calibri"/>
              </a:defRPr>
            </a:lvl7pPr>
            <a:lvl8pPr algn="l">
              <a:buNone/>
              <a:defRPr sz="1350" b="0" i="0">
                <a:solidFill>
                  <a:srgbClr val="263C45"/>
                </a:solidFill>
                <a:latin typeface="Calibri"/>
                <a:ea typeface="Calibri"/>
                <a:cs typeface="Calibri"/>
              </a:defRPr>
            </a:lvl8pPr>
            <a:lvl9pPr algn="l">
              <a:buNone/>
              <a:defRPr sz="1350" b="0" i="0">
                <a:solidFill>
                  <a:srgbClr val="263C45"/>
                </a:solidFill>
                <a:latin typeface="Calibri"/>
                <a:ea typeface="Calibri"/>
                <a:cs typeface="Calibri"/>
              </a:defRPr>
            </a:lvl9pPr>
          </a:lstStyle>
          <a:p xmlns:a="http://schemas.openxmlformats.org/drawingml/2006/main">
            <a:pPr algn="l">
              <a:lnSpc>
                <a:spcPct val="116000"/>
              </a:lnSpc>
              <a:buNone/>
              <a:defRPr sz="1350" b="0" i="0">
                <a:solidFill>
                  <a:srgbClr val="263C45"/>
                </a:solidFill>
                <a:latin typeface="Calibri"/>
                <a:ea typeface="Calibri"/>
                <a:cs typeface="Calibri"/>
              </a:defRPr>
            </a:pPr>
            <a:r>
              <a:rPr sz="1350" b="0" i="0">
                <a:solidFill>
                  <a:srgbClr val="263C45"/>
                </a:solidFill>
                <a:latin typeface="Calibri"/>
                <a:ea typeface="Calibri"/>
                <a:cs typeface="Calibri"/>
              </a:rPr>
              <a:t>CardioTwin combines a synthetic EHR profile with simulated wearable readings, then presents rule-based cardiac indicators in a clinician dashboard and patient app.</a:t>
            </a:r>
          </a:p>
        </p:txBody>
      </p:sp>
      <p:sp>
        <p:nvSpPr>
          <p:cNvPr id="9" name="">
            <a:extLst xmlns:a="http://schemas.openxmlformats.org/drawingml/2006/main">
              <a:ext uri="{FF2B5EF4-FFF2-40B4-BE49-F238E27FC236}">
                <a16:creationId xmlns:a16="http://schemas.microsoft.com/office/drawing/2014/main" id="{3457BBDF-8D26-4E2F-9F57-96BD3AD85748}"/>
              </a:ext>
            </a:extLst>
          </p:cNvPr>
          <p:cNvSpPr>
            <a:spLocks xmlns:a="http://schemas.openxmlformats.org/drawingml/2006/main" noGrp="1"/>
          </p:cNvSpPr>
          <p:nvPr/>
        </p:nvSpPr>
        <p:spPr>
          <a:xfrm xmlns:a="http://schemas.openxmlformats.org/drawingml/2006/main">
            <a:off x="3476625" y="1571625"/>
            <a:ext cx="1381125" cy="685800"/>
          </a:xfrm>
          <a:prstGeom xmlns:a="http://schemas.openxmlformats.org/drawingml/2006/main" prst="roundRect">
            <a:avLst>
              <a:gd name="adj" fmla="val 11111"/>
            </a:avLst>
          </a:prstGeom>
          <a:solidFill xmlns:a="http://schemas.openxmlformats.org/drawingml/2006/main">
            <a:srgbClr val="E8F3F4"/>
          </a:solidFill>
          <a:ln xmlns:a="http://schemas.openxmlformats.org/drawingml/2006/main" w="11430">
            <a:solidFill>
              <a:srgbClr val="BBD7D8"/>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200" b="1">
                <a:solidFill>
                  <a:srgbClr val="263C45"/>
                </a:solidFill>
                <a:latin typeface="Calibri"/>
                <a:ea typeface="Calibri"/>
                <a:cs typeface="Calibri"/>
              </a:defRPr>
            </a:defPPr>
            <a:lvl1pPr algn="ctr">
              <a:buNone/>
              <a:defRPr sz="1200" b="1">
                <a:solidFill>
                  <a:srgbClr val="263C45"/>
                </a:solidFill>
                <a:latin typeface="Calibri"/>
                <a:ea typeface="Calibri"/>
                <a:cs typeface="Calibri"/>
              </a:defRPr>
            </a:lvl1pPr>
            <a:lvl2pPr algn="ctr">
              <a:buNone/>
              <a:defRPr sz="1200" b="1">
                <a:solidFill>
                  <a:srgbClr val="263C45"/>
                </a:solidFill>
                <a:latin typeface="Calibri"/>
                <a:ea typeface="Calibri"/>
                <a:cs typeface="Calibri"/>
              </a:defRPr>
            </a:lvl2pPr>
            <a:lvl3pPr algn="ctr">
              <a:buNone/>
              <a:defRPr sz="1200" b="1">
                <a:solidFill>
                  <a:srgbClr val="263C45"/>
                </a:solidFill>
                <a:latin typeface="Calibri"/>
                <a:ea typeface="Calibri"/>
                <a:cs typeface="Calibri"/>
              </a:defRPr>
            </a:lvl3pPr>
            <a:lvl4pPr algn="ctr">
              <a:buNone/>
              <a:defRPr sz="1200" b="1">
                <a:solidFill>
                  <a:srgbClr val="263C45"/>
                </a:solidFill>
                <a:latin typeface="Calibri"/>
                <a:ea typeface="Calibri"/>
                <a:cs typeface="Calibri"/>
              </a:defRPr>
            </a:lvl4pPr>
            <a:lvl5pPr algn="ctr">
              <a:buNone/>
              <a:defRPr sz="1200" b="1">
                <a:solidFill>
                  <a:srgbClr val="263C45"/>
                </a:solidFill>
                <a:latin typeface="Calibri"/>
                <a:ea typeface="Calibri"/>
                <a:cs typeface="Calibri"/>
              </a:defRPr>
            </a:lvl5pPr>
            <a:lvl6pPr algn="ctr">
              <a:buNone/>
              <a:defRPr sz="1200" b="1">
                <a:solidFill>
                  <a:srgbClr val="263C45"/>
                </a:solidFill>
                <a:latin typeface="Calibri"/>
                <a:ea typeface="Calibri"/>
                <a:cs typeface="Calibri"/>
              </a:defRPr>
            </a:lvl6pPr>
            <a:lvl7pPr algn="ctr">
              <a:buNone/>
              <a:defRPr sz="1200" b="1">
                <a:solidFill>
                  <a:srgbClr val="263C45"/>
                </a:solidFill>
                <a:latin typeface="Calibri"/>
                <a:ea typeface="Calibri"/>
                <a:cs typeface="Calibri"/>
              </a:defRPr>
            </a:lvl7pPr>
            <a:lvl8pPr algn="ctr">
              <a:buNone/>
              <a:defRPr sz="1200" b="1">
                <a:solidFill>
                  <a:srgbClr val="263C45"/>
                </a:solidFill>
                <a:latin typeface="Calibri"/>
                <a:ea typeface="Calibri"/>
                <a:cs typeface="Calibri"/>
              </a:defRPr>
            </a:lvl8pPr>
            <a:lvl9pPr algn="ctr">
              <a:buNone/>
              <a:defRPr sz="1200" b="1">
                <a:solidFill>
                  <a:srgbClr val="263C45"/>
                </a:solidFill>
                <a:latin typeface="Calibri"/>
                <a:ea typeface="Calibri"/>
                <a:cs typeface="Calibri"/>
              </a:defRPr>
            </a:lvl9pPr>
          </a:lstStyle>
          <a:p xmlns:a="http://schemas.openxmlformats.org/drawingml/2006/main">
            <a:pPr algn="ctr">
              <a:buNone/>
              <a:defRPr sz="1200" b="1">
                <a:solidFill>
                  <a:srgbClr val="263C45"/>
                </a:solidFill>
                <a:latin typeface="Calibri"/>
                <a:ea typeface="Calibri"/>
                <a:cs typeface="Calibri"/>
              </a:defRPr>
            </a:pPr>
            <a:r>
              <a:rPr sz="1200" b="1">
                <a:solidFill>
                  <a:srgbClr val="263C45"/>
                </a:solidFill>
                <a:latin typeface="Calibri"/>
                <a:ea typeface="Calibri"/>
                <a:cs typeface="Calibri"/>
              </a:rPr>
              <a:t>Synthetic EHR</a:t>
            </a:r>
          </a:p>
          <a:p xmlns:a="http://schemas.openxmlformats.org/drawingml/2006/main">
            <a:pPr algn="ctr">
              <a:buNone/>
              <a:defRPr sz="1200" b="1">
                <a:solidFill>
                  <a:srgbClr val="263C45"/>
                </a:solidFill>
                <a:latin typeface="Calibri"/>
                <a:ea typeface="Calibri"/>
                <a:cs typeface="Calibri"/>
              </a:defRPr>
            </a:pPr>
            <a:r>
              <a:rPr sz="1200" b="1">
                <a:solidFill>
                  <a:srgbClr val="263C45"/>
                </a:solidFill>
                <a:latin typeface="Calibri"/>
                <a:ea typeface="Calibri"/>
                <a:cs typeface="Calibri"/>
              </a:rPr>
              <a:t>patient context</a:t>
            </a:r>
          </a:p>
        </p:txBody>
      </p:sp>
      <p:sp>
        <p:nvSpPr>
          <p:cNvPr id="10" name="">
            <a:extLst xmlns:a="http://schemas.openxmlformats.org/drawingml/2006/main">
              <a:ext uri="{FF2B5EF4-FFF2-40B4-BE49-F238E27FC236}">
                <a16:creationId xmlns:a16="http://schemas.microsoft.com/office/drawing/2014/main" id="{04B51FEF-9C23-48A4-B126-39647369E459}"/>
              </a:ext>
            </a:extLst>
          </p:cNvPr>
          <p:cNvSpPr>
            <a:spLocks xmlns:a="http://schemas.openxmlformats.org/drawingml/2006/main" noGrp="1"/>
          </p:cNvSpPr>
          <p:nvPr/>
        </p:nvSpPr>
        <p:spPr>
          <a:xfrm xmlns:a="http://schemas.openxmlformats.org/drawingml/2006/main">
            <a:off x="3476625" y="2686050"/>
            <a:ext cx="1381125" cy="685800"/>
          </a:xfrm>
          <a:prstGeom xmlns:a="http://schemas.openxmlformats.org/drawingml/2006/main" prst="roundRect">
            <a:avLst>
              <a:gd name="adj" fmla="val 11111"/>
            </a:avLst>
          </a:prstGeom>
          <a:solidFill xmlns:a="http://schemas.openxmlformats.org/drawingml/2006/main">
            <a:srgbClr val="E6F4EF"/>
          </a:solidFill>
          <a:ln xmlns:a="http://schemas.openxmlformats.org/drawingml/2006/main" w="11430">
            <a:solidFill>
              <a:srgbClr val="BFDCD2"/>
            </a:solidFill>
            <a:prstDash val="solid"/>
          </a:ln>
        </p:spPr>
        <p:txBody>
          <a:bodyPr xmlns:a="http://schemas.openxmlformats.org/drawingml/2006/main" wrap="square" lIns="95250" tIns="76200" rIns="95250" bIns="76200" anchor="ctr">
            <a:normAutofit fontScale="98266"/>
          </a:bodyPr>
          <a:lstStyle xmlns:a="http://schemas.openxmlformats.org/drawingml/2006/main">
            <a:defPPr algn="ctr">
              <a:defRPr sz="1200" b="1">
                <a:solidFill>
                  <a:srgbClr val="263C45"/>
                </a:solidFill>
                <a:latin typeface="Calibri"/>
                <a:ea typeface="Calibri"/>
                <a:cs typeface="Calibri"/>
              </a:defRPr>
            </a:defPPr>
            <a:lvl1pPr algn="ctr">
              <a:buNone/>
              <a:defRPr sz="1200" b="1">
                <a:solidFill>
                  <a:srgbClr val="263C45"/>
                </a:solidFill>
                <a:latin typeface="Calibri"/>
                <a:ea typeface="Calibri"/>
                <a:cs typeface="Calibri"/>
              </a:defRPr>
            </a:lvl1pPr>
            <a:lvl2pPr algn="ctr">
              <a:buNone/>
              <a:defRPr sz="1200" b="1">
                <a:solidFill>
                  <a:srgbClr val="263C45"/>
                </a:solidFill>
                <a:latin typeface="Calibri"/>
                <a:ea typeface="Calibri"/>
                <a:cs typeface="Calibri"/>
              </a:defRPr>
            </a:lvl2pPr>
            <a:lvl3pPr algn="ctr">
              <a:buNone/>
              <a:defRPr sz="1200" b="1">
                <a:solidFill>
                  <a:srgbClr val="263C45"/>
                </a:solidFill>
                <a:latin typeface="Calibri"/>
                <a:ea typeface="Calibri"/>
                <a:cs typeface="Calibri"/>
              </a:defRPr>
            </a:lvl3pPr>
            <a:lvl4pPr algn="ctr">
              <a:buNone/>
              <a:defRPr sz="1200" b="1">
                <a:solidFill>
                  <a:srgbClr val="263C45"/>
                </a:solidFill>
                <a:latin typeface="Calibri"/>
                <a:ea typeface="Calibri"/>
                <a:cs typeface="Calibri"/>
              </a:defRPr>
            </a:lvl4pPr>
            <a:lvl5pPr algn="ctr">
              <a:buNone/>
              <a:defRPr sz="1200" b="1">
                <a:solidFill>
                  <a:srgbClr val="263C45"/>
                </a:solidFill>
                <a:latin typeface="Calibri"/>
                <a:ea typeface="Calibri"/>
                <a:cs typeface="Calibri"/>
              </a:defRPr>
            </a:lvl5pPr>
            <a:lvl6pPr algn="ctr">
              <a:buNone/>
              <a:defRPr sz="1200" b="1">
                <a:solidFill>
                  <a:srgbClr val="263C45"/>
                </a:solidFill>
                <a:latin typeface="Calibri"/>
                <a:ea typeface="Calibri"/>
                <a:cs typeface="Calibri"/>
              </a:defRPr>
            </a:lvl6pPr>
            <a:lvl7pPr algn="ctr">
              <a:buNone/>
              <a:defRPr sz="1200" b="1">
                <a:solidFill>
                  <a:srgbClr val="263C45"/>
                </a:solidFill>
                <a:latin typeface="Calibri"/>
                <a:ea typeface="Calibri"/>
                <a:cs typeface="Calibri"/>
              </a:defRPr>
            </a:lvl7pPr>
            <a:lvl8pPr algn="ctr">
              <a:buNone/>
              <a:defRPr sz="1200" b="1">
                <a:solidFill>
                  <a:srgbClr val="263C45"/>
                </a:solidFill>
                <a:latin typeface="Calibri"/>
                <a:ea typeface="Calibri"/>
                <a:cs typeface="Calibri"/>
              </a:defRPr>
            </a:lvl8pPr>
            <a:lvl9pPr algn="ctr">
              <a:buNone/>
              <a:defRPr sz="1200" b="1">
                <a:solidFill>
                  <a:srgbClr val="263C45"/>
                </a:solidFill>
                <a:latin typeface="Calibri"/>
                <a:ea typeface="Calibri"/>
                <a:cs typeface="Calibri"/>
              </a:defRPr>
            </a:lvl9pPr>
          </a:lstStyle>
          <a:p xmlns:a="http://schemas.openxmlformats.org/drawingml/2006/main">
            <a:pPr algn="ctr">
              <a:buNone/>
              <a:defRPr sz="1200" b="1">
                <a:solidFill>
                  <a:srgbClr val="263C45"/>
                </a:solidFill>
                <a:latin typeface="Calibri"/>
                <a:ea typeface="Calibri"/>
                <a:cs typeface="Calibri"/>
              </a:defRPr>
            </a:pPr>
            <a:r>
              <a:rPr sz="1200" b="1">
                <a:solidFill>
                  <a:srgbClr val="263C45"/>
                </a:solidFill>
                <a:latin typeface="Calibri"/>
                <a:ea typeface="Calibri"/>
                <a:cs typeface="Calibri"/>
              </a:rPr>
              <a:t>Simulated</a:t>
            </a:r>
          </a:p>
          <a:p xmlns:a="http://schemas.openxmlformats.org/drawingml/2006/main">
            <a:pPr algn="ctr">
              <a:buNone/>
              <a:defRPr sz="1200" b="1">
                <a:solidFill>
                  <a:srgbClr val="263C45"/>
                </a:solidFill>
                <a:latin typeface="Calibri"/>
                <a:ea typeface="Calibri"/>
                <a:cs typeface="Calibri"/>
              </a:defRPr>
            </a:pPr>
            <a:r>
              <a:rPr sz="1200" b="1">
                <a:solidFill>
                  <a:srgbClr val="263C45"/>
                </a:solidFill>
                <a:latin typeface="Calibri"/>
                <a:ea typeface="Calibri"/>
                <a:cs typeface="Calibri"/>
              </a:rPr>
              <a:t>wearable readings</a:t>
            </a:r>
          </a:p>
        </p:txBody>
      </p:sp>
      <p:sp>
        <p:nvSpPr>
          <p:cNvPr id="11" name="">
            <a:extLst xmlns:a="http://schemas.openxmlformats.org/drawingml/2006/main">
              <a:ext uri="{FF2B5EF4-FFF2-40B4-BE49-F238E27FC236}">
                <a16:creationId xmlns:a16="http://schemas.microsoft.com/office/drawing/2014/main" id="{BDF6D400-9E9F-4E20-84FB-F8F78CAA1B73}"/>
              </a:ext>
            </a:extLst>
          </p:cNvPr>
          <p:cNvSpPr>
            <a:spLocks xmlns:a="http://schemas.openxmlformats.org/drawingml/2006/main" noGrp="1"/>
          </p:cNvSpPr>
          <p:nvPr/>
        </p:nvSpPr>
        <p:spPr>
          <a:xfrm xmlns:a="http://schemas.openxmlformats.org/drawingml/2006/main">
            <a:off x="5286375" y="2076450"/>
            <a:ext cx="1562100" cy="838200"/>
          </a:xfrm>
          <a:prstGeom xmlns:a="http://schemas.openxmlformats.org/drawingml/2006/main" prst="roundRect">
            <a:avLst>
              <a:gd name="adj" fmla="val 9091"/>
            </a:avLst>
          </a:prstGeom>
          <a:solidFill xmlns:a="http://schemas.openxmlformats.org/drawingml/2006/main">
            <a:srgbClr val="123F50"/>
          </a:solidFill>
          <a:ln xmlns:a="http://schemas.openxmlformats.org/drawingml/2006/main" w="11430">
            <a:solidFill>
              <a:srgbClr val="123F50"/>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350" b="1">
                <a:solidFill>
                  <a:srgbClr val="FFFFFF"/>
                </a:solidFill>
                <a:latin typeface="Calibri"/>
                <a:ea typeface="Calibri"/>
                <a:cs typeface="Calibri"/>
              </a:defRPr>
            </a:defPPr>
            <a:lvl1pPr algn="ctr">
              <a:buNone/>
              <a:defRPr sz="1350" b="1">
                <a:solidFill>
                  <a:srgbClr val="FFFFFF"/>
                </a:solidFill>
                <a:latin typeface="Calibri"/>
                <a:ea typeface="Calibri"/>
                <a:cs typeface="Calibri"/>
              </a:defRPr>
            </a:lvl1pPr>
            <a:lvl2pPr algn="ctr">
              <a:buNone/>
              <a:defRPr sz="1350" b="1">
                <a:solidFill>
                  <a:srgbClr val="FFFFFF"/>
                </a:solidFill>
                <a:latin typeface="Calibri"/>
                <a:ea typeface="Calibri"/>
                <a:cs typeface="Calibri"/>
              </a:defRPr>
            </a:lvl2pPr>
            <a:lvl3pPr algn="ctr">
              <a:buNone/>
              <a:defRPr sz="1350" b="1">
                <a:solidFill>
                  <a:srgbClr val="FFFFFF"/>
                </a:solidFill>
                <a:latin typeface="Calibri"/>
                <a:ea typeface="Calibri"/>
                <a:cs typeface="Calibri"/>
              </a:defRPr>
            </a:lvl3pPr>
            <a:lvl4pPr algn="ctr">
              <a:buNone/>
              <a:defRPr sz="1350" b="1">
                <a:solidFill>
                  <a:srgbClr val="FFFFFF"/>
                </a:solidFill>
                <a:latin typeface="Calibri"/>
                <a:ea typeface="Calibri"/>
                <a:cs typeface="Calibri"/>
              </a:defRPr>
            </a:lvl4pPr>
            <a:lvl5pPr algn="ctr">
              <a:buNone/>
              <a:defRPr sz="1350" b="1">
                <a:solidFill>
                  <a:srgbClr val="FFFFFF"/>
                </a:solidFill>
                <a:latin typeface="Calibri"/>
                <a:ea typeface="Calibri"/>
                <a:cs typeface="Calibri"/>
              </a:defRPr>
            </a:lvl5pPr>
            <a:lvl6pPr algn="ctr">
              <a:buNone/>
              <a:defRPr sz="1350" b="1">
                <a:solidFill>
                  <a:srgbClr val="FFFFFF"/>
                </a:solidFill>
                <a:latin typeface="Calibri"/>
                <a:ea typeface="Calibri"/>
                <a:cs typeface="Calibri"/>
              </a:defRPr>
            </a:lvl6pPr>
            <a:lvl7pPr algn="ctr">
              <a:buNone/>
              <a:defRPr sz="1350" b="1">
                <a:solidFill>
                  <a:srgbClr val="FFFFFF"/>
                </a:solidFill>
                <a:latin typeface="Calibri"/>
                <a:ea typeface="Calibri"/>
                <a:cs typeface="Calibri"/>
              </a:defRPr>
            </a:lvl7pPr>
            <a:lvl8pPr algn="ctr">
              <a:buNone/>
              <a:defRPr sz="1350" b="1">
                <a:solidFill>
                  <a:srgbClr val="FFFFFF"/>
                </a:solidFill>
                <a:latin typeface="Calibri"/>
                <a:ea typeface="Calibri"/>
                <a:cs typeface="Calibri"/>
              </a:defRPr>
            </a:lvl8pPr>
            <a:lvl9pPr algn="ctr">
              <a:buNone/>
              <a:defRPr sz="1350" b="1">
                <a:solidFill>
                  <a:srgbClr val="FFFFFF"/>
                </a:solidFill>
                <a:latin typeface="Calibri"/>
                <a:ea typeface="Calibri"/>
                <a:cs typeface="Calibri"/>
              </a:defRPr>
            </a:lvl9pPr>
          </a:lstStyle>
          <a:p xmlns:a="http://schemas.openxmlformats.org/drawingml/2006/main">
            <a:pPr algn="ctr">
              <a:buNone/>
              <a:defRPr sz="1350" b="1">
                <a:solidFill>
                  <a:srgbClr val="FFFFFF"/>
                </a:solidFill>
                <a:latin typeface="Calibri"/>
                <a:ea typeface="Calibri"/>
                <a:cs typeface="Calibri"/>
              </a:defRPr>
            </a:pPr>
            <a:r>
              <a:rPr sz="1350" b="1">
                <a:solidFill>
                  <a:srgbClr val="FFFFFF"/>
                </a:solidFill>
                <a:latin typeface="Calibri"/>
                <a:ea typeface="Calibri"/>
                <a:cs typeface="Calibri"/>
              </a:rPr>
              <a:t>CardioTwin</a:t>
            </a:r>
          </a:p>
          <a:p xmlns:a="http://schemas.openxmlformats.org/drawingml/2006/main">
            <a:pPr algn="ctr">
              <a:buNone/>
              <a:defRPr sz="1350" b="1">
                <a:solidFill>
                  <a:srgbClr val="FFFFFF"/>
                </a:solidFill>
                <a:latin typeface="Calibri"/>
                <a:ea typeface="Calibri"/>
                <a:cs typeface="Calibri"/>
              </a:defRPr>
            </a:pPr>
            <a:r>
              <a:rPr sz="1350" b="1">
                <a:solidFill>
                  <a:srgbClr val="FFFFFF"/>
                </a:solidFill>
                <a:latin typeface="Calibri"/>
                <a:ea typeface="Calibri"/>
                <a:cs typeface="Calibri"/>
              </a:rPr>
              <a:t>Risk · rhythm · BP</a:t>
            </a:r>
          </a:p>
        </p:txBody>
      </p:sp>
      <p:sp>
        <p:nvSpPr>
          <p:cNvPr id="14" name="">
            <a:extLst xmlns:a="http://schemas.openxmlformats.org/drawingml/2006/main">
              <a:ext uri="{FF2B5EF4-FFF2-40B4-BE49-F238E27FC236}">
                <a16:creationId xmlns:a16="http://schemas.microsoft.com/office/drawing/2014/main" id="{D586E81E-83FB-490D-8E69-9EB803576CBB}"/>
              </a:ext>
            </a:extLst>
          </p:cNvPr>
          <p:cNvSpPr>
            <a:spLocks xmlns:a="http://schemas.openxmlformats.org/drawingml/2006/main" noGrp="1"/>
          </p:cNvSpPr>
          <p:nvPr/>
        </p:nvSpPr>
        <p:spPr>
          <a:xfrm xmlns:a="http://schemas.openxmlformats.org/drawingml/2006/main">
            <a:off x="4981575" y="3314700"/>
            <a:ext cx="20859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1" i="0">
                <a:solidFill>
                  <a:srgbClr val="0D6F73"/>
                </a:solidFill>
                <a:latin typeface="Calibri"/>
                <a:ea typeface="Calibri"/>
                <a:cs typeface="Calibri"/>
              </a:defRPr>
            </a:defPPr>
            <a:lvl1pPr algn="ctr">
              <a:buNone/>
              <a:defRPr sz="1050" b="1" i="0">
                <a:solidFill>
                  <a:srgbClr val="0D6F73"/>
                </a:solidFill>
                <a:latin typeface="Calibri"/>
                <a:ea typeface="Calibri"/>
                <a:cs typeface="Calibri"/>
              </a:defRPr>
            </a:lvl1pPr>
            <a:lvl2pPr algn="ctr">
              <a:buNone/>
              <a:defRPr sz="1050" b="1" i="0">
                <a:solidFill>
                  <a:srgbClr val="0D6F73"/>
                </a:solidFill>
                <a:latin typeface="Calibri"/>
                <a:ea typeface="Calibri"/>
                <a:cs typeface="Calibri"/>
              </a:defRPr>
            </a:lvl2pPr>
            <a:lvl3pPr algn="ctr">
              <a:buNone/>
              <a:defRPr sz="1050" b="1" i="0">
                <a:solidFill>
                  <a:srgbClr val="0D6F73"/>
                </a:solidFill>
                <a:latin typeface="Calibri"/>
                <a:ea typeface="Calibri"/>
                <a:cs typeface="Calibri"/>
              </a:defRPr>
            </a:lvl3pPr>
            <a:lvl4pPr algn="ctr">
              <a:buNone/>
              <a:defRPr sz="1050" b="1" i="0">
                <a:solidFill>
                  <a:srgbClr val="0D6F73"/>
                </a:solidFill>
                <a:latin typeface="Calibri"/>
                <a:ea typeface="Calibri"/>
                <a:cs typeface="Calibri"/>
              </a:defRPr>
            </a:lvl4pPr>
            <a:lvl5pPr algn="ctr">
              <a:buNone/>
              <a:defRPr sz="1050" b="1" i="0">
                <a:solidFill>
                  <a:srgbClr val="0D6F73"/>
                </a:solidFill>
                <a:latin typeface="Calibri"/>
                <a:ea typeface="Calibri"/>
                <a:cs typeface="Calibri"/>
              </a:defRPr>
            </a:lvl5pPr>
            <a:lvl6pPr algn="ctr">
              <a:buNone/>
              <a:defRPr sz="1050" b="1" i="0">
                <a:solidFill>
                  <a:srgbClr val="0D6F73"/>
                </a:solidFill>
                <a:latin typeface="Calibri"/>
                <a:ea typeface="Calibri"/>
                <a:cs typeface="Calibri"/>
              </a:defRPr>
            </a:lvl6pPr>
            <a:lvl7pPr algn="ctr">
              <a:buNone/>
              <a:defRPr sz="1050" b="1" i="0">
                <a:solidFill>
                  <a:srgbClr val="0D6F73"/>
                </a:solidFill>
                <a:latin typeface="Calibri"/>
                <a:ea typeface="Calibri"/>
                <a:cs typeface="Calibri"/>
              </a:defRPr>
            </a:lvl7pPr>
            <a:lvl8pPr algn="ctr">
              <a:buNone/>
              <a:defRPr sz="1050" b="1" i="0">
                <a:solidFill>
                  <a:srgbClr val="0D6F73"/>
                </a:solidFill>
                <a:latin typeface="Calibri"/>
                <a:ea typeface="Calibri"/>
                <a:cs typeface="Calibri"/>
              </a:defRPr>
            </a:lvl8pPr>
            <a:lvl9pPr algn="ctr">
              <a:buNone/>
              <a:defRPr sz="1050" b="1" i="0">
                <a:solidFill>
                  <a:srgbClr val="0D6F73"/>
                </a:solidFill>
                <a:latin typeface="Calibri"/>
                <a:ea typeface="Calibri"/>
                <a:cs typeface="Calibri"/>
              </a:defRPr>
            </a:lvl9pPr>
          </a:lstStyle>
          <a:p xmlns:a="http://schemas.openxmlformats.org/drawingml/2006/main">
            <a:pPr algn="ctr">
              <a:lnSpc>
                <a:spcPct val="108000"/>
              </a:lnSpc>
              <a:buNone/>
              <a:defRPr sz="1050" b="1" i="0">
                <a:solidFill>
                  <a:srgbClr val="0D6F73"/>
                </a:solidFill>
                <a:latin typeface="Calibri"/>
                <a:ea typeface="Calibri"/>
                <a:cs typeface="Calibri"/>
              </a:defRPr>
            </a:pPr>
            <a:r>
              <a:rPr sz="1050" b="1" i="0">
                <a:solidFill>
                  <a:srgbClr val="0D6F73"/>
                </a:solidFill>
                <a:latin typeface="Calibri"/>
                <a:ea typeface="Calibri"/>
                <a:cs typeface="Calibri"/>
              </a:rPr>
              <a:t>Review support · not diagnosis</a:t>
            </a:r>
          </a:p>
        </p:txBody>
      </p:sp>
    </p:spTree>
    <p:extLst>
      <p:ext uri="{BB962C8B-B14F-4D97-AF65-F5344CB8AC3E}">
        <p14:creationId xmlns:p14="http://schemas.microsoft.com/office/powerpoint/2010/main" val="1201186012"/>
      </p:ext>
    </p:extLst>
  </p:cSld>
</p:sld>
</file>

<file path=ppt/slides/slide3.xml><?xml version="1.0" encoding="utf-8"?>
<p:sld xmlns:p="http://schemas.openxmlformats.org/presentationml/2006/main">
  <p:cSld>
    <p:bg>
      <p:bgPr>
        <a:solidFill xmlns:a="http://schemas.openxmlformats.org/drawingml/2006/main">
          <a:srgbClr val="F5FAF9"/>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88A19055-C587-4BD6-8912-E50CF11CF8D8}"/>
              </a:ext>
            </a:extLst>
          </p:cNvPr>
          <p:cNvPicPr>
            <a:picLocks xmlns:a="http://schemas.openxmlformats.org/drawingml/2006/main" noChangeAspect="1"/>
          </p:cNvPicPr>
          <p:nvPr/>
        </p:nvPicPr>
        <p:blipFill>
          <a:blip xmlns:r="http://schemas.openxmlformats.org/officeDocument/2006/relationships" xmlns:a="http://schemas.openxmlformats.org/drawingml/2006/main" r:embed="R58801b5d4bb549be"/>
          <a:srcRect xmlns:a="http://schemas.openxmlformats.org/drawingml/2006/main" l="0" t="1932" r="0" b="1932"/>
          <a:stretch xmlns:a="http://schemas.openxmlformats.org/drawingml/2006/main">
            <a:fillRect l="0" t="0" r="0" b="0"/>
          </a:stretch>
        </p:blipFill>
        <p:spPr>
          <a:xfrm xmlns:a="http://schemas.openxmlformats.org/drawingml/2006/main">
            <a:off x="0" y="0"/>
            <a:ext cx="7477125" cy="53911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5424C39B-601E-4FC4-87D0-817F1637BF14}"/>
              </a:ext>
            </a:extLst>
          </p:cNvPr>
          <p:cNvSpPr>
            <a:spLocks xmlns:a="http://schemas.openxmlformats.org/drawingml/2006/main" noGrp="1"/>
          </p:cNvSpPr>
          <p:nvPr/>
        </p:nvSpPr>
        <p:spPr>
          <a:xfrm xmlns:a="http://schemas.openxmlformats.org/drawingml/2006/main">
            <a:off x="361950" y="1381125"/>
            <a:ext cx="3257550" cy="2647950"/>
          </a:xfrm>
          <a:prstGeom xmlns:a="http://schemas.openxmlformats.org/drawingml/2006/main" prst="roundRect">
            <a:avLst>
              <a:gd name="adj" fmla="val 5396"/>
            </a:avLst>
          </a:prstGeom>
          <a:solidFill xmlns:a="http://schemas.openxmlformats.org/drawingml/2006/main">
            <a:srgbClr val="FFFFFF">
              <a:alpha val="92000"/>
            </a:srgbClr>
          </a:solidFill>
          <a:ln xmlns:a="http://schemas.openxmlformats.org/drawingml/2006/main" w="9525">
            <a:solidFill>
              <a:srgbClr val="D8E8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04F0B4E5-E234-4F75-89BE-81254B96C107}"/>
              </a:ext>
            </a:extLst>
          </p:cNvPr>
          <p:cNvSpPr>
            <a:spLocks xmlns:a="http://schemas.openxmlformats.org/drawingml/2006/main" noGrp="1"/>
          </p:cNvSpPr>
          <p:nvPr/>
        </p:nvSpPr>
        <p:spPr>
          <a:xfrm xmlns:a="http://schemas.openxmlformats.org/drawingml/2006/main">
            <a:off x="361950" y="1400175"/>
            <a:ext cx="47625" cy="2609850"/>
          </a:xfrm>
          <a:prstGeom xmlns:a="http://schemas.openxmlformats.org/drawingml/2006/main" prst="roundRect">
            <a:avLst>
              <a:gd name="adj" fmla="val 50000"/>
            </a:avLst>
          </a:prstGeom>
          <a:solidFill xmlns:a="http://schemas.openxmlformats.org/drawingml/2006/main">
            <a:srgbClr val="168F8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8E52936-E557-4960-A842-92F9D34DCA98}"/>
              </a:ext>
            </a:extLst>
          </p:cNvPr>
          <p:cNvSpPr>
            <a:spLocks xmlns:a="http://schemas.openxmlformats.org/drawingml/2006/main" noGrp="1"/>
          </p:cNvSpPr>
          <p:nvPr/>
        </p:nvSpPr>
        <p:spPr>
          <a:xfrm xmlns:a="http://schemas.openxmlformats.org/drawingml/2006/main">
            <a:off x="3790950" y="1381125"/>
            <a:ext cx="3333750" cy="2647950"/>
          </a:xfrm>
          <a:prstGeom xmlns:a="http://schemas.openxmlformats.org/drawingml/2006/main" prst="roundRect">
            <a:avLst>
              <a:gd name="adj" fmla="val 5396"/>
            </a:avLst>
          </a:prstGeom>
          <a:solidFill xmlns:a="http://schemas.openxmlformats.org/drawingml/2006/main">
            <a:srgbClr val="FFFFFF">
              <a:alpha val="92000"/>
            </a:srgbClr>
          </a:solidFill>
          <a:ln xmlns:a="http://schemas.openxmlformats.org/drawingml/2006/main" w="9525">
            <a:solidFill>
              <a:srgbClr val="D8E8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40F7C6B7-9B6F-43DB-B764-FC38DB4C8DF7}"/>
              </a:ext>
            </a:extLst>
          </p:cNvPr>
          <p:cNvSpPr>
            <a:spLocks xmlns:a="http://schemas.openxmlformats.org/drawingml/2006/main" noGrp="1"/>
          </p:cNvSpPr>
          <p:nvPr/>
        </p:nvSpPr>
        <p:spPr>
          <a:xfrm xmlns:a="http://schemas.openxmlformats.org/drawingml/2006/main">
            <a:off x="3790950" y="1400175"/>
            <a:ext cx="47625" cy="2609850"/>
          </a:xfrm>
          <a:prstGeom xmlns:a="http://schemas.openxmlformats.org/drawingml/2006/main" prst="roundRect">
            <a:avLst>
              <a:gd name="adj" fmla="val 50000"/>
            </a:avLst>
          </a:prstGeom>
          <a:solidFill xmlns:a="http://schemas.openxmlformats.org/drawingml/2006/main">
            <a:srgbClr val="1598B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91DBAEB-97F4-4A8E-BAD6-C6CA33F932BA}"/>
              </a:ext>
            </a:extLst>
          </p:cNvPr>
          <p:cNvSpPr>
            <a:spLocks xmlns:a="http://schemas.openxmlformats.org/drawingml/2006/main" noGrp="1"/>
          </p:cNvSpPr>
          <p:nvPr/>
        </p:nvSpPr>
        <p:spPr>
          <a:xfrm xmlns:a="http://schemas.openxmlformats.org/drawingml/2006/main">
            <a:off x="1152525" y="4124325"/>
            <a:ext cx="5162550" cy="571500"/>
          </a:xfrm>
          <a:prstGeom xmlns:a="http://schemas.openxmlformats.org/drawingml/2006/main" prst="roundRect">
            <a:avLst>
              <a:gd name="adj" fmla="val 25000"/>
            </a:avLst>
          </a:prstGeom>
          <a:solidFill xmlns:a="http://schemas.openxmlformats.org/drawingml/2006/main">
            <a:srgbClr val="E4F5F1"/>
          </a:solidFill>
          <a:ln xmlns:a="http://schemas.openxmlformats.org/drawingml/2006/main" w="9525">
            <a:solidFill>
              <a:srgbClr val="A6D7CF"/>
            </a:solidFill>
            <a:prstDash val="solid"/>
          </a:ln>
        </p:spPr>
      </p:sp>
      <p:sp>
        <p:nvSpPr>
          <p:cNvPr id="20" name="">
            <a:extLst xmlns:a="http://schemas.openxmlformats.org/drawingml/2006/main">
              <a:ext uri="{FF2B5EF4-FFF2-40B4-BE49-F238E27FC236}">
                <a16:creationId xmlns:a16="http://schemas.microsoft.com/office/drawing/2014/main" id="{9E0F5DBE-B993-4223-B9AC-45DECCBBE9FC}"/>
              </a:ext>
            </a:extLst>
          </p:cNvPr>
          <p:cNvSpPr>
            <a:spLocks xmlns:a="http://schemas.openxmlformats.org/drawingml/2006/main" noGrp="1"/>
          </p:cNvSpPr>
          <p:nvPr/>
        </p:nvSpPr>
        <p:spPr>
          <a:xfrm xmlns:a="http://schemas.openxmlformats.org/drawingml/2006/main">
            <a:off x="1152525" y="4124325"/>
            <a:ext cx="57150" cy="571500"/>
          </a:xfrm>
          <a:prstGeom xmlns:a="http://schemas.openxmlformats.org/drawingml/2006/main" prst="roundRect">
            <a:avLst>
              <a:gd name="adj" fmla="val 50000"/>
            </a:avLst>
          </a:prstGeom>
          <a:solidFill xmlns:a="http://schemas.openxmlformats.org/drawingml/2006/main">
            <a:srgbClr val="168F8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196989F-73A9-47E9-9F68-D0AABE51449A}"/>
              </a:ext>
            </a:extLst>
          </p:cNvPr>
          <p:cNvSpPr>
            <a:spLocks xmlns:a="http://schemas.openxmlformats.org/drawingml/2006/main" noGrp="1"/>
          </p:cNvSpPr>
          <p:nvPr/>
        </p:nvSpPr>
        <p:spPr>
          <a:xfrm xmlns:a="http://schemas.openxmlformats.org/drawingml/2006/main">
            <a:off x="457200" y="342900"/>
            <a:ext cx="6572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75" b="1" i="0">
                <a:solidFill>
                  <a:srgbClr val="123F50"/>
                </a:solidFill>
                <a:latin typeface="Calibri Light"/>
                <a:ea typeface="Calibri Light"/>
                <a:cs typeface="Calibri Light"/>
              </a:defRPr>
            </a:defPPr>
            <a:lvl1pPr algn="l">
              <a:buNone/>
              <a:defRPr sz="2325" b="1" i="0">
                <a:solidFill>
                  <a:srgbClr val="123F50"/>
                </a:solidFill>
                <a:latin typeface="Calibri Light"/>
                <a:ea typeface="Calibri Light"/>
                <a:cs typeface="Calibri Light"/>
              </a:defRPr>
            </a:lvl1pPr>
            <a:lvl2pPr algn="l">
              <a:buNone/>
              <a:defRPr sz="2325" b="1" i="0">
                <a:solidFill>
                  <a:srgbClr val="123F50"/>
                </a:solidFill>
                <a:latin typeface="Calibri Light"/>
                <a:ea typeface="Calibri Light"/>
                <a:cs typeface="Calibri Light"/>
              </a:defRPr>
            </a:lvl2pPr>
            <a:lvl3pPr algn="l">
              <a:buNone/>
              <a:defRPr sz="2325" b="1" i="0">
                <a:solidFill>
                  <a:srgbClr val="123F50"/>
                </a:solidFill>
                <a:latin typeface="Calibri Light"/>
                <a:ea typeface="Calibri Light"/>
                <a:cs typeface="Calibri Light"/>
              </a:defRPr>
            </a:lvl3pPr>
            <a:lvl4pPr algn="l">
              <a:buNone/>
              <a:defRPr sz="2325" b="1" i="0">
                <a:solidFill>
                  <a:srgbClr val="123F50"/>
                </a:solidFill>
                <a:latin typeface="Calibri Light"/>
                <a:ea typeface="Calibri Light"/>
                <a:cs typeface="Calibri Light"/>
              </a:defRPr>
            </a:lvl4pPr>
            <a:lvl5pPr algn="l">
              <a:buNone/>
              <a:defRPr sz="2325" b="1" i="0">
                <a:solidFill>
                  <a:srgbClr val="123F50"/>
                </a:solidFill>
                <a:latin typeface="Calibri Light"/>
                <a:ea typeface="Calibri Light"/>
                <a:cs typeface="Calibri Light"/>
              </a:defRPr>
            </a:lvl5pPr>
            <a:lvl6pPr algn="l">
              <a:buNone/>
              <a:defRPr sz="2325" b="1" i="0">
                <a:solidFill>
                  <a:srgbClr val="123F50"/>
                </a:solidFill>
                <a:latin typeface="Calibri Light"/>
                <a:ea typeface="Calibri Light"/>
                <a:cs typeface="Calibri Light"/>
              </a:defRPr>
            </a:lvl6pPr>
            <a:lvl7pPr algn="l">
              <a:buNone/>
              <a:defRPr sz="2325" b="1" i="0">
                <a:solidFill>
                  <a:srgbClr val="123F50"/>
                </a:solidFill>
                <a:latin typeface="Calibri Light"/>
                <a:ea typeface="Calibri Light"/>
                <a:cs typeface="Calibri Light"/>
              </a:defRPr>
            </a:lvl7pPr>
            <a:lvl8pPr algn="l">
              <a:buNone/>
              <a:defRPr sz="2325" b="1" i="0">
                <a:solidFill>
                  <a:srgbClr val="123F50"/>
                </a:solidFill>
                <a:latin typeface="Calibri Light"/>
                <a:ea typeface="Calibri Light"/>
                <a:cs typeface="Calibri Light"/>
              </a:defRPr>
            </a:lvl8pPr>
            <a:lvl9pPr algn="l">
              <a:buNone/>
              <a:defRPr sz="2325" b="1" i="0">
                <a:solidFill>
                  <a:srgbClr val="123F50"/>
                </a:solidFill>
                <a:latin typeface="Calibri Light"/>
                <a:ea typeface="Calibri Light"/>
                <a:cs typeface="Calibri Light"/>
              </a:defRPr>
            </a:lvl9pPr>
          </a:lstStyle>
          <a:p xmlns:a="http://schemas.openxmlformats.org/drawingml/2006/main">
            <a:pPr algn="l">
              <a:lnSpc>
                <a:spcPct val="108000"/>
              </a:lnSpc>
              <a:buNone/>
              <a:defRPr sz="2325" b="1" i="0">
                <a:solidFill>
                  <a:srgbClr val="123F50"/>
                </a:solidFill>
                <a:latin typeface="Calibri Light"/>
                <a:ea typeface="Calibri Light"/>
                <a:cs typeface="Calibri Light"/>
              </a:defRPr>
            </a:pPr>
            <a:r>
              <a:rPr sz="2475" b="1" i="0">
                <a:solidFill>
                  <a:srgbClr val="123F50"/>
                </a:solidFill>
                <a:latin typeface="Calibri Light"/>
                <a:ea typeface="Calibri Light"/>
                <a:cs typeface="Calibri Light"/>
              </a:rPr>
              <a:t>Two data streams define the patient context</a:t>
            </a:r>
          </a:p>
        </p:txBody>
      </p:sp>
      <p:sp>
        <p:nvSpPr>
          <p:cNvPr id="2" name="">
            <a:extLst xmlns:a="http://schemas.openxmlformats.org/drawingml/2006/main">
              <a:ext uri="{FF2B5EF4-FFF2-40B4-BE49-F238E27FC236}">
                <a16:creationId xmlns:a16="http://schemas.microsoft.com/office/drawing/2014/main" id="{AF8473A1-0DE1-453E-9EF7-DA1715A018BB}"/>
              </a:ext>
            </a:extLst>
          </p:cNvPr>
          <p:cNvSpPr>
            <a:spLocks xmlns:a="http://schemas.openxmlformats.org/drawingml/2006/main" noGrp="1"/>
          </p:cNvSpPr>
          <p:nvPr/>
        </p:nvSpPr>
        <p:spPr>
          <a:xfrm xmlns:a="http://schemas.openxmlformats.org/drawingml/2006/main" flipH="0" flipV="0">
            <a:off x="457200" y="866775"/>
            <a:ext cx="647700" cy="4763"/>
          </a:xfrm>
          <a:prstGeom xmlns:a="http://schemas.openxmlformats.org/drawingml/2006/main" prst="line">
            <a:avLst/>
          </a:prstGeom>
          <a:noFill xmlns:a="http://schemas.openxmlformats.org/drawingml/2006/main"/>
          <a:ln xmlns:a="http://schemas.openxmlformats.org/drawingml/2006/main" w="38100">
            <a:solidFill>
              <a:srgbClr val="168F89"/>
            </a:solidFill>
            <a:prstDash val="solid"/>
          </a:ln>
        </p:spPr>
      </p:sp>
      <p:sp>
        <p:nvSpPr>
          <p:cNvPr id="3" name="">
            <a:extLst xmlns:a="http://schemas.openxmlformats.org/drawingml/2006/main">
              <a:ext uri="{FF2B5EF4-FFF2-40B4-BE49-F238E27FC236}">
                <a16:creationId xmlns:a16="http://schemas.microsoft.com/office/drawing/2014/main" id="{A6684B77-66F6-428E-BCF0-61DA957A0E31}"/>
              </a:ext>
            </a:extLst>
          </p:cNvPr>
          <p:cNvSpPr>
            <a:spLocks xmlns:a="http://schemas.openxmlformats.org/drawingml/2006/main" noGrp="1"/>
          </p:cNvSpPr>
          <p:nvPr/>
        </p:nvSpPr>
        <p:spPr>
          <a:xfrm xmlns:a="http://schemas.openxmlformats.org/drawingml/2006/main">
            <a:off x="457200" y="981075"/>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63" b="0" i="0">
                <a:solidFill>
                  <a:srgbClr val="526B73"/>
                </a:solidFill>
                <a:latin typeface="Calibri"/>
                <a:ea typeface="Calibri"/>
                <a:cs typeface="Calibri"/>
              </a:defRPr>
            </a:defPPr>
            <a:lvl1pPr algn="l">
              <a:buNone/>
              <a:defRPr sz="1125" b="0" i="0">
                <a:solidFill>
                  <a:srgbClr val="647781"/>
                </a:solidFill>
                <a:latin typeface="Calibri"/>
                <a:ea typeface="Calibri"/>
                <a:cs typeface="Calibri"/>
              </a:defRPr>
            </a:lvl1pPr>
            <a:lvl2pPr algn="l">
              <a:buNone/>
              <a:defRPr sz="1125" b="0" i="0">
                <a:solidFill>
                  <a:srgbClr val="647781"/>
                </a:solidFill>
                <a:latin typeface="Calibri"/>
                <a:ea typeface="Calibri"/>
                <a:cs typeface="Calibri"/>
              </a:defRPr>
            </a:lvl2pPr>
            <a:lvl3pPr algn="l">
              <a:buNone/>
              <a:defRPr sz="1125" b="0" i="0">
                <a:solidFill>
                  <a:srgbClr val="647781"/>
                </a:solidFill>
                <a:latin typeface="Calibri"/>
                <a:ea typeface="Calibri"/>
                <a:cs typeface="Calibri"/>
              </a:defRPr>
            </a:lvl3pPr>
            <a:lvl4pPr algn="l">
              <a:buNone/>
              <a:defRPr sz="1125" b="0" i="0">
                <a:solidFill>
                  <a:srgbClr val="647781"/>
                </a:solidFill>
                <a:latin typeface="Calibri"/>
                <a:ea typeface="Calibri"/>
                <a:cs typeface="Calibri"/>
              </a:defRPr>
            </a:lvl4pPr>
            <a:lvl5pPr algn="l">
              <a:buNone/>
              <a:defRPr sz="1125" b="0" i="0">
                <a:solidFill>
                  <a:srgbClr val="647781"/>
                </a:solidFill>
                <a:latin typeface="Calibri"/>
                <a:ea typeface="Calibri"/>
                <a:cs typeface="Calibri"/>
              </a:defRPr>
            </a:lvl5pPr>
            <a:lvl6pPr algn="l">
              <a:buNone/>
              <a:defRPr sz="1125" b="0" i="0">
                <a:solidFill>
                  <a:srgbClr val="647781"/>
                </a:solidFill>
                <a:latin typeface="Calibri"/>
                <a:ea typeface="Calibri"/>
                <a:cs typeface="Calibri"/>
              </a:defRPr>
            </a:lvl6pPr>
            <a:lvl7pPr algn="l">
              <a:buNone/>
              <a:defRPr sz="1125" b="0" i="0">
                <a:solidFill>
                  <a:srgbClr val="647781"/>
                </a:solidFill>
                <a:latin typeface="Calibri"/>
                <a:ea typeface="Calibri"/>
                <a:cs typeface="Calibri"/>
              </a:defRPr>
            </a:lvl7pPr>
            <a:lvl8pPr algn="l">
              <a:buNone/>
              <a:defRPr sz="1125" b="0" i="0">
                <a:solidFill>
                  <a:srgbClr val="647781"/>
                </a:solidFill>
                <a:latin typeface="Calibri"/>
                <a:ea typeface="Calibri"/>
                <a:cs typeface="Calibri"/>
              </a:defRPr>
            </a:lvl8pPr>
            <a:lvl9pPr algn="l">
              <a:buNone/>
              <a:defRPr sz="1125" b="0" i="0">
                <a:solidFill>
                  <a:srgbClr val="647781"/>
                </a:solidFill>
                <a:latin typeface="Calibri"/>
                <a:ea typeface="Calibri"/>
                <a:cs typeface="Calibri"/>
              </a:defRPr>
            </a:lvl9pPr>
          </a:lstStyle>
          <a:p xmlns:a="http://schemas.openxmlformats.org/drawingml/2006/main">
            <a:pPr algn="l">
              <a:lnSpc>
                <a:spcPct val="108000"/>
              </a:lnSpc>
              <a:buNone/>
              <a:defRPr sz="1125" b="0" i="0">
                <a:solidFill>
                  <a:srgbClr val="647781"/>
                </a:solidFill>
                <a:latin typeface="Calibri"/>
                <a:ea typeface="Calibri"/>
                <a:cs typeface="Calibri"/>
              </a:defRPr>
            </a:pPr>
            <a:r>
              <a:rPr sz="1163" b="0" i="0">
                <a:solidFill>
                  <a:srgbClr val="526B73"/>
                </a:solidFill>
                <a:latin typeface="Calibri"/>
                <a:ea typeface="Calibri"/>
                <a:cs typeface="Calibri"/>
              </a:rPr>
              <a:t>Every seeded record and wearable reading in the repository is synthetic.</a:t>
            </a:r>
          </a:p>
        </p:txBody>
      </p:sp>
      <p:sp>
        <p:nvSpPr>
          <p:cNvPr id="4" name="">
            <a:extLst xmlns:a="http://schemas.openxmlformats.org/drawingml/2006/main">
              <a:ext uri="{FF2B5EF4-FFF2-40B4-BE49-F238E27FC236}">
                <a16:creationId xmlns:a16="http://schemas.microsoft.com/office/drawing/2014/main" id="{DA7FD22A-F8D2-4CFB-98C1-7CBFECA8DA31}"/>
              </a:ext>
            </a:extLst>
          </p:cNvPr>
          <p:cNvSpPr>
            <a:spLocks xmlns:a="http://schemas.openxmlformats.org/drawingml/2006/main" noGrp="1"/>
          </p:cNvSpPr>
          <p:nvPr/>
        </p:nvSpPr>
        <p:spPr>
          <a:xfrm xmlns:a="http://schemas.openxmlformats.org/drawingml/2006/main" flipH="0" flipV="0">
            <a:off x="457200" y="5029200"/>
            <a:ext cx="6562725" cy="4763"/>
          </a:xfrm>
          <a:prstGeom xmlns:a="http://schemas.openxmlformats.org/drawingml/2006/main" prst="line">
            <a:avLst/>
          </a:prstGeom>
          <a:noFill xmlns:a="http://schemas.openxmlformats.org/drawingml/2006/main"/>
          <a:ln xmlns:a="http://schemas.openxmlformats.org/drawingml/2006/main" w="9525">
            <a:solidFill>
              <a:srgbClr val="D6E3E2"/>
            </a:solidFill>
            <a:prstDash val="solid"/>
          </a:ln>
        </p:spPr>
      </p:sp>
      <p:sp>
        <p:nvSpPr>
          <p:cNvPr id="5" name="">
            <a:extLst xmlns:a="http://schemas.openxmlformats.org/drawingml/2006/main">
              <a:ext uri="{FF2B5EF4-FFF2-40B4-BE49-F238E27FC236}">
                <a16:creationId xmlns:a16="http://schemas.microsoft.com/office/drawing/2014/main" id="{C64FFD0E-B421-4E51-9722-CE10AAB0CBE9}"/>
              </a:ext>
            </a:extLst>
          </p:cNvPr>
          <p:cNvSpPr>
            <a:spLocks xmlns:a="http://schemas.openxmlformats.org/drawingml/2006/main" noGrp="1"/>
          </p:cNvSpPr>
          <p:nvPr/>
        </p:nvSpPr>
        <p:spPr>
          <a:xfrm xmlns:a="http://schemas.openxmlformats.org/drawingml/2006/main">
            <a:off x="457200" y="5105400"/>
            <a:ext cx="2476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13" b="1" i="0">
                <a:solidFill>
                  <a:srgbClr val="486975"/>
                </a:solidFill>
                <a:latin typeface="Calibri"/>
                <a:ea typeface="Calibri"/>
                <a:cs typeface="Calibri"/>
              </a:defRPr>
            </a:defPPr>
            <a:lvl1pPr algn="l">
              <a:buNone/>
              <a:defRPr sz="788" b="1" i="0">
                <a:solidFill>
                  <a:srgbClr val="647781"/>
                </a:solidFill>
                <a:latin typeface="Calibri"/>
                <a:ea typeface="Calibri"/>
                <a:cs typeface="Calibri"/>
              </a:defRPr>
            </a:lvl1pPr>
            <a:lvl2pPr algn="l">
              <a:buNone/>
              <a:defRPr sz="788" b="1" i="0">
                <a:solidFill>
                  <a:srgbClr val="647781"/>
                </a:solidFill>
                <a:latin typeface="Calibri"/>
                <a:ea typeface="Calibri"/>
                <a:cs typeface="Calibri"/>
              </a:defRPr>
            </a:lvl2pPr>
            <a:lvl3pPr algn="l">
              <a:buNone/>
              <a:defRPr sz="788" b="1" i="0">
                <a:solidFill>
                  <a:srgbClr val="647781"/>
                </a:solidFill>
                <a:latin typeface="Calibri"/>
                <a:ea typeface="Calibri"/>
                <a:cs typeface="Calibri"/>
              </a:defRPr>
            </a:lvl3pPr>
            <a:lvl4pPr algn="l">
              <a:buNone/>
              <a:defRPr sz="788" b="1" i="0">
                <a:solidFill>
                  <a:srgbClr val="647781"/>
                </a:solidFill>
                <a:latin typeface="Calibri"/>
                <a:ea typeface="Calibri"/>
                <a:cs typeface="Calibri"/>
              </a:defRPr>
            </a:lvl4pPr>
            <a:lvl5pPr algn="l">
              <a:buNone/>
              <a:defRPr sz="788" b="1" i="0">
                <a:solidFill>
                  <a:srgbClr val="647781"/>
                </a:solidFill>
                <a:latin typeface="Calibri"/>
                <a:ea typeface="Calibri"/>
                <a:cs typeface="Calibri"/>
              </a:defRPr>
            </a:lvl5pPr>
            <a:lvl6pPr algn="l">
              <a:buNone/>
              <a:defRPr sz="788" b="1" i="0">
                <a:solidFill>
                  <a:srgbClr val="647781"/>
                </a:solidFill>
                <a:latin typeface="Calibri"/>
                <a:ea typeface="Calibri"/>
                <a:cs typeface="Calibri"/>
              </a:defRPr>
            </a:lvl6pPr>
            <a:lvl7pPr algn="l">
              <a:buNone/>
              <a:defRPr sz="788" b="1" i="0">
                <a:solidFill>
                  <a:srgbClr val="647781"/>
                </a:solidFill>
                <a:latin typeface="Calibri"/>
                <a:ea typeface="Calibri"/>
                <a:cs typeface="Calibri"/>
              </a:defRPr>
            </a:lvl7pPr>
            <a:lvl8pPr algn="l">
              <a:buNone/>
              <a:defRPr sz="788" b="1" i="0">
                <a:solidFill>
                  <a:srgbClr val="647781"/>
                </a:solidFill>
                <a:latin typeface="Calibri"/>
                <a:ea typeface="Calibri"/>
                <a:cs typeface="Calibri"/>
              </a:defRPr>
            </a:lvl8pPr>
            <a:lvl9pPr algn="l">
              <a:buNone/>
              <a:defRPr sz="788" b="1" i="0">
                <a:solidFill>
                  <a:srgbClr val="647781"/>
                </a:solidFill>
                <a:latin typeface="Calibri"/>
                <a:ea typeface="Calibri"/>
                <a:cs typeface="Calibri"/>
              </a:defRPr>
            </a:lvl9pPr>
          </a:lstStyle>
          <a:p xmlns:a="http://schemas.openxmlformats.org/drawingml/2006/main">
            <a:pPr algn="l">
              <a:lnSpc>
                <a:spcPct val="108000"/>
              </a:lnSpc>
              <a:buNone/>
              <a:defRPr sz="788" b="1" i="0">
                <a:solidFill>
                  <a:srgbClr val="647781"/>
                </a:solidFill>
                <a:latin typeface="Calibri"/>
                <a:ea typeface="Calibri"/>
                <a:cs typeface="Calibri"/>
              </a:defRPr>
            </a:pPr>
            <a:r>
              <a:rPr sz="713" b="1" i="0">
                <a:solidFill>
                  <a:srgbClr val="486975"/>
                </a:solidFill>
                <a:latin typeface="Calibri"/>
                <a:ea typeface="Calibri"/>
                <a:cs typeface="Calibri"/>
              </a:rPr>
              <a:t>SADHYA  ·  CARDIOTWIN</a:t>
            </a:r>
          </a:p>
        </p:txBody>
      </p:sp>
      <p:sp>
        <p:nvSpPr>
          <p:cNvPr id="6" name="">
            <a:extLst xmlns:a="http://schemas.openxmlformats.org/drawingml/2006/main">
              <a:ext uri="{FF2B5EF4-FFF2-40B4-BE49-F238E27FC236}">
                <a16:creationId xmlns:a16="http://schemas.microsoft.com/office/drawing/2014/main" id="{20FBFF29-2E35-4151-B8E0-A61E03BF882E}"/>
              </a:ext>
            </a:extLst>
          </p:cNvPr>
          <p:cNvSpPr>
            <a:spLocks xmlns:a="http://schemas.openxmlformats.org/drawingml/2006/main" noGrp="1"/>
          </p:cNvSpPr>
          <p:nvPr/>
        </p:nvSpPr>
        <p:spPr>
          <a:xfrm xmlns:a="http://schemas.openxmlformats.org/drawingml/2006/main">
            <a:off x="6724650" y="5105400"/>
            <a:ext cx="2952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750" b="1" i="0">
                <a:solidFill>
                  <a:srgbClr val="168D89"/>
                </a:solidFill>
                <a:latin typeface="Calibri"/>
                <a:ea typeface="Calibri"/>
                <a:cs typeface="Calibri"/>
              </a:defRPr>
            </a:defPPr>
            <a:lvl1pPr algn="r">
              <a:buNone/>
              <a:defRPr sz="788" b="0" i="0">
                <a:solidFill>
                  <a:srgbClr val="647781"/>
                </a:solidFill>
                <a:latin typeface="Calibri"/>
                <a:ea typeface="Calibri"/>
                <a:cs typeface="Calibri"/>
              </a:defRPr>
            </a:lvl1pPr>
            <a:lvl2pPr algn="r">
              <a:buNone/>
              <a:defRPr sz="788" b="0" i="0">
                <a:solidFill>
                  <a:srgbClr val="647781"/>
                </a:solidFill>
                <a:latin typeface="Calibri"/>
                <a:ea typeface="Calibri"/>
                <a:cs typeface="Calibri"/>
              </a:defRPr>
            </a:lvl2pPr>
            <a:lvl3pPr algn="r">
              <a:buNone/>
              <a:defRPr sz="788" b="0" i="0">
                <a:solidFill>
                  <a:srgbClr val="647781"/>
                </a:solidFill>
                <a:latin typeface="Calibri"/>
                <a:ea typeface="Calibri"/>
                <a:cs typeface="Calibri"/>
              </a:defRPr>
            </a:lvl3pPr>
            <a:lvl4pPr algn="r">
              <a:buNone/>
              <a:defRPr sz="788" b="0" i="0">
                <a:solidFill>
                  <a:srgbClr val="647781"/>
                </a:solidFill>
                <a:latin typeface="Calibri"/>
                <a:ea typeface="Calibri"/>
                <a:cs typeface="Calibri"/>
              </a:defRPr>
            </a:lvl4pPr>
            <a:lvl5pPr algn="r">
              <a:buNone/>
              <a:defRPr sz="788" b="0" i="0">
                <a:solidFill>
                  <a:srgbClr val="647781"/>
                </a:solidFill>
                <a:latin typeface="Calibri"/>
                <a:ea typeface="Calibri"/>
                <a:cs typeface="Calibri"/>
              </a:defRPr>
            </a:lvl5pPr>
            <a:lvl6pPr algn="r">
              <a:buNone/>
              <a:defRPr sz="788" b="0" i="0">
                <a:solidFill>
                  <a:srgbClr val="647781"/>
                </a:solidFill>
                <a:latin typeface="Calibri"/>
                <a:ea typeface="Calibri"/>
                <a:cs typeface="Calibri"/>
              </a:defRPr>
            </a:lvl6pPr>
            <a:lvl7pPr algn="r">
              <a:buNone/>
              <a:defRPr sz="788" b="0" i="0">
                <a:solidFill>
                  <a:srgbClr val="647781"/>
                </a:solidFill>
                <a:latin typeface="Calibri"/>
                <a:ea typeface="Calibri"/>
                <a:cs typeface="Calibri"/>
              </a:defRPr>
            </a:lvl7pPr>
            <a:lvl8pPr algn="r">
              <a:buNone/>
              <a:defRPr sz="788" b="0" i="0">
                <a:solidFill>
                  <a:srgbClr val="647781"/>
                </a:solidFill>
                <a:latin typeface="Calibri"/>
                <a:ea typeface="Calibri"/>
                <a:cs typeface="Calibri"/>
              </a:defRPr>
            </a:lvl8pPr>
            <a:lvl9pPr algn="r">
              <a:buNone/>
              <a:defRPr sz="788" b="0" i="0">
                <a:solidFill>
                  <a:srgbClr val="647781"/>
                </a:solidFill>
                <a:latin typeface="Calibri"/>
                <a:ea typeface="Calibri"/>
                <a:cs typeface="Calibri"/>
              </a:defRPr>
            </a:lvl9pPr>
          </a:lstStyle>
          <a:p xmlns:a="http://schemas.openxmlformats.org/drawingml/2006/main">
            <a:pPr algn="r">
              <a:lnSpc>
                <a:spcPct val="108000"/>
              </a:lnSpc>
              <a:buNone/>
              <a:defRPr sz="788" b="0" i="0">
                <a:solidFill>
                  <a:srgbClr val="647781"/>
                </a:solidFill>
                <a:latin typeface="Calibri"/>
                <a:ea typeface="Calibri"/>
                <a:cs typeface="Calibri"/>
              </a:defRPr>
            </a:pPr>
            <a:r>
              <a:rPr sz="750" b="1" i="0">
                <a:solidFill>
                  <a:srgbClr val="168D89"/>
                </a:solidFill>
                <a:latin typeface="Calibri"/>
                <a:ea typeface="Calibri"/>
                <a:cs typeface="Calibri"/>
              </a:rPr>
              <a:t>03</a:t>
            </a:r>
          </a:p>
        </p:txBody>
      </p:sp>
      <p:sp>
        <p:nvSpPr>
          <p:cNvPr id="7" name="">
            <a:extLst xmlns:a="http://schemas.openxmlformats.org/drawingml/2006/main">
              <a:ext uri="{FF2B5EF4-FFF2-40B4-BE49-F238E27FC236}">
                <a16:creationId xmlns:a16="http://schemas.microsoft.com/office/drawing/2014/main" id="{B367D360-EF33-45F4-9C25-3F5BEDF9D365}"/>
              </a:ext>
            </a:extLst>
          </p:cNvPr>
          <p:cNvSpPr>
            <a:spLocks xmlns:a="http://schemas.openxmlformats.org/drawingml/2006/main" noGrp="1"/>
          </p:cNvSpPr>
          <p:nvPr/>
        </p:nvSpPr>
        <p:spPr>
          <a:xfrm xmlns:a="http://schemas.openxmlformats.org/drawingml/2006/main">
            <a:off x="552450" y="1466850"/>
            <a:ext cx="2838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i="0">
                <a:solidFill>
                  <a:srgbClr val="168F89"/>
                </a:solidFill>
                <a:latin typeface="Calibri"/>
                <a:ea typeface="Calibri"/>
                <a:cs typeface="Calibri"/>
              </a:defRPr>
            </a:defPPr>
            <a:lvl1pPr algn="l">
              <a:buNone/>
              <a:defRPr sz="1425" b="1" i="0">
                <a:solidFill>
                  <a:srgbClr val="0D6F73"/>
                </a:solidFill>
                <a:latin typeface="Calibri"/>
                <a:ea typeface="Calibri"/>
                <a:cs typeface="Calibri"/>
              </a:defRPr>
            </a:lvl1pPr>
            <a:lvl2pPr algn="l">
              <a:buNone/>
              <a:defRPr sz="1425" b="1" i="0">
                <a:solidFill>
                  <a:srgbClr val="0D6F73"/>
                </a:solidFill>
                <a:latin typeface="Calibri"/>
                <a:ea typeface="Calibri"/>
                <a:cs typeface="Calibri"/>
              </a:defRPr>
            </a:lvl2pPr>
            <a:lvl3pPr algn="l">
              <a:buNone/>
              <a:defRPr sz="1425" b="1" i="0">
                <a:solidFill>
                  <a:srgbClr val="0D6F73"/>
                </a:solidFill>
                <a:latin typeface="Calibri"/>
                <a:ea typeface="Calibri"/>
                <a:cs typeface="Calibri"/>
              </a:defRPr>
            </a:lvl3pPr>
            <a:lvl4pPr algn="l">
              <a:buNone/>
              <a:defRPr sz="1425" b="1" i="0">
                <a:solidFill>
                  <a:srgbClr val="0D6F73"/>
                </a:solidFill>
                <a:latin typeface="Calibri"/>
                <a:ea typeface="Calibri"/>
                <a:cs typeface="Calibri"/>
              </a:defRPr>
            </a:lvl4pPr>
            <a:lvl5pPr algn="l">
              <a:buNone/>
              <a:defRPr sz="1425" b="1" i="0">
                <a:solidFill>
                  <a:srgbClr val="0D6F73"/>
                </a:solidFill>
                <a:latin typeface="Calibri"/>
                <a:ea typeface="Calibri"/>
                <a:cs typeface="Calibri"/>
              </a:defRPr>
            </a:lvl5pPr>
            <a:lvl6pPr algn="l">
              <a:buNone/>
              <a:defRPr sz="1425" b="1" i="0">
                <a:solidFill>
                  <a:srgbClr val="0D6F73"/>
                </a:solidFill>
                <a:latin typeface="Calibri"/>
                <a:ea typeface="Calibri"/>
                <a:cs typeface="Calibri"/>
              </a:defRPr>
            </a:lvl6pPr>
            <a:lvl7pPr algn="l">
              <a:buNone/>
              <a:defRPr sz="1425" b="1" i="0">
                <a:solidFill>
                  <a:srgbClr val="0D6F73"/>
                </a:solidFill>
                <a:latin typeface="Calibri"/>
                <a:ea typeface="Calibri"/>
                <a:cs typeface="Calibri"/>
              </a:defRPr>
            </a:lvl7pPr>
            <a:lvl8pPr algn="l">
              <a:buNone/>
              <a:defRPr sz="1425" b="1" i="0">
                <a:solidFill>
                  <a:srgbClr val="0D6F73"/>
                </a:solidFill>
                <a:latin typeface="Calibri"/>
                <a:ea typeface="Calibri"/>
                <a:cs typeface="Calibri"/>
              </a:defRPr>
            </a:lvl8pPr>
            <a:lvl9pPr algn="l">
              <a:buNone/>
              <a:defRPr sz="1425" b="1" i="0">
                <a:solidFill>
                  <a:srgbClr val="0D6F73"/>
                </a:solidFill>
                <a:latin typeface="Calibri"/>
                <a:ea typeface="Calibri"/>
                <a:cs typeface="Calibri"/>
              </a:defRPr>
            </a:lvl9pPr>
          </a:lstStyle>
          <a:p xmlns:a="http://schemas.openxmlformats.org/drawingml/2006/main">
            <a:pPr algn="l">
              <a:lnSpc>
                <a:spcPct val="108000"/>
              </a:lnSpc>
              <a:buNone/>
              <a:defRPr sz="1425" b="1" i="0">
                <a:solidFill>
                  <a:srgbClr val="0D6F73"/>
                </a:solidFill>
                <a:latin typeface="Calibri"/>
                <a:ea typeface="Calibri"/>
                <a:cs typeface="Calibri"/>
              </a:defRPr>
            </a:pPr>
            <a:r>
              <a:rPr sz="1200" b="1" i="0">
                <a:solidFill>
                  <a:srgbClr val="168F89"/>
                </a:solidFill>
                <a:latin typeface="Calibri"/>
                <a:ea typeface="Calibri"/>
                <a:cs typeface="Calibri"/>
              </a:rPr>
              <a:t>01  ·  Historical context</a:t>
            </a:r>
          </a:p>
        </p:txBody>
      </p:sp>
      <p:sp>
        <p:nvSpPr>
          <p:cNvPr id="8" name="">
            <a:extLst xmlns:a="http://schemas.openxmlformats.org/drawingml/2006/main">
              <a:ext uri="{FF2B5EF4-FFF2-40B4-BE49-F238E27FC236}">
                <a16:creationId xmlns:a16="http://schemas.microsoft.com/office/drawing/2014/main" id="{4E2E187B-2B16-434D-A52F-EB531529F72A}"/>
              </a:ext>
            </a:extLst>
          </p:cNvPr>
          <p:cNvSpPr>
            <a:spLocks xmlns:a="http://schemas.openxmlformats.org/drawingml/2006/main" noGrp="1"/>
          </p:cNvSpPr>
          <p:nvPr/>
        </p:nvSpPr>
        <p:spPr>
          <a:xfrm xmlns:a="http://schemas.openxmlformats.org/drawingml/2006/main">
            <a:off x="552450" y="1895475"/>
            <a:ext cx="280035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833"/>
          </a:bodyPr>
          <a:lstStyle xmlns:a="http://schemas.openxmlformats.org/drawingml/2006/main">
            <a:defPPr algn="l">
              <a:defRPr sz="1275" b="0" i="0">
                <a:solidFill>
                  <a:srgbClr val="304F5B"/>
                </a:solidFill>
                <a:latin typeface="Calibri"/>
                <a:ea typeface="Calibri"/>
                <a:cs typeface="Calibri"/>
              </a:defRPr>
            </a:defPPr>
            <a:lvl1pPr algn="l">
              <a:buNone/>
              <a:defRPr sz="1350" b="0" i="0">
                <a:solidFill>
                  <a:srgbClr val="263C45"/>
                </a:solidFill>
                <a:latin typeface="Calibri"/>
                <a:ea typeface="Calibri"/>
                <a:cs typeface="Calibri"/>
              </a:defRPr>
            </a:lvl1pPr>
            <a:lvl2pPr algn="l">
              <a:buNone/>
              <a:defRPr sz="1350" b="0" i="0">
                <a:solidFill>
                  <a:srgbClr val="263C45"/>
                </a:solidFill>
                <a:latin typeface="Calibri"/>
                <a:ea typeface="Calibri"/>
                <a:cs typeface="Calibri"/>
              </a:defRPr>
            </a:lvl2pPr>
            <a:lvl3pPr algn="l">
              <a:buNone/>
              <a:defRPr sz="1350" b="0" i="0">
                <a:solidFill>
                  <a:srgbClr val="263C45"/>
                </a:solidFill>
                <a:latin typeface="Calibri"/>
                <a:ea typeface="Calibri"/>
                <a:cs typeface="Calibri"/>
              </a:defRPr>
            </a:lvl3pPr>
            <a:lvl4pPr algn="l">
              <a:buNone/>
              <a:defRPr sz="1350" b="0" i="0">
                <a:solidFill>
                  <a:srgbClr val="263C45"/>
                </a:solidFill>
                <a:latin typeface="Calibri"/>
                <a:ea typeface="Calibri"/>
                <a:cs typeface="Calibri"/>
              </a:defRPr>
            </a:lvl4pPr>
            <a:lvl5pPr algn="l">
              <a:buNone/>
              <a:defRPr sz="1350" b="0" i="0">
                <a:solidFill>
                  <a:srgbClr val="263C45"/>
                </a:solidFill>
                <a:latin typeface="Calibri"/>
                <a:ea typeface="Calibri"/>
                <a:cs typeface="Calibri"/>
              </a:defRPr>
            </a:lvl5pPr>
            <a:lvl6pPr algn="l">
              <a:buNone/>
              <a:defRPr sz="1350" b="0" i="0">
                <a:solidFill>
                  <a:srgbClr val="263C45"/>
                </a:solidFill>
                <a:latin typeface="Calibri"/>
                <a:ea typeface="Calibri"/>
                <a:cs typeface="Calibri"/>
              </a:defRPr>
            </a:lvl6pPr>
            <a:lvl7pPr algn="l">
              <a:buNone/>
              <a:defRPr sz="1350" b="0" i="0">
                <a:solidFill>
                  <a:srgbClr val="263C45"/>
                </a:solidFill>
                <a:latin typeface="Calibri"/>
                <a:ea typeface="Calibri"/>
                <a:cs typeface="Calibri"/>
              </a:defRPr>
            </a:lvl7pPr>
            <a:lvl8pPr algn="l">
              <a:buNone/>
              <a:defRPr sz="1350" b="0" i="0">
                <a:solidFill>
                  <a:srgbClr val="263C45"/>
                </a:solidFill>
                <a:latin typeface="Calibri"/>
                <a:ea typeface="Calibri"/>
                <a:cs typeface="Calibri"/>
              </a:defRPr>
            </a:lvl8pPr>
            <a:lvl9pPr algn="l">
              <a:buNone/>
              <a:defRPr sz="1350" b="0" i="0">
                <a:solidFill>
                  <a:srgbClr val="263C45"/>
                </a:solidFill>
                <a:latin typeface="Calibri"/>
                <a:ea typeface="Calibri"/>
                <a:cs typeface="Calibri"/>
              </a:defRPr>
            </a:lvl9pPr>
          </a:lstStyle>
          <a:p xmlns:a="http://schemas.openxmlformats.org/drawingml/2006/main">
            <a:pPr algn="l">
              <a:lnSpc>
                <a:spcPct val="115000"/>
              </a:lnSpc>
              <a:buNone/>
              <a:defRPr sz="1350" b="0" i="0">
                <a:solidFill>
                  <a:srgbClr val="263C45"/>
                </a:solidFill>
                <a:latin typeface="Calibri"/>
                <a:ea typeface="Calibri"/>
                <a:cs typeface="Calibri"/>
              </a:defRPr>
            </a:pPr>
            <a:r>
              <a:rPr sz="1275" b="0" i="0">
                <a:solidFill>
                  <a:srgbClr val="304F5B"/>
                </a:solidFill>
                <a:latin typeface="Calibri"/>
                <a:ea typeface="Calibri"/>
                <a:cs typeface="Calibri"/>
              </a:rPr>
              <a:t>Demographics</a:t>
            </a:r>
          </a:p>
          <a:p xmlns:a="http://schemas.openxmlformats.org/drawingml/2006/main">
            <a:pPr algn="l">
              <a:lnSpc>
                <a:spcPct val="115000"/>
              </a:lnSpc>
              <a:buNone/>
              <a:defRPr sz="1350" b="0" i="0">
                <a:solidFill>
                  <a:srgbClr val="263C45"/>
                </a:solidFill>
                <a:latin typeface="Calibri"/>
                <a:ea typeface="Calibri"/>
                <a:cs typeface="Calibri"/>
              </a:defRPr>
            </a:pPr>
            <a:r>
              <a:rPr sz="1275" b="0" i="0">
                <a:solidFill>
                  <a:srgbClr val="304F5B"/>
                </a:solidFill>
                <a:latin typeface="Calibri"/>
                <a:ea typeface="Calibri"/>
                <a:cs typeface="Calibri"/>
              </a:rPr>
              <a:t>Age · sex · BMI</a:t>
            </a:r>
          </a:p>
          <a:p xmlns:a="http://schemas.openxmlformats.org/drawingml/2006/main">
            <a:r>
              <a:t/>
            </a:r>
          </a:p>
          <a:p xmlns:a="http://schemas.openxmlformats.org/drawingml/2006/main">
            <a:pPr algn="l">
              <a:lnSpc>
                <a:spcPct val="115000"/>
              </a:lnSpc>
              <a:buNone/>
              <a:defRPr sz="1350" b="0" i="0">
                <a:solidFill>
                  <a:srgbClr val="263C45"/>
                </a:solidFill>
                <a:latin typeface="Calibri"/>
                <a:ea typeface="Calibri"/>
                <a:cs typeface="Calibri"/>
              </a:defRPr>
            </a:pPr>
            <a:r>
              <a:rPr sz="1275" b="0" i="0">
                <a:solidFill>
                  <a:srgbClr val="304F5B"/>
                </a:solidFill>
                <a:latin typeface="Calibri"/>
                <a:ea typeface="Calibri"/>
                <a:cs typeface="Calibri"/>
              </a:rPr>
              <a:t>Risk factors</a:t>
            </a:r>
          </a:p>
          <a:p xmlns:a="http://schemas.openxmlformats.org/drawingml/2006/main">
            <a:pPr algn="l">
              <a:lnSpc>
                <a:spcPct val="115000"/>
              </a:lnSpc>
              <a:buNone/>
              <a:defRPr sz="1350" b="0" i="0">
                <a:solidFill>
                  <a:srgbClr val="263C45"/>
                </a:solidFill>
                <a:latin typeface="Calibri"/>
                <a:ea typeface="Calibri"/>
                <a:cs typeface="Calibri"/>
              </a:defRPr>
            </a:pPr>
            <a:r>
              <a:rPr sz="1275" b="0" i="0">
                <a:solidFill>
                  <a:srgbClr val="304F5B"/>
                </a:solidFill>
                <a:latin typeface="Calibri"/>
                <a:ea typeface="Calibri"/>
                <a:cs typeface="Calibri"/>
              </a:rPr>
              <a:t>Smoking · diabetes · hypertension</a:t>
            </a:r>
          </a:p>
          <a:p xmlns:a="http://schemas.openxmlformats.org/drawingml/2006/main">
            <a:r>
              <a:t/>
            </a:r>
          </a:p>
          <a:p xmlns:a="http://schemas.openxmlformats.org/drawingml/2006/main">
            <a:pPr algn="l">
              <a:lnSpc>
                <a:spcPct val="115000"/>
              </a:lnSpc>
              <a:buNone/>
              <a:defRPr sz="1350" b="0" i="0">
                <a:solidFill>
                  <a:srgbClr val="263C45"/>
                </a:solidFill>
                <a:latin typeface="Calibri"/>
                <a:ea typeface="Calibri"/>
                <a:cs typeface="Calibri"/>
              </a:defRPr>
            </a:pPr>
            <a:r>
              <a:rPr sz="1275" b="0" i="0">
                <a:solidFill>
                  <a:srgbClr val="304F5B"/>
                </a:solidFill>
                <a:latin typeface="Calibri"/>
                <a:ea typeface="Calibri"/>
                <a:cs typeface="Calibri"/>
              </a:rPr>
              <a:t>History &amp; labs</a:t>
            </a:r>
          </a:p>
          <a:p xmlns:a="http://schemas.openxmlformats.org/drawingml/2006/main">
            <a:pPr algn="l">
              <a:lnSpc>
                <a:spcPct val="115000"/>
              </a:lnSpc>
              <a:buNone/>
              <a:defRPr sz="1350" b="0" i="0">
                <a:solidFill>
                  <a:srgbClr val="263C45"/>
                </a:solidFill>
                <a:latin typeface="Calibri"/>
                <a:ea typeface="Calibri"/>
                <a:cs typeface="Calibri"/>
              </a:defRPr>
            </a:pPr>
            <a:r>
              <a:rPr sz="1275" b="0" i="0">
                <a:solidFill>
                  <a:srgbClr val="304F5B"/>
                </a:solidFill>
                <a:latin typeface="Calibri"/>
                <a:ea typeface="Calibri"/>
                <a:cs typeface="Calibri"/>
              </a:rPr>
              <a:t>Family history · total / HDL / LDL cholesterol</a:t>
            </a:r>
          </a:p>
        </p:txBody>
      </p:sp>
      <p:sp>
        <p:nvSpPr>
          <p:cNvPr id="9" name="">
            <a:extLst xmlns:a="http://schemas.openxmlformats.org/drawingml/2006/main">
              <a:ext uri="{FF2B5EF4-FFF2-40B4-BE49-F238E27FC236}">
                <a16:creationId xmlns:a16="http://schemas.microsoft.com/office/drawing/2014/main" id="{7FB1006C-FAB6-480A-9C06-29BE5C44E49E}"/>
              </a:ext>
            </a:extLst>
          </p:cNvPr>
          <p:cNvSpPr>
            <a:spLocks xmlns:a="http://schemas.openxmlformats.org/drawingml/2006/main" noGrp="1"/>
          </p:cNvSpPr>
          <p:nvPr/>
        </p:nvSpPr>
        <p:spPr>
          <a:xfrm xmlns:a="http://schemas.openxmlformats.org/drawingml/2006/main" flipH="0" flipV="0">
            <a:off x="3724275" y="1457325"/>
            <a:ext cx="4763" cy="2457450"/>
          </a:xfrm>
          <a:prstGeom xmlns:a="http://schemas.openxmlformats.org/drawingml/2006/main" prst="line">
            <a:avLst/>
          </a:prstGeom>
          <a:noFill xmlns:a="http://schemas.openxmlformats.org/drawingml/2006/main"/>
          <a:ln xmlns:a="http://schemas.openxmlformats.org/drawingml/2006/main" w="11430">
            <a:solidFill>
              <a:srgbClr val="C7D8D8"/>
            </a:solidFill>
            <a:prstDash val="solid"/>
          </a:ln>
        </p:spPr>
      </p:sp>
      <p:sp>
        <p:nvSpPr>
          <p:cNvPr id="10" name="">
            <a:extLst xmlns:a="http://schemas.openxmlformats.org/drawingml/2006/main">
              <a:ext uri="{FF2B5EF4-FFF2-40B4-BE49-F238E27FC236}">
                <a16:creationId xmlns:a16="http://schemas.microsoft.com/office/drawing/2014/main" id="{E1C4C3B3-8A1B-4130-BA14-B81BA1BE4FA6}"/>
              </a:ext>
            </a:extLst>
          </p:cNvPr>
          <p:cNvSpPr>
            <a:spLocks xmlns:a="http://schemas.openxmlformats.org/drawingml/2006/main" noGrp="1"/>
          </p:cNvSpPr>
          <p:nvPr/>
        </p:nvSpPr>
        <p:spPr>
          <a:xfrm xmlns:a="http://schemas.openxmlformats.org/drawingml/2006/main">
            <a:off x="4057650" y="1466850"/>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i="0">
                <a:solidFill>
                  <a:srgbClr val="1598B7"/>
                </a:solidFill>
                <a:latin typeface="Calibri"/>
                <a:ea typeface="Calibri"/>
                <a:cs typeface="Calibri"/>
              </a:defRPr>
            </a:defPPr>
            <a:lvl1pPr algn="l">
              <a:buNone/>
              <a:defRPr sz="1425" b="1" i="0">
                <a:solidFill>
                  <a:srgbClr val="0D6F73"/>
                </a:solidFill>
                <a:latin typeface="Calibri"/>
                <a:ea typeface="Calibri"/>
                <a:cs typeface="Calibri"/>
              </a:defRPr>
            </a:lvl1pPr>
            <a:lvl2pPr algn="l">
              <a:buNone/>
              <a:defRPr sz="1425" b="1" i="0">
                <a:solidFill>
                  <a:srgbClr val="0D6F73"/>
                </a:solidFill>
                <a:latin typeface="Calibri"/>
                <a:ea typeface="Calibri"/>
                <a:cs typeface="Calibri"/>
              </a:defRPr>
            </a:lvl2pPr>
            <a:lvl3pPr algn="l">
              <a:buNone/>
              <a:defRPr sz="1425" b="1" i="0">
                <a:solidFill>
                  <a:srgbClr val="0D6F73"/>
                </a:solidFill>
                <a:latin typeface="Calibri"/>
                <a:ea typeface="Calibri"/>
                <a:cs typeface="Calibri"/>
              </a:defRPr>
            </a:lvl3pPr>
            <a:lvl4pPr algn="l">
              <a:buNone/>
              <a:defRPr sz="1425" b="1" i="0">
                <a:solidFill>
                  <a:srgbClr val="0D6F73"/>
                </a:solidFill>
                <a:latin typeface="Calibri"/>
                <a:ea typeface="Calibri"/>
                <a:cs typeface="Calibri"/>
              </a:defRPr>
            </a:lvl4pPr>
            <a:lvl5pPr algn="l">
              <a:buNone/>
              <a:defRPr sz="1425" b="1" i="0">
                <a:solidFill>
                  <a:srgbClr val="0D6F73"/>
                </a:solidFill>
                <a:latin typeface="Calibri"/>
                <a:ea typeface="Calibri"/>
                <a:cs typeface="Calibri"/>
              </a:defRPr>
            </a:lvl5pPr>
            <a:lvl6pPr algn="l">
              <a:buNone/>
              <a:defRPr sz="1425" b="1" i="0">
                <a:solidFill>
                  <a:srgbClr val="0D6F73"/>
                </a:solidFill>
                <a:latin typeface="Calibri"/>
                <a:ea typeface="Calibri"/>
                <a:cs typeface="Calibri"/>
              </a:defRPr>
            </a:lvl6pPr>
            <a:lvl7pPr algn="l">
              <a:buNone/>
              <a:defRPr sz="1425" b="1" i="0">
                <a:solidFill>
                  <a:srgbClr val="0D6F73"/>
                </a:solidFill>
                <a:latin typeface="Calibri"/>
                <a:ea typeface="Calibri"/>
                <a:cs typeface="Calibri"/>
              </a:defRPr>
            </a:lvl7pPr>
            <a:lvl8pPr algn="l">
              <a:buNone/>
              <a:defRPr sz="1425" b="1" i="0">
                <a:solidFill>
                  <a:srgbClr val="0D6F73"/>
                </a:solidFill>
                <a:latin typeface="Calibri"/>
                <a:ea typeface="Calibri"/>
                <a:cs typeface="Calibri"/>
              </a:defRPr>
            </a:lvl8pPr>
            <a:lvl9pPr algn="l">
              <a:buNone/>
              <a:defRPr sz="1425" b="1" i="0">
                <a:solidFill>
                  <a:srgbClr val="0D6F73"/>
                </a:solidFill>
                <a:latin typeface="Calibri"/>
                <a:ea typeface="Calibri"/>
                <a:cs typeface="Calibri"/>
              </a:defRPr>
            </a:lvl9pPr>
          </a:lstStyle>
          <a:p xmlns:a="http://schemas.openxmlformats.org/drawingml/2006/main">
            <a:pPr algn="l">
              <a:lnSpc>
                <a:spcPct val="108000"/>
              </a:lnSpc>
              <a:buNone/>
              <a:defRPr sz="1425" b="1" i="0">
                <a:solidFill>
                  <a:srgbClr val="0D6F73"/>
                </a:solidFill>
                <a:latin typeface="Calibri"/>
                <a:ea typeface="Calibri"/>
                <a:cs typeface="Calibri"/>
              </a:defRPr>
            </a:pPr>
            <a:r>
              <a:rPr sz="1200" b="1" i="0">
                <a:solidFill>
                  <a:srgbClr val="1598B7"/>
                </a:solidFill>
                <a:latin typeface="Calibri"/>
                <a:ea typeface="Calibri"/>
                <a:cs typeface="Calibri"/>
              </a:rPr>
              <a:t>02  ·  Incoming telemetry</a:t>
            </a:r>
          </a:p>
        </p:txBody>
      </p:sp>
      <p:sp>
        <p:nvSpPr>
          <p:cNvPr id="11" name="">
            <a:extLst xmlns:a="http://schemas.openxmlformats.org/drawingml/2006/main">
              <a:ext uri="{FF2B5EF4-FFF2-40B4-BE49-F238E27FC236}">
                <a16:creationId xmlns:a16="http://schemas.microsoft.com/office/drawing/2014/main" id="{D2254630-85F8-478F-88E3-8164342D0075}"/>
              </a:ext>
            </a:extLst>
          </p:cNvPr>
          <p:cNvSpPr>
            <a:spLocks xmlns:a="http://schemas.openxmlformats.org/drawingml/2006/main" noGrp="1"/>
          </p:cNvSpPr>
          <p:nvPr/>
        </p:nvSpPr>
        <p:spPr>
          <a:xfrm xmlns:a="http://schemas.openxmlformats.org/drawingml/2006/main">
            <a:off x="4057650" y="1895475"/>
            <a:ext cx="295275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833"/>
          </a:bodyPr>
          <a:lstStyle xmlns:a="http://schemas.openxmlformats.org/drawingml/2006/main">
            <a:defPPr algn="l">
              <a:defRPr sz="1275" b="0" i="0">
                <a:solidFill>
                  <a:srgbClr val="304F5B"/>
                </a:solidFill>
                <a:latin typeface="Calibri"/>
                <a:ea typeface="Calibri"/>
                <a:cs typeface="Calibri"/>
              </a:defRPr>
            </a:defPPr>
            <a:lvl1pPr algn="l">
              <a:buNone/>
              <a:defRPr sz="1350" b="0" i="0">
                <a:solidFill>
                  <a:srgbClr val="263C45"/>
                </a:solidFill>
                <a:latin typeface="Calibri"/>
                <a:ea typeface="Calibri"/>
                <a:cs typeface="Calibri"/>
              </a:defRPr>
            </a:lvl1pPr>
            <a:lvl2pPr algn="l">
              <a:buNone/>
              <a:defRPr sz="1350" b="0" i="0">
                <a:solidFill>
                  <a:srgbClr val="263C45"/>
                </a:solidFill>
                <a:latin typeface="Calibri"/>
                <a:ea typeface="Calibri"/>
                <a:cs typeface="Calibri"/>
              </a:defRPr>
            </a:lvl2pPr>
            <a:lvl3pPr algn="l">
              <a:buNone/>
              <a:defRPr sz="1350" b="0" i="0">
                <a:solidFill>
                  <a:srgbClr val="263C45"/>
                </a:solidFill>
                <a:latin typeface="Calibri"/>
                <a:ea typeface="Calibri"/>
                <a:cs typeface="Calibri"/>
              </a:defRPr>
            </a:lvl3pPr>
            <a:lvl4pPr algn="l">
              <a:buNone/>
              <a:defRPr sz="1350" b="0" i="0">
                <a:solidFill>
                  <a:srgbClr val="263C45"/>
                </a:solidFill>
                <a:latin typeface="Calibri"/>
                <a:ea typeface="Calibri"/>
                <a:cs typeface="Calibri"/>
              </a:defRPr>
            </a:lvl4pPr>
            <a:lvl5pPr algn="l">
              <a:buNone/>
              <a:defRPr sz="1350" b="0" i="0">
                <a:solidFill>
                  <a:srgbClr val="263C45"/>
                </a:solidFill>
                <a:latin typeface="Calibri"/>
                <a:ea typeface="Calibri"/>
                <a:cs typeface="Calibri"/>
              </a:defRPr>
            </a:lvl5pPr>
            <a:lvl6pPr algn="l">
              <a:buNone/>
              <a:defRPr sz="1350" b="0" i="0">
                <a:solidFill>
                  <a:srgbClr val="263C45"/>
                </a:solidFill>
                <a:latin typeface="Calibri"/>
                <a:ea typeface="Calibri"/>
                <a:cs typeface="Calibri"/>
              </a:defRPr>
            </a:lvl6pPr>
            <a:lvl7pPr algn="l">
              <a:buNone/>
              <a:defRPr sz="1350" b="0" i="0">
                <a:solidFill>
                  <a:srgbClr val="263C45"/>
                </a:solidFill>
                <a:latin typeface="Calibri"/>
                <a:ea typeface="Calibri"/>
                <a:cs typeface="Calibri"/>
              </a:defRPr>
            </a:lvl7pPr>
            <a:lvl8pPr algn="l">
              <a:buNone/>
              <a:defRPr sz="1350" b="0" i="0">
                <a:solidFill>
                  <a:srgbClr val="263C45"/>
                </a:solidFill>
                <a:latin typeface="Calibri"/>
                <a:ea typeface="Calibri"/>
                <a:cs typeface="Calibri"/>
              </a:defRPr>
            </a:lvl8pPr>
            <a:lvl9pPr algn="l">
              <a:buNone/>
              <a:defRPr sz="1350" b="0" i="0">
                <a:solidFill>
                  <a:srgbClr val="263C45"/>
                </a:solidFill>
                <a:latin typeface="Calibri"/>
                <a:ea typeface="Calibri"/>
                <a:cs typeface="Calibri"/>
              </a:defRPr>
            </a:lvl9pPr>
          </a:lstStyle>
          <a:p xmlns:a="http://schemas.openxmlformats.org/drawingml/2006/main">
            <a:pPr algn="l">
              <a:lnSpc>
                <a:spcPct val="115000"/>
              </a:lnSpc>
              <a:buNone/>
              <a:defRPr sz="1350" b="0" i="0">
                <a:solidFill>
                  <a:srgbClr val="263C45"/>
                </a:solidFill>
                <a:latin typeface="Calibri"/>
                <a:ea typeface="Calibri"/>
                <a:cs typeface="Calibri"/>
              </a:defRPr>
            </a:pPr>
            <a:r>
              <a:rPr sz="1275" b="0" i="0">
                <a:solidFill>
                  <a:srgbClr val="304F5B"/>
                </a:solidFill>
                <a:latin typeface="Calibri"/>
                <a:ea typeface="Calibri"/>
                <a:cs typeface="Calibri"/>
              </a:rPr>
              <a:t>Vitals</a:t>
            </a:r>
          </a:p>
          <a:p xmlns:a="http://schemas.openxmlformats.org/drawingml/2006/main">
            <a:pPr algn="l">
              <a:lnSpc>
                <a:spcPct val="115000"/>
              </a:lnSpc>
              <a:buNone/>
              <a:defRPr sz="1350" b="0" i="0">
                <a:solidFill>
                  <a:srgbClr val="263C45"/>
                </a:solidFill>
                <a:latin typeface="Calibri"/>
                <a:ea typeface="Calibri"/>
                <a:cs typeface="Calibri"/>
              </a:defRPr>
            </a:pPr>
            <a:r>
              <a:rPr sz="1275" b="0" i="0">
                <a:solidFill>
                  <a:srgbClr val="304F5B"/>
                </a:solidFill>
                <a:latin typeface="Calibri"/>
                <a:ea typeface="Calibri"/>
                <a:cs typeface="Calibri"/>
              </a:rPr>
              <a:t>Heart rate · systolic / diastolic BP</a:t>
            </a:r>
          </a:p>
          <a:p xmlns:a="http://schemas.openxmlformats.org/drawingml/2006/main">
            <a:pPr algn="l">
              <a:lnSpc>
                <a:spcPct val="115000"/>
              </a:lnSpc>
              <a:buNone/>
              <a:defRPr sz="1350" b="0" i="0">
                <a:solidFill>
                  <a:srgbClr val="263C45"/>
                </a:solidFill>
                <a:latin typeface="Calibri"/>
                <a:ea typeface="Calibri"/>
                <a:cs typeface="Calibri"/>
              </a:defRPr>
            </a:pPr>
            <a:r>
              <a:rPr sz="1275" b="0" i="0">
                <a:solidFill>
                  <a:srgbClr val="304F5B"/>
                </a:solidFill>
                <a:latin typeface="Calibri"/>
                <a:ea typeface="Calibri"/>
                <a:cs typeface="Calibri"/>
              </a:rPr>
              <a:t>Oxygen saturation</a:t>
            </a:r>
          </a:p>
          <a:p xmlns:a="http://schemas.openxmlformats.org/drawingml/2006/main">
            <a:r>
              <a:t/>
            </a:r>
          </a:p>
          <a:p xmlns:a="http://schemas.openxmlformats.org/drawingml/2006/main">
            <a:pPr algn="l">
              <a:lnSpc>
                <a:spcPct val="115000"/>
              </a:lnSpc>
              <a:buNone/>
              <a:defRPr sz="1350" b="0" i="0">
                <a:solidFill>
                  <a:srgbClr val="263C45"/>
                </a:solidFill>
                <a:latin typeface="Calibri"/>
                <a:ea typeface="Calibri"/>
                <a:cs typeface="Calibri"/>
              </a:defRPr>
            </a:pPr>
            <a:r>
              <a:rPr sz="1275" b="0" i="0">
                <a:solidFill>
                  <a:srgbClr val="304F5B"/>
                </a:solidFill>
                <a:latin typeface="Calibri"/>
                <a:ea typeface="Calibri"/>
                <a:cs typeface="Calibri"/>
              </a:rPr>
              <a:t>Rhythm signal</a:t>
            </a:r>
          </a:p>
          <a:p xmlns:a="http://schemas.openxmlformats.org/drawingml/2006/main">
            <a:pPr algn="l">
              <a:lnSpc>
                <a:spcPct val="115000"/>
              </a:lnSpc>
              <a:buNone/>
              <a:defRPr sz="1350" b="0" i="0">
                <a:solidFill>
                  <a:srgbClr val="263C45"/>
                </a:solidFill>
                <a:latin typeface="Calibri"/>
                <a:ea typeface="Calibri"/>
                <a:cs typeface="Calibri"/>
              </a:defRPr>
            </a:pPr>
            <a:r>
              <a:rPr sz="1275" b="0" i="0">
                <a:solidFill>
                  <a:srgbClr val="304F5B"/>
                </a:solidFill>
                <a:latin typeface="Calibri"/>
                <a:ea typeface="Calibri"/>
                <a:cs typeface="Calibri"/>
              </a:rPr>
              <a:t>ECG rhythm label + quality</a:t>
            </a:r>
          </a:p>
          <a:p xmlns:a="http://schemas.openxmlformats.org/drawingml/2006/main">
            <a:r>
              <a:t/>
            </a:r>
          </a:p>
          <a:p xmlns:a="http://schemas.openxmlformats.org/drawingml/2006/main">
            <a:pPr algn="l">
              <a:lnSpc>
                <a:spcPct val="115000"/>
              </a:lnSpc>
              <a:buNone/>
              <a:defRPr sz="1350" b="0" i="0">
                <a:solidFill>
                  <a:srgbClr val="263C45"/>
                </a:solidFill>
                <a:latin typeface="Calibri"/>
                <a:ea typeface="Calibri"/>
                <a:cs typeface="Calibri"/>
              </a:defRPr>
            </a:pPr>
            <a:r>
              <a:rPr sz="1275" b="0" i="0">
                <a:solidFill>
                  <a:srgbClr val="304F5B"/>
                </a:solidFill>
                <a:latin typeface="Calibri"/>
                <a:ea typeface="Calibri"/>
                <a:cs typeface="Calibri"/>
              </a:rPr>
              <a:t>Context fields</a:t>
            </a:r>
          </a:p>
          <a:p xmlns:a="http://schemas.openxmlformats.org/drawingml/2006/main">
            <a:pPr algn="l">
              <a:lnSpc>
                <a:spcPct val="115000"/>
              </a:lnSpc>
              <a:buNone/>
              <a:defRPr sz="1350" b="0" i="0">
                <a:solidFill>
                  <a:srgbClr val="263C45"/>
                </a:solidFill>
                <a:latin typeface="Calibri"/>
                <a:ea typeface="Calibri"/>
                <a:cs typeface="Calibri"/>
              </a:defRPr>
            </a:pPr>
            <a:r>
              <a:rPr sz="1275" b="0" i="0">
                <a:solidFill>
                  <a:srgbClr val="304F5B"/>
                </a:solidFill>
                <a:latin typeface="Calibri"/>
                <a:ea typeface="Calibri"/>
                <a:cs typeface="Calibri"/>
              </a:rPr>
              <a:t>Timestamp · source</a:t>
            </a:r>
          </a:p>
        </p:txBody>
      </p:sp>
      <p:sp>
        <p:nvSpPr>
          <p:cNvPr id="12" name="">
            <a:extLst xmlns:a="http://schemas.openxmlformats.org/drawingml/2006/main">
              <a:ext uri="{FF2B5EF4-FFF2-40B4-BE49-F238E27FC236}">
                <a16:creationId xmlns:a16="http://schemas.microsoft.com/office/drawing/2014/main" id="{5AAC89B5-D491-49BD-A75D-8AF1A6D2A5E3}"/>
              </a:ext>
            </a:extLst>
          </p:cNvPr>
          <p:cNvSpPr>
            <a:spLocks xmlns:a="http://schemas.openxmlformats.org/drawingml/2006/main" noGrp="1"/>
          </p:cNvSpPr>
          <p:nvPr/>
        </p:nvSpPr>
        <p:spPr>
          <a:xfrm xmlns:a="http://schemas.openxmlformats.org/drawingml/2006/main">
            <a:off x="1285875" y="4171950"/>
            <a:ext cx="4895850" cy="457200"/>
          </a:xfrm>
          <a:prstGeom xmlns:a="http://schemas.openxmlformats.org/drawingml/2006/main" prst="roundRect">
            <a:avLst>
              <a:gd name="adj" fmla="val 16667"/>
            </a:avLst>
          </a:prstGeom>
          <a:solidFill xmlns:a="http://schemas.openxmlformats.org/drawingml/2006/main">
            <a:srgbClr val="DDF2EF"/>
          </a:solidFill>
          <a:ln xmlns:a="http://schemas.openxmlformats.org/drawingml/2006/main" w="11430">
            <a:solidFill>
              <a:srgbClr val="BEDDDA"/>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275" b="1">
                <a:solidFill>
                  <a:srgbClr val="087E83"/>
                </a:solidFill>
                <a:latin typeface="Calibri"/>
                <a:ea typeface="Calibri"/>
                <a:cs typeface="Calibri"/>
              </a:defRPr>
            </a:defPPr>
            <a:lvl1pPr algn="ctr">
              <a:buNone/>
              <a:defRPr sz="1350" b="1">
                <a:solidFill>
                  <a:srgbClr val="123F50"/>
                </a:solidFill>
                <a:latin typeface="Calibri"/>
                <a:ea typeface="Calibri"/>
                <a:cs typeface="Calibri"/>
              </a:defRPr>
            </a:lvl1pPr>
            <a:lvl2pPr algn="ctr">
              <a:buNone/>
              <a:defRPr sz="1350" b="1">
                <a:solidFill>
                  <a:srgbClr val="123F50"/>
                </a:solidFill>
                <a:latin typeface="Calibri"/>
                <a:ea typeface="Calibri"/>
                <a:cs typeface="Calibri"/>
              </a:defRPr>
            </a:lvl2pPr>
            <a:lvl3pPr algn="ctr">
              <a:buNone/>
              <a:defRPr sz="1350" b="1">
                <a:solidFill>
                  <a:srgbClr val="123F50"/>
                </a:solidFill>
                <a:latin typeface="Calibri"/>
                <a:ea typeface="Calibri"/>
                <a:cs typeface="Calibri"/>
              </a:defRPr>
            </a:lvl3pPr>
            <a:lvl4pPr algn="ctr">
              <a:buNone/>
              <a:defRPr sz="1350" b="1">
                <a:solidFill>
                  <a:srgbClr val="123F50"/>
                </a:solidFill>
                <a:latin typeface="Calibri"/>
                <a:ea typeface="Calibri"/>
                <a:cs typeface="Calibri"/>
              </a:defRPr>
            </a:lvl4pPr>
            <a:lvl5pPr algn="ctr">
              <a:buNone/>
              <a:defRPr sz="1350" b="1">
                <a:solidFill>
                  <a:srgbClr val="123F50"/>
                </a:solidFill>
                <a:latin typeface="Calibri"/>
                <a:ea typeface="Calibri"/>
                <a:cs typeface="Calibri"/>
              </a:defRPr>
            </a:lvl5pPr>
            <a:lvl6pPr algn="ctr">
              <a:buNone/>
              <a:defRPr sz="1350" b="1">
                <a:solidFill>
                  <a:srgbClr val="123F50"/>
                </a:solidFill>
                <a:latin typeface="Calibri"/>
                <a:ea typeface="Calibri"/>
                <a:cs typeface="Calibri"/>
              </a:defRPr>
            </a:lvl6pPr>
            <a:lvl7pPr algn="ctr">
              <a:buNone/>
              <a:defRPr sz="1350" b="1">
                <a:solidFill>
                  <a:srgbClr val="123F50"/>
                </a:solidFill>
                <a:latin typeface="Calibri"/>
                <a:ea typeface="Calibri"/>
                <a:cs typeface="Calibri"/>
              </a:defRPr>
            </a:lvl7pPr>
            <a:lvl8pPr algn="ctr">
              <a:buNone/>
              <a:defRPr sz="1350" b="1">
                <a:solidFill>
                  <a:srgbClr val="123F50"/>
                </a:solidFill>
                <a:latin typeface="Calibri"/>
                <a:ea typeface="Calibri"/>
                <a:cs typeface="Calibri"/>
              </a:defRPr>
            </a:lvl8pPr>
            <a:lvl9pPr algn="ctr">
              <a:buNone/>
              <a:defRPr sz="1350" b="1">
                <a:solidFill>
                  <a:srgbClr val="123F50"/>
                </a:solidFill>
                <a:latin typeface="Calibri"/>
                <a:ea typeface="Calibri"/>
                <a:cs typeface="Calibri"/>
              </a:defRPr>
            </a:lvl9pPr>
          </a:lstStyle>
          <a:p xmlns:a="http://schemas.openxmlformats.org/drawingml/2006/main">
            <a:pPr algn="ctr">
              <a:buNone/>
              <a:defRPr sz="1350" b="1">
                <a:solidFill>
                  <a:srgbClr val="123F50"/>
                </a:solidFill>
                <a:latin typeface="Calibri"/>
                <a:ea typeface="Calibri"/>
                <a:cs typeface="Calibri"/>
              </a:defRPr>
            </a:pPr>
            <a:r>
              <a:rPr sz="1275" b="1">
                <a:solidFill>
                  <a:srgbClr val="087E83"/>
                </a:solidFill>
                <a:latin typeface="Calibri"/>
                <a:ea typeface="Calibri"/>
                <a:cs typeface="Calibri"/>
              </a:rPr>
              <a:t>A shared patient timeline for the prediction and review flows</a:t>
            </a:r>
          </a:p>
        </p:txBody>
      </p:sp>
    </p:spTree>
    <p:extLst>
      <p:ext uri="{BB962C8B-B14F-4D97-AF65-F5344CB8AC3E}">
        <p14:creationId xmlns:p14="http://schemas.microsoft.com/office/powerpoint/2010/main" val="1991660910"/>
      </p:ext>
    </p:extLst>
  </p:cSld>
</p:sld>
</file>

<file path=ppt/slides/slide4.xml><?xml version="1.0" encoding="utf-8"?>
<p:sld xmlns:p="http://schemas.openxmlformats.org/presentationml/2006/main">
  <p:cSld>
    <p:bg>
      <p:bgPr>
        <a:solidFill xmlns:a="http://schemas.openxmlformats.org/drawingml/2006/main">
          <a:srgbClr val="F5FAF9"/>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634F85C1-4B55-4906-81B9-03522E4C604F}"/>
              </a:ext>
            </a:extLst>
          </p:cNvPr>
          <p:cNvPicPr>
            <a:picLocks xmlns:a="http://schemas.openxmlformats.org/drawingml/2006/main" noChangeAspect="1"/>
          </p:cNvPicPr>
          <p:nvPr/>
        </p:nvPicPr>
        <p:blipFill>
          <a:blip xmlns:r="http://schemas.openxmlformats.org/officeDocument/2006/relationships" xmlns:a="http://schemas.openxmlformats.org/drawingml/2006/main" r:embed="R195f2c0ee9ca4a8d"/>
          <a:srcRect xmlns:a="http://schemas.openxmlformats.org/drawingml/2006/main" l="0" t="1932" r="0" b="1932"/>
          <a:stretch xmlns:a="http://schemas.openxmlformats.org/drawingml/2006/main">
            <a:fillRect l="0" t="0" r="0" b="0"/>
          </a:stretch>
        </p:blipFill>
        <p:spPr>
          <a:xfrm xmlns:a="http://schemas.openxmlformats.org/drawingml/2006/main">
            <a:off x="0" y="0"/>
            <a:ext cx="7477125" cy="53911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E285A4D1-D188-4F87-88FE-23F6F29B8CD4}"/>
              </a:ext>
            </a:extLst>
          </p:cNvPr>
          <p:cNvSpPr>
            <a:spLocks xmlns:a="http://schemas.openxmlformats.org/drawingml/2006/main" noGrp="1"/>
          </p:cNvSpPr>
          <p:nvPr/>
        </p:nvSpPr>
        <p:spPr>
          <a:xfrm xmlns:a="http://schemas.openxmlformats.org/drawingml/2006/main">
            <a:off x="190500" y="1390650"/>
            <a:ext cx="4695825" cy="2809875"/>
          </a:xfrm>
          <a:prstGeom xmlns:a="http://schemas.openxmlformats.org/drawingml/2006/main" prst="roundRect">
            <a:avLst>
              <a:gd name="adj" fmla="val 5085"/>
            </a:avLst>
          </a:prstGeom>
          <a:solidFill xmlns:a="http://schemas.openxmlformats.org/drawingml/2006/main">
            <a:srgbClr val="FFFFFF">
              <a:alpha val="93000"/>
            </a:srgbClr>
          </a:solidFill>
          <a:ln xmlns:a="http://schemas.openxmlformats.org/drawingml/2006/main" w="9525">
            <a:solidFill>
              <a:srgbClr val="CFE3D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F5D05235-A407-42C4-A9DE-4D434675BF4C}"/>
              </a:ext>
            </a:extLst>
          </p:cNvPr>
          <p:cNvSpPr>
            <a:spLocks xmlns:a="http://schemas.openxmlformats.org/drawingml/2006/main" noGrp="1"/>
          </p:cNvSpPr>
          <p:nvPr/>
        </p:nvSpPr>
        <p:spPr>
          <a:xfrm xmlns:a="http://schemas.openxmlformats.org/drawingml/2006/main">
            <a:off x="4762500" y="1390650"/>
            <a:ext cx="2533650" cy="2809875"/>
          </a:xfrm>
          <a:prstGeom xmlns:a="http://schemas.openxmlformats.org/drawingml/2006/main" prst="roundRect">
            <a:avLst>
              <a:gd name="adj" fmla="val 5639"/>
            </a:avLst>
          </a:prstGeom>
          <a:solidFill xmlns:a="http://schemas.openxmlformats.org/drawingml/2006/main">
            <a:srgbClr val="FFFFFF">
              <a:alpha val="93000"/>
            </a:srgbClr>
          </a:solidFill>
          <a:ln xmlns:a="http://schemas.openxmlformats.org/drawingml/2006/main" w="9525">
            <a:solidFill>
              <a:srgbClr val="CFE3D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06074BBD-6171-4027-8EDC-ECDA43F5963C}"/>
              </a:ext>
            </a:extLst>
          </p:cNvPr>
          <p:cNvSpPr>
            <a:spLocks xmlns:a="http://schemas.openxmlformats.org/drawingml/2006/main" noGrp="1"/>
          </p:cNvSpPr>
          <p:nvPr/>
        </p:nvSpPr>
        <p:spPr>
          <a:xfrm xmlns:a="http://schemas.openxmlformats.org/drawingml/2006/main">
            <a:off x="190500" y="1390650"/>
            <a:ext cx="57150" cy="2809875"/>
          </a:xfrm>
          <a:prstGeom xmlns:a="http://schemas.openxmlformats.org/drawingml/2006/main" prst="roundRect">
            <a:avLst>
              <a:gd name="adj" fmla="val 50000"/>
            </a:avLst>
          </a:prstGeom>
          <a:solidFill xmlns:a="http://schemas.openxmlformats.org/drawingml/2006/main">
            <a:srgbClr val="168F8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33F6FAF-203C-48D6-8E7C-34AB05FD6F55}"/>
              </a:ext>
            </a:extLst>
          </p:cNvPr>
          <p:cNvSpPr>
            <a:spLocks xmlns:a="http://schemas.openxmlformats.org/drawingml/2006/main" noGrp="1"/>
          </p:cNvSpPr>
          <p:nvPr/>
        </p:nvSpPr>
        <p:spPr>
          <a:xfrm xmlns:a="http://schemas.openxmlformats.org/drawingml/2006/main">
            <a:off x="4762500" y="1390650"/>
            <a:ext cx="57150" cy="2809875"/>
          </a:xfrm>
          <a:prstGeom xmlns:a="http://schemas.openxmlformats.org/drawingml/2006/main" prst="roundRect">
            <a:avLst>
              <a:gd name="adj" fmla="val 50000"/>
            </a:avLst>
          </a:prstGeom>
          <a:solidFill xmlns:a="http://schemas.openxmlformats.org/drawingml/2006/main">
            <a:srgbClr val="1598B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EE16243-E761-4D68-9617-218F3BB544A3}"/>
              </a:ext>
            </a:extLst>
          </p:cNvPr>
          <p:cNvSpPr>
            <a:spLocks xmlns:a="http://schemas.openxmlformats.org/drawingml/2006/main" noGrp="1"/>
          </p:cNvSpPr>
          <p:nvPr/>
        </p:nvSpPr>
        <p:spPr>
          <a:xfrm xmlns:a="http://schemas.openxmlformats.org/drawingml/2006/main">
            <a:off x="428625" y="1476375"/>
            <a:ext cx="4000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1">
                <a:solidFill>
                  <a:srgbClr val="168F89"/>
                </a:solidFill>
              </a:defRPr>
            </a:defPPr>
            <a:lvl1pPr algn="l">
              <a:buNone/>
              <a:defRPr sz="825" b="1">
                <a:solidFill>
                  <a:srgbClr val="168F89"/>
                </a:solidFill>
              </a:defRPr>
            </a:lvl1pPr>
            <a:lvl2pPr algn="l">
              <a:buNone/>
              <a:defRPr sz="825" b="1">
                <a:solidFill>
                  <a:srgbClr val="168F89"/>
                </a:solidFill>
              </a:defRPr>
            </a:lvl2pPr>
            <a:lvl3pPr algn="l">
              <a:buNone/>
              <a:defRPr sz="825" b="1">
                <a:solidFill>
                  <a:srgbClr val="168F89"/>
                </a:solidFill>
              </a:defRPr>
            </a:lvl3pPr>
            <a:lvl4pPr algn="l">
              <a:buNone/>
              <a:defRPr sz="825" b="1">
                <a:solidFill>
                  <a:srgbClr val="168F89"/>
                </a:solidFill>
              </a:defRPr>
            </a:lvl4pPr>
            <a:lvl5pPr algn="l">
              <a:buNone/>
              <a:defRPr sz="825" b="1">
                <a:solidFill>
                  <a:srgbClr val="168F89"/>
                </a:solidFill>
              </a:defRPr>
            </a:lvl5pPr>
            <a:lvl6pPr algn="l">
              <a:buNone/>
              <a:defRPr sz="825" b="1">
                <a:solidFill>
                  <a:srgbClr val="168F89"/>
                </a:solidFill>
              </a:defRPr>
            </a:lvl6pPr>
            <a:lvl7pPr algn="l">
              <a:buNone/>
              <a:defRPr sz="825" b="1">
                <a:solidFill>
                  <a:srgbClr val="168F89"/>
                </a:solidFill>
              </a:defRPr>
            </a:lvl7pPr>
            <a:lvl8pPr algn="l">
              <a:buNone/>
              <a:defRPr sz="825" b="1">
                <a:solidFill>
                  <a:srgbClr val="168F89"/>
                </a:solidFill>
              </a:defRPr>
            </a:lvl8pPr>
            <a:lvl9pPr algn="l">
              <a:buNone/>
              <a:defRPr sz="825" b="1">
                <a:solidFill>
                  <a:srgbClr val="168F89"/>
                </a:solidFill>
              </a:defRPr>
            </a:lvl9pPr>
          </a:lstStyle>
          <a:p xmlns:a="http://schemas.openxmlformats.org/drawingml/2006/main">
            <a:pPr algn="l">
              <a:buNone/>
              <a:defRPr sz="825" b="1">
                <a:solidFill>
                  <a:srgbClr val="168F89"/>
                </a:solidFill>
              </a:defRPr>
            </a:pPr>
            <a:r>
              <a:rPr sz="825" b="1">
                <a:solidFill>
                  <a:srgbClr val="168F89"/>
                </a:solidFill>
              </a:rPr>
              <a:t>ASSESS · EXPLAIN · SIMULATE</a:t>
            </a:r>
          </a:p>
        </p:txBody>
      </p:sp>
      <p:sp>
        <p:nvSpPr>
          <p:cNvPr id="17" name="">
            <a:extLst xmlns:a="http://schemas.openxmlformats.org/drawingml/2006/main">
              <a:ext uri="{FF2B5EF4-FFF2-40B4-BE49-F238E27FC236}">
                <a16:creationId xmlns:a16="http://schemas.microsoft.com/office/drawing/2014/main" id="{4195E7F3-EC36-454D-9B4C-D720D6A484B8}"/>
              </a:ext>
            </a:extLst>
          </p:cNvPr>
          <p:cNvSpPr>
            <a:spLocks xmlns:a="http://schemas.openxmlformats.org/drawingml/2006/main" noGrp="1"/>
          </p:cNvSpPr>
          <p:nvPr/>
        </p:nvSpPr>
        <p:spPr>
          <a:xfrm xmlns:a="http://schemas.openxmlformats.org/drawingml/2006/main">
            <a:off x="5010150" y="1476375"/>
            <a:ext cx="1905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1">
                <a:solidFill>
                  <a:srgbClr val="1598B7"/>
                </a:solidFill>
              </a:defRPr>
            </a:defPPr>
            <a:lvl1pPr algn="l">
              <a:buNone/>
              <a:defRPr sz="825" b="1">
                <a:solidFill>
                  <a:srgbClr val="1598B7"/>
                </a:solidFill>
              </a:defRPr>
            </a:lvl1pPr>
            <a:lvl2pPr algn="l">
              <a:buNone/>
              <a:defRPr sz="825" b="1">
                <a:solidFill>
                  <a:srgbClr val="1598B7"/>
                </a:solidFill>
              </a:defRPr>
            </a:lvl2pPr>
            <a:lvl3pPr algn="l">
              <a:buNone/>
              <a:defRPr sz="825" b="1">
                <a:solidFill>
                  <a:srgbClr val="1598B7"/>
                </a:solidFill>
              </a:defRPr>
            </a:lvl3pPr>
            <a:lvl4pPr algn="l">
              <a:buNone/>
              <a:defRPr sz="825" b="1">
                <a:solidFill>
                  <a:srgbClr val="1598B7"/>
                </a:solidFill>
              </a:defRPr>
            </a:lvl4pPr>
            <a:lvl5pPr algn="l">
              <a:buNone/>
              <a:defRPr sz="825" b="1">
                <a:solidFill>
                  <a:srgbClr val="1598B7"/>
                </a:solidFill>
              </a:defRPr>
            </a:lvl5pPr>
            <a:lvl6pPr algn="l">
              <a:buNone/>
              <a:defRPr sz="825" b="1">
                <a:solidFill>
                  <a:srgbClr val="1598B7"/>
                </a:solidFill>
              </a:defRPr>
            </a:lvl6pPr>
            <a:lvl7pPr algn="l">
              <a:buNone/>
              <a:defRPr sz="825" b="1">
                <a:solidFill>
                  <a:srgbClr val="1598B7"/>
                </a:solidFill>
              </a:defRPr>
            </a:lvl7pPr>
            <a:lvl8pPr algn="l">
              <a:buNone/>
              <a:defRPr sz="825" b="1">
                <a:solidFill>
                  <a:srgbClr val="1598B7"/>
                </a:solidFill>
              </a:defRPr>
            </a:lvl8pPr>
            <a:lvl9pPr algn="l">
              <a:buNone/>
              <a:defRPr sz="825" b="1">
                <a:solidFill>
                  <a:srgbClr val="1598B7"/>
                </a:solidFill>
              </a:defRPr>
            </a:lvl9pPr>
          </a:lstStyle>
          <a:p xmlns:a="http://schemas.openxmlformats.org/drawingml/2006/main">
            <a:pPr algn="l">
              <a:buNone/>
              <a:defRPr sz="825" b="1">
                <a:solidFill>
                  <a:srgbClr val="1598B7"/>
                </a:solidFill>
              </a:defRPr>
            </a:pPr>
            <a:r>
              <a:rPr sz="825" b="1">
                <a:solidFill>
                  <a:srgbClr val="1598B7"/>
                </a:solidFill>
              </a:rPr>
              <a:t>FAMILY ALERT</a:t>
            </a:r>
          </a:p>
        </p:txBody>
      </p:sp>
      <p:sp>
        <p:nvSpPr>
          <p:cNvPr id="10" name="">
            <a:extLst xmlns:a="http://schemas.openxmlformats.org/drawingml/2006/main">
              <a:ext uri="{FF2B5EF4-FFF2-40B4-BE49-F238E27FC236}">
                <a16:creationId xmlns:a16="http://schemas.microsoft.com/office/drawing/2014/main" id="{9A61E008-4C35-4A3F-93D6-6F0C67373083}"/>
              </a:ext>
            </a:extLst>
          </p:cNvPr>
          <p:cNvSpPr>
            <a:spLocks xmlns:a="http://schemas.openxmlformats.org/drawingml/2006/main" noGrp="1"/>
          </p:cNvSpPr>
          <p:nvPr/>
        </p:nvSpPr>
        <p:spPr>
          <a:xfrm xmlns:a="http://schemas.openxmlformats.org/drawingml/2006/main">
            <a:off x="457200" y="342900"/>
            <a:ext cx="6572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75" b="1" i="0">
                <a:solidFill>
                  <a:srgbClr val="123F50"/>
                </a:solidFill>
                <a:latin typeface="Calibri Light"/>
                <a:ea typeface="Calibri Light"/>
                <a:cs typeface="Calibri Light"/>
              </a:defRPr>
            </a:defPPr>
            <a:lvl1pPr algn="l">
              <a:buNone/>
              <a:defRPr sz="2325" b="1" i="0">
                <a:solidFill>
                  <a:srgbClr val="123F50"/>
                </a:solidFill>
                <a:latin typeface="Calibri Light"/>
                <a:ea typeface="Calibri Light"/>
                <a:cs typeface="Calibri Light"/>
              </a:defRPr>
            </a:lvl1pPr>
            <a:lvl2pPr algn="l">
              <a:buNone/>
              <a:defRPr sz="2325" b="1" i="0">
                <a:solidFill>
                  <a:srgbClr val="123F50"/>
                </a:solidFill>
                <a:latin typeface="Calibri Light"/>
                <a:ea typeface="Calibri Light"/>
                <a:cs typeface="Calibri Light"/>
              </a:defRPr>
            </a:lvl2pPr>
            <a:lvl3pPr algn="l">
              <a:buNone/>
              <a:defRPr sz="2325" b="1" i="0">
                <a:solidFill>
                  <a:srgbClr val="123F50"/>
                </a:solidFill>
                <a:latin typeface="Calibri Light"/>
                <a:ea typeface="Calibri Light"/>
                <a:cs typeface="Calibri Light"/>
              </a:defRPr>
            </a:lvl3pPr>
            <a:lvl4pPr algn="l">
              <a:buNone/>
              <a:defRPr sz="2325" b="1" i="0">
                <a:solidFill>
                  <a:srgbClr val="123F50"/>
                </a:solidFill>
                <a:latin typeface="Calibri Light"/>
                <a:ea typeface="Calibri Light"/>
                <a:cs typeface="Calibri Light"/>
              </a:defRPr>
            </a:lvl4pPr>
            <a:lvl5pPr algn="l">
              <a:buNone/>
              <a:defRPr sz="2325" b="1" i="0">
                <a:solidFill>
                  <a:srgbClr val="123F50"/>
                </a:solidFill>
                <a:latin typeface="Calibri Light"/>
                <a:ea typeface="Calibri Light"/>
                <a:cs typeface="Calibri Light"/>
              </a:defRPr>
            </a:lvl5pPr>
            <a:lvl6pPr algn="l">
              <a:buNone/>
              <a:defRPr sz="2325" b="1" i="0">
                <a:solidFill>
                  <a:srgbClr val="123F50"/>
                </a:solidFill>
                <a:latin typeface="Calibri Light"/>
                <a:ea typeface="Calibri Light"/>
                <a:cs typeface="Calibri Light"/>
              </a:defRPr>
            </a:lvl6pPr>
            <a:lvl7pPr algn="l">
              <a:buNone/>
              <a:defRPr sz="2325" b="1" i="0">
                <a:solidFill>
                  <a:srgbClr val="123F50"/>
                </a:solidFill>
                <a:latin typeface="Calibri Light"/>
                <a:ea typeface="Calibri Light"/>
                <a:cs typeface="Calibri Light"/>
              </a:defRPr>
            </a:lvl7pPr>
            <a:lvl8pPr algn="l">
              <a:buNone/>
              <a:defRPr sz="2325" b="1" i="0">
                <a:solidFill>
                  <a:srgbClr val="123F50"/>
                </a:solidFill>
                <a:latin typeface="Calibri Light"/>
                <a:ea typeface="Calibri Light"/>
                <a:cs typeface="Calibri Light"/>
              </a:defRPr>
            </a:lvl8pPr>
            <a:lvl9pPr algn="l">
              <a:buNone/>
              <a:defRPr sz="2325" b="1" i="0">
                <a:solidFill>
                  <a:srgbClr val="123F50"/>
                </a:solidFill>
                <a:latin typeface="Calibri Light"/>
                <a:ea typeface="Calibri Light"/>
                <a:cs typeface="Calibri Light"/>
              </a:defRPr>
            </a:lvl9pPr>
          </a:lstStyle>
          <a:p xmlns:a="http://schemas.openxmlformats.org/drawingml/2006/main">
            <a:pPr algn="l">
              <a:lnSpc>
                <a:spcPct val="108000"/>
              </a:lnSpc>
              <a:buNone/>
              <a:defRPr sz="2325" b="1" i="0">
                <a:solidFill>
                  <a:srgbClr val="123F50"/>
                </a:solidFill>
                <a:latin typeface="Calibri Light"/>
                <a:ea typeface="Calibri Light"/>
                <a:cs typeface="Calibri Light"/>
              </a:defRPr>
            </a:pPr>
            <a:r>
              <a:rPr sz="2475" b="1" i="0">
                <a:solidFill>
                  <a:srgbClr val="123F50"/>
                </a:solidFill>
                <a:latin typeface="Calibri Light"/>
                <a:ea typeface="Calibri Light"/>
                <a:cs typeface="Calibri Light"/>
              </a:rPr>
              <a:t>Twin monitoring workflow</a:t>
            </a:r>
          </a:p>
        </p:txBody>
      </p:sp>
      <p:sp>
        <p:nvSpPr>
          <p:cNvPr id="2" name="">
            <a:extLst xmlns:a="http://schemas.openxmlformats.org/drawingml/2006/main">
              <a:ext uri="{FF2B5EF4-FFF2-40B4-BE49-F238E27FC236}">
                <a16:creationId xmlns:a16="http://schemas.microsoft.com/office/drawing/2014/main" id="{D2694AA2-0DEC-4E6D-8491-AE7743562652}"/>
              </a:ext>
            </a:extLst>
          </p:cNvPr>
          <p:cNvSpPr>
            <a:spLocks xmlns:a="http://schemas.openxmlformats.org/drawingml/2006/main" noGrp="1"/>
          </p:cNvSpPr>
          <p:nvPr/>
        </p:nvSpPr>
        <p:spPr>
          <a:xfrm xmlns:a="http://schemas.openxmlformats.org/drawingml/2006/main" flipH="0" flipV="0">
            <a:off x="457200" y="866775"/>
            <a:ext cx="647700" cy="4763"/>
          </a:xfrm>
          <a:prstGeom xmlns:a="http://schemas.openxmlformats.org/drawingml/2006/main" prst="line">
            <a:avLst/>
          </a:prstGeom>
          <a:noFill xmlns:a="http://schemas.openxmlformats.org/drawingml/2006/main"/>
          <a:ln xmlns:a="http://schemas.openxmlformats.org/drawingml/2006/main" w="38100">
            <a:solidFill>
              <a:srgbClr val="168F89"/>
            </a:solidFill>
            <a:prstDash val="solid"/>
          </a:ln>
        </p:spPr>
      </p:sp>
      <p:sp>
        <p:nvSpPr>
          <p:cNvPr id="3" name="">
            <a:extLst xmlns:a="http://schemas.openxmlformats.org/drawingml/2006/main">
              <a:ext uri="{FF2B5EF4-FFF2-40B4-BE49-F238E27FC236}">
                <a16:creationId xmlns:a16="http://schemas.microsoft.com/office/drawing/2014/main" id="{5F2B540A-7009-4F61-9DA1-B8E7B4F71B35}"/>
              </a:ext>
            </a:extLst>
          </p:cNvPr>
          <p:cNvSpPr>
            <a:spLocks xmlns:a="http://schemas.openxmlformats.org/drawingml/2006/main" noGrp="1"/>
          </p:cNvSpPr>
          <p:nvPr/>
        </p:nvSpPr>
        <p:spPr>
          <a:xfrm xmlns:a="http://schemas.openxmlformats.org/drawingml/2006/main">
            <a:off x="457200" y="981075"/>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63" b="0" i="0">
                <a:solidFill>
                  <a:srgbClr val="526B73"/>
                </a:solidFill>
                <a:latin typeface="Calibri"/>
                <a:ea typeface="Calibri"/>
                <a:cs typeface="Calibri"/>
              </a:defRPr>
            </a:defPPr>
            <a:lvl1pPr algn="l">
              <a:buNone/>
              <a:defRPr sz="1125" b="0" i="0">
                <a:solidFill>
                  <a:srgbClr val="647781"/>
                </a:solidFill>
                <a:latin typeface="Calibri"/>
                <a:ea typeface="Calibri"/>
                <a:cs typeface="Calibri"/>
              </a:defRPr>
            </a:lvl1pPr>
            <a:lvl2pPr algn="l">
              <a:buNone/>
              <a:defRPr sz="1125" b="0" i="0">
                <a:solidFill>
                  <a:srgbClr val="647781"/>
                </a:solidFill>
                <a:latin typeface="Calibri"/>
                <a:ea typeface="Calibri"/>
                <a:cs typeface="Calibri"/>
              </a:defRPr>
            </a:lvl2pPr>
            <a:lvl3pPr algn="l">
              <a:buNone/>
              <a:defRPr sz="1125" b="0" i="0">
                <a:solidFill>
                  <a:srgbClr val="647781"/>
                </a:solidFill>
                <a:latin typeface="Calibri"/>
                <a:ea typeface="Calibri"/>
                <a:cs typeface="Calibri"/>
              </a:defRPr>
            </a:lvl3pPr>
            <a:lvl4pPr algn="l">
              <a:buNone/>
              <a:defRPr sz="1125" b="0" i="0">
                <a:solidFill>
                  <a:srgbClr val="647781"/>
                </a:solidFill>
                <a:latin typeface="Calibri"/>
                <a:ea typeface="Calibri"/>
                <a:cs typeface="Calibri"/>
              </a:defRPr>
            </a:lvl4pPr>
            <a:lvl5pPr algn="l">
              <a:buNone/>
              <a:defRPr sz="1125" b="0" i="0">
                <a:solidFill>
                  <a:srgbClr val="647781"/>
                </a:solidFill>
                <a:latin typeface="Calibri"/>
                <a:ea typeface="Calibri"/>
                <a:cs typeface="Calibri"/>
              </a:defRPr>
            </a:lvl5pPr>
            <a:lvl6pPr algn="l">
              <a:buNone/>
              <a:defRPr sz="1125" b="0" i="0">
                <a:solidFill>
                  <a:srgbClr val="647781"/>
                </a:solidFill>
                <a:latin typeface="Calibri"/>
                <a:ea typeface="Calibri"/>
                <a:cs typeface="Calibri"/>
              </a:defRPr>
            </a:lvl6pPr>
            <a:lvl7pPr algn="l">
              <a:buNone/>
              <a:defRPr sz="1125" b="0" i="0">
                <a:solidFill>
                  <a:srgbClr val="647781"/>
                </a:solidFill>
                <a:latin typeface="Calibri"/>
                <a:ea typeface="Calibri"/>
                <a:cs typeface="Calibri"/>
              </a:defRPr>
            </a:lvl7pPr>
            <a:lvl8pPr algn="l">
              <a:buNone/>
              <a:defRPr sz="1125" b="0" i="0">
                <a:solidFill>
                  <a:srgbClr val="647781"/>
                </a:solidFill>
                <a:latin typeface="Calibri"/>
                <a:ea typeface="Calibri"/>
                <a:cs typeface="Calibri"/>
              </a:defRPr>
            </a:lvl8pPr>
            <a:lvl9pPr algn="l">
              <a:buNone/>
              <a:defRPr sz="1125" b="0" i="0">
                <a:solidFill>
                  <a:srgbClr val="647781"/>
                </a:solidFill>
                <a:latin typeface="Calibri"/>
                <a:ea typeface="Calibri"/>
                <a:cs typeface="Calibri"/>
              </a:defRPr>
            </a:lvl9pPr>
          </a:lstStyle>
          <a:p xmlns:a="http://schemas.openxmlformats.org/drawingml/2006/main">
            <a:pPr algn="l">
              <a:lnSpc>
                <a:spcPct val="108000"/>
              </a:lnSpc>
              <a:buNone/>
              <a:defRPr sz="1125" b="0" i="0">
                <a:solidFill>
                  <a:srgbClr val="647781"/>
                </a:solidFill>
                <a:latin typeface="Calibri"/>
                <a:ea typeface="Calibri"/>
                <a:cs typeface="Calibri"/>
              </a:defRPr>
            </a:pPr>
            <a:r>
              <a:rPr sz="1163" b="0" i="0">
                <a:solidFill>
                  <a:srgbClr val="526B73"/>
                </a:solidFill>
                <a:latin typeface="Calibri"/>
                <a:ea typeface="Calibri"/>
                <a:cs typeface="Calibri"/>
              </a:rPr>
              <a:t>Two views of baseline comparison, Twin assessment, scenario review, and family alerting.</a:t>
            </a:r>
          </a:p>
        </p:txBody>
      </p:sp>
      <p:sp>
        <p:nvSpPr>
          <p:cNvPr id="4" name="">
            <a:extLst xmlns:a="http://schemas.openxmlformats.org/drawingml/2006/main">
              <a:ext uri="{FF2B5EF4-FFF2-40B4-BE49-F238E27FC236}">
                <a16:creationId xmlns:a16="http://schemas.microsoft.com/office/drawing/2014/main" id="{37CE8B19-1B3D-416C-AAD1-11F2FC40CAC4}"/>
              </a:ext>
            </a:extLst>
          </p:cNvPr>
          <p:cNvSpPr>
            <a:spLocks xmlns:a="http://schemas.openxmlformats.org/drawingml/2006/main" noGrp="1"/>
          </p:cNvSpPr>
          <p:nvPr/>
        </p:nvSpPr>
        <p:spPr>
          <a:xfrm xmlns:a="http://schemas.openxmlformats.org/drawingml/2006/main" flipH="0" flipV="0">
            <a:off x="457200" y="5029200"/>
            <a:ext cx="6562725" cy="4763"/>
          </a:xfrm>
          <a:prstGeom xmlns:a="http://schemas.openxmlformats.org/drawingml/2006/main" prst="line">
            <a:avLst/>
          </a:prstGeom>
          <a:noFill xmlns:a="http://schemas.openxmlformats.org/drawingml/2006/main"/>
          <a:ln xmlns:a="http://schemas.openxmlformats.org/drawingml/2006/main" w="9525">
            <a:solidFill>
              <a:srgbClr val="D6E3E2"/>
            </a:solidFill>
            <a:prstDash val="solid"/>
          </a:ln>
        </p:spPr>
      </p:sp>
      <p:sp>
        <p:nvSpPr>
          <p:cNvPr id="5" name="">
            <a:extLst xmlns:a="http://schemas.openxmlformats.org/drawingml/2006/main">
              <a:ext uri="{FF2B5EF4-FFF2-40B4-BE49-F238E27FC236}">
                <a16:creationId xmlns:a16="http://schemas.microsoft.com/office/drawing/2014/main" id="{B402BC6D-F69D-492C-9095-C64F826D7A7F}"/>
              </a:ext>
            </a:extLst>
          </p:cNvPr>
          <p:cNvSpPr>
            <a:spLocks xmlns:a="http://schemas.openxmlformats.org/drawingml/2006/main" noGrp="1"/>
          </p:cNvSpPr>
          <p:nvPr/>
        </p:nvSpPr>
        <p:spPr>
          <a:xfrm xmlns:a="http://schemas.openxmlformats.org/drawingml/2006/main">
            <a:off x="457200" y="5105400"/>
            <a:ext cx="2476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13" b="1" i="0">
                <a:solidFill>
                  <a:srgbClr val="486975"/>
                </a:solidFill>
                <a:latin typeface="Calibri"/>
                <a:ea typeface="Calibri"/>
                <a:cs typeface="Calibri"/>
              </a:defRPr>
            </a:defPPr>
            <a:lvl1pPr algn="l">
              <a:buNone/>
              <a:defRPr sz="788" b="1" i="0">
                <a:solidFill>
                  <a:srgbClr val="647781"/>
                </a:solidFill>
                <a:latin typeface="Calibri"/>
                <a:ea typeface="Calibri"/>
                <a:cs typeface="Calibri"/>
              </a:defRPr>
            </a:lvl1pPr>
            <a:lvl2pPr algn="l">
              <a:buNone/>
              <a:defRPr sz="788" b="1" i="0">
                <a:solidFill>
                  <a:srgbClr val="647781"/>
                </a:solidFill>
                <a:latin typeface="Calibri"/>
                <a:ea typeface="Calibri"/>
                <a:cs typeface="Calibri"/>
              </a:defRPr>
            </a:lvl2pPr>
            <a:lvl3pPr algn="l">
              <a:buNone/>
              <a:defRPr sz="788" b="1" i="0">
                <a:solidFill>
                  <a:srgbClr val="647781"/>
                </a:solidFill>
                <a:latin typeface="Calibri"/>
                <a:ea typeface="Calibri"/>
                <a:cs typeface="Calibri"/>
              </a:defRPr>
            </a:lvl3pPr>
            <a:lvl4pPr algn="l">
              <a:buNone/>
              <a:defRPr sz="788" b="1" i="0">
                <a:solidFill>
                  <a:srgbClr val="647781"/>
                </a:solidFill>
                <a:latin typeface="Calibri"/>
                <a:ea typeface="Calibri"/>
                <a:cs typeface="Calibri"/>
              </a:defRPr>
            </a:lvl4pPr>
            <a:lvl5pPr algn="l">
              <a:buNone/>
              <a:defRPr sz="788" b="1" i="0">
                <a:solidFill>
                  <a:srgbClr val="647781"/>
                </a:solidFill>
                <a:latin typeface="Calibri"/>
                <a:ea typeface="Calibri"/>
                <a:cs typeface="Calibri"/>
              </a:defRPr>
            </a:lvl5pPr>
            <a:lvl6pPr algn="l">
              <a:buNone/>
              <a:defRPr sz="788" b="1" i="0">
                <a:solidFill>
                  <a:srgbClr val="647781"/>
                </a:solidFill>
                <a:latin typeface="Calibri"/>
                <a:ea typeface="Calibri"/>
                <a:cs typeface="Calibri"/>
              </a:defRPr>
            </a:lvl6pPr>
            <a:lvl7pPr algn="l">
              <a:buNone/>
              <a:defRPr sz="788" b="1" i="0">
                <a:solidFill>
                  <a:srgbClr val="647781"/>
                </a:solidFill>
                <a:latin typeface="Calibri"/>
                <a:ea typeface="Calibri"/>
                <a:cs typeface="Calibri"/>
              </a:defRPr>
            </a:lvl7pPr>
            <a:lvl8pPr algn="l">
              <a:buNone/>
              <a:defRPr sz="788" b="1" i="0">
                <a:solidFill>
                  <a:srgbClr val="647781"/>
                </a:solidFill>
                <a:latin typeface="Calibri"/>
                <a:ea typeface="Calibri"/>
                <a:cs typeface="Calibri"/>
              </a:defRPr>
            </a:lvl8pPr>
            <a:lvl9pPr algn="l">
              <a:buNone/>
              <a:defRPr sz="788" b="1" i="0">
                <a:solidFill>
                  <a:srgbClr val="647781"/>
                </a:solidFill>
                <a:latin typeface="Calibri"/>
                <a:ea typeface="Calibri"/>
                <a:cs typeface="Calibri"/>
              </a:defRPr>
            </a:lvl9pPr>
          </a:lstStyle>
          <a:p xmlns:a="http://schemas.openxmlformats.org/drawingml/2006/main">
            <a:pPr algn="l">
              <a:lnSpc>
                <a:spcPct val="108000"/>
              </a:lnSpc>
              <a:buNone/>
              <a:defRPr sz="788" b="1" i="0">
                <a:solidFill>
                  <a:srgbClr val="647781"/>
                </a:solidFill>
                <a:latin typeface="Calibri"/>
                <a:ea typeface="Calibri"/>
                <a:cs typeface="Calibri"/>
              </a:defRPr>
            </a:pPr>
            <a:r>
              <a:rPr sz="713" b="1" i="0">
                <a:solidFill>
                  <a:srgbClr val="486975"/>
                </a:solidFill>
                <a:latin typeface="Calibri"/>
                <a:ea typeface="Calibri"/>
                <a:cs typeface="Calibri"/>
              </a:rPr>
              <a:t>SADHYA  ·  CARDIOTWIN</a:t>
            </a:r>
          </a:p>
        </p:txBody>
      </p:sp>
      <p:sp>
        <p:nvSpPr>
          <p:cNvPr id="6" name="">
            <a:extLst xmlns:a="http://schemas.openxmlformats.org/drawingml/2006/main">
              <a:ext uri="{FF2B5EF4-FFF2-40B4-BE49-F238E27FC236}">
                <a16:creationId xmlns:a16="http://schemas.microsoft.com/office/drawing/2014/main" id="{21EA2E4D-9F06-4B4A-B157-5E7E4A79466C}"/>
              </a:ext>
            </a:extLst>
          </p:cNvPr>
          <p:cNvSpPr>
            <a:spLocks xmlns:a="http://schemas.openxmlformats.org/drawingml/2006/main" noGrp="1"/>
          </p:cNvSpPr>
          <p:nvPr/>
        </p:nvSpPr>
        <p:spPr>
          <a:xfrm xmlns:a="http://schemas.openxmlformats.org/drawingml/2006/main">
            <a:off x="6724650" y="5105400"/>
            <a:ext cx="2952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750" b="1" i="0">
                <a:solidFill>
                  <a:srgbClr val="168D89"/>
                </a:solidFill>
                <a:latin typeface="Calibri"/>
                <a:ea typeface="Calibri"/>
                <a:cs typeface="Calibri"/>
              </a:defRPr>
            </a:defPPr>
            <a:lvl1pPr algn="r">
              <a:buNone/>
              <a:defRPr sz="788" b="0" i="0">
                <a:solidFill>
                  <a:srgbClr val="647781"/>
                </a:solidFill>
                <a:latin typeface="Calibri"/>
                <a:ea typeface="Calibri"/>
                <a:cs typeface="Calibri"/>
              </a:defRPr>
            </a:lvl1pPr>
            <a:lvl2pPr algn="r">
              <a:buNone/>
              <a:defRPr sz="788" b="0" i="0">
                <a:solidFill>
                  <a:srgbClr val="647781"/>
                </a:solidFill>
                <a:latin typeface="Calibri"/>
                <a:ea typeface="Calibri"/>
                <a:cs typeface="Calibri"/>
              </a:defRPr>
            </a:lvl2pPr>
            <a:lvl3pPr algn="r">
              <a:buNone/>
              <a:defRPr sz="788" b="0" i="0">
                <a:solidFill>
                  <a:srgbClr val="647781"/>
                </a:solidFill>
                <a:latin typeface="Calibri"/>
                <a:ea typeface="Calibri"/>
                <a:cs typeface="Calibri"/>
              </a:defRPr>
            </a:lvl3pPr>
            <a:lvl4pPr algn="r">
              <a:buNone/>
              <a:defRPr sz="788" b="0" i="0">
                <a:solidFill>
                  <a:srgbClr val="647781"/>
                </a:solidFill>
                <a:latin typeface="Calibri"/>
                <a:ea typeface="Calibri"/>
                <a:cs typeface="Calibri"/>
              </a:defRPr>
            </a:lvl4pPr>
            <a:lvl5pPr algn="r">
              <a:buNone/>
              <a:defRPr sz="788" b="0" i="0">
                <a:solidFill>
                  <a:srgbClr val="647781"/>
                </a:solidFill>
                <a:latin typeface="Calibri"/>
                <a:ea typeface="Calibri"/>
                <a:cs typeface="Calibri"/>
              </a:defRPr>
            </a:lvl5pPr>
            <a:lvl6pPr algn="r">
              <a:buNone/>
              <a:defRPr sz="788" b="0" i="0">
                <a:solidFill>
                  <a:srgbClr val="647781"/>
                </a:solidFill>
                <a:latin typeface="Calibri"/>
                <a:ea typeface="Calibri"/>
                <a:cs typeface="Calibri"/>
              </a:defRPr>
            </a:lvl6pPr>
            <a:lvl7pPr algn="r">
              <a:buNone/>
              <a:defRPr sz="788" b="0" i="0">
                <a:solidFill>
                  <a:srgbClr val="647781"/>
                </a:solidFill>
                <a:latin typeface="Calibri"/>
                <a:ea typeface="Calibri"/>
                <a:cs typeface="Calibri"/>
              </a:defRPr>
            </a:lvl7pPr>
            <a:lvl8pPr algn="r">
              <a:buNone/>
              <a:defRPr sz="788" b="0" i="0">
                <a:solidFill>
                  <a:srgbClr val="647781"/>
                </a:solidFill>
                <a:latin typeface="Calibri"/>
                <a:ea typeface="Calibri"/>
                <a:cs typeface="Calibri"/>
              </a:defRPr>
            </a:lvl8pPr>
            <a:lvl9pPr algn="r">
              <a:buNone/>
              <a:defRPr sz="788" b="0" i="0">
                <a:solidFill>
                  <a:srgbClr val="647781"/>
                </a:solidFill>
                <a:latin typeface="Calibri"/>
                <a:ea typeface="Calibri"/>
                <a:cs typeface="Calibri"/>
              </a:defRPr>
            </a:lvl9pPr>
          </a:lstStyle>
          <a:p xmlns:a="http://schemas.openxmlformats.org/drawingml/2006/main">
            <a:pPr algn="r">
              <a:lnSpc>
                <a:spcPct val="108000"/>
              </a:lnSpc>
              <a:buNone/>
              <a:defRPr sz="788" b="0" i="0">
                <a:solidFill>
                  <a:srgbClr val="647781"/>
                </a:solidFill>
                <a:latin typeface="Calibri"/>
                <a:ea typeface="Calibri"/>
                <a:cs typeface="Calibri"/>
              </a:defRPr>
            </a:pPr>
            <a:r>
              <a:rPr sz="750" b="1" i="0">
                <a:solidFill>
                  <a:srgbClr val="168D89"/>
                </a:solidFill>
                <a:latin typeface="Calibri"/>
                <a:ea typeface="Calibri"/>
                <a:cs typeface="Calibri"/>
              </a:rPr>
              <a:t>04</a:t>
            </a:r>
          </a:p>
        </p:txBody>
      </p:sp>
      <p:sp>
        <p:nvSpPr>
          <p:cNvPr id="9" name="">
            <a:extLst xmlns:a="http://schemas.openxmlformats.org/drawingml/2006/main">
              <a:ext uri="{FF2B5EF4-FFF2-40B4-BE49-F238E27FC236}">
                <a16:creationId xmlns:a16="http://schemas.microsoft.com/office/drawing/2014/main" id="{25480AAF-FB22-4141-BDF4-9F8BA4ED4CBE}"/>
              </a:ext>
            </a:extLst>
          </p:cNvPr>
          <p:cNvSpPr>
            <a:spLocks xmlns:a="http://schemas.openxmlformats.org/drawingml/2006/main" noGrp="1"/>
          </p:cNvSpPr>
          <p:nvPr/>
        </p:nvSpPr>
        <p:spPr>
          <a:xfrm xmlns:a="http://schemas.openxmlformats.org/drawingml/2006/main">
            <a:off x="666750" y="4391025"/>
            <a:ext cx="6143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i="0">
                <a:solidFill>
                  <a:srgbClr val="BB6258"/>
                </a:solidFill>
                <a:latin typeface="Calibri"/>
                <a:ea typeface="Calibri"/>
                <a:cs typeface="Calibri"/>
              </a:defRPr>
            </a:defPPr>
            <a:lvl1pPr algn="ctr">
              <a:buNone/>
              <a:defRPr sz="938" b="0" i="0">
                <a:solidFill>
                  <a:srgbClr val="B94B4B"/>
                </a:solidFill>
                <a:latin typeface="Calibri"/>
                <a:ea typeface="Calibri"/>
                <a:cs typeface="Calibri"/>
              </a:defRPr>
            </a:lvl1pPr>
            <a:lvl2pPr algn="ctr">
              <a:buNone/>
              <a:defRPr sz="938" b="0" i="0">
                <a:solidFill>
                  <a:srgbClr val="B94B4B"/>
                </a:solidFill>
                <a:latin typeface="Calibri"/>
                <a:ea typeface="Calibri"/>
                <a:cs typeface="Calibri"/>
              </a:defRPr>
            </a:lvl2pPr>
            <a:lvl3pPr algn="ctr">
              <a:buNone/>
              <a:defRPr sz="938" b="0" i="0">
                <a:solidFill>
                  <a:srgbClr val="B94B4B"/>
                </a:solidFill>
                <a:latin typeface="Calibri"/>
                <a:ea typeface="Calibri"/>
                <a:cs typeface="Calibri"/>
              </a:defRPr>
            </a:lvl3pPr>
            <a:lvl4pPr algn="ctr">
              <a:buNone/>
              <a:defRPr sz="938" b="0" i="0">
                <a:solidFill>
                  <a:srgbClr val="B94B4B"/>
                </a:solidFill>
                <a:latin typeface="Calibri"/>
                <a:ea typeface="Calibri"/>
                <a:cs typeface="Calibri"/>
              </a:defRPr>
            </a:lvl4pPr>
            <a:lvl5pPr algn="ctr">
              <a:buNone/>
              <a:defRPr sz="938" b="0" i="0">
                <a:solidFill>
                  <a:srgbClr val="B94B4B"/>
                </a:solidFill>
                <a:latin typeface="Calibri"/>
                <a:ea typeface="Calibri"/>
                <a:cs typeface="Calibri"/>
              </a:defRPr>
            </a:lvl5pPr>
            <a:lvl6pPr algn="ctr">
              <a:buNone/>
              <a:defRPr sz="938" b="0" i="0">
                <a:solidFill>
                  <a:srgbClr val="B94B4B"/>
                </a:solidFill>
                <a:latin typeface="Calibri"/>
                <a:ea typeface="Calibri"/>
                <a:cs typeface="Calibri"/>
              </a:defRPr>
            </a:lvl6pPr>
            <a:lvl7pPr algn="ctr">
              <a:buNone/>
              <a:defRPr sz="938" b="0" i="0">
                <a:solidFill>
                  <a:srgbClr val="B94B4B"/>
                </a:solidFill>
                <a:latin typeface="Calibri"/>
                <a:ea typeface="Calibri"/>
                <a:cs typeface="Calibri"/>
              </a:defRPr>
            </a:lvl7pPr>
            <a:lvl8pPr algn="ctr">
              <a:buNone/>
              <a:defRPr sz="938" b="0" i="0">
                <a:solidFill>
                  <a:srgbClr val="B94B4B"/>
                </a:solidFill>
                <a:latin typeface="Calibri"/>
                <a:ea typeface="Calibri"/>
                <a:cs typeface="Calibri"/>
              </a:defRPr>
            </a:lvl8pPr>
            <a:lvl9pPr algn="ctr">
              <a:buNone/>
              <a:defRPr sz="938" b="0" i="0">
                <a:solidFill>
                  <a:srgbClr val="B94B4B"/>
                </a:solidFill>
                <a:latin typeface="Calibri"/>
                <a:ea typeface="Calibri"/>
                <a:cs typeface="Calibri"/>
              </a:defRPr>
            </a:lvl9pPr>
          </a:lstStyle>
          <a:p xmlns:a="http://schemas.openxmlformats.org/drawingml/2006/main">
            <a:pPr algn="ctr">
              <a:lnSpc>
                <a:spcPct val="108000"/>
              </a:lnSpc>
              <a:buNone/>
              <a:defRPr sz="938" b="0" i="0">
                <a:solidFill>
                  <a:srgbClr val="B94B4B"/>
                </a:solidFill>
                <a:latin typeface="Calibri"/>
                <a:ea typeface="Calibri"/>
                <a:cs typeface="Calibri"/>
              </a:defRPr>
            </a:pPr>
            <a:r>
              <a:rPr sz="975" b="1" i="0">
                <a:solidFill>
                  <a:srgbClr val="BB6258"/>
                </a:solidFill>
                <a:latin typeface="Calibri"/>
                <a:ea typeface="Calibri"/>
                <a:cs typeface="Calibri"/>
              </a:rPr>
              <a:t>Synthetic prototype only. Patterns are for attention, not diagnosis or medical-event prediction.</a:t>
            </a:r>
          </a:p>
        </p:txBody>
      </p:sp>
      <p:pic>
        <p:nvPicPr>
          <p:cNvPr id="7" name="">
            <a:extLst xmlns:a="http://schemas.openxmlformats.org/drawingml/2006/main">
              <a:ext uri="{FF2B5EF4-FFF2-40B4-BE49-F238E27FC236}">
                <a16:creationId xmlns:a16="http://schemas.microsoft.com/office/drawing/2014/main" id="{B49523CA-FCDD-44BB-9C95-3614E3A72054}"/>
              </a:ext>
            </a:extLst>
          </p:cNvPr>
          <p:cNvPicPr>
            <a:picLocks xmlns:a="http://schemas.openxmlformats.org/drawingml/2006/main" noChangeAspect="1"/>
          </p:cNvPicPr>
          <p:nvPr/>
        </p:nvPicPr>
        <p:blipFill>
          <a:blip xmlns:r="http://schemas.openxmlformats.org/officeDocument/2006/relationships" xmlns:a="http://schemas.openxmlformats.org/drawingml/2006/main" r:embed="R303dd8775fe649a3"/>
          <a:stretch xmlns:a="http://schemas.openxmlformats.org/drawingml/2006/main"/>
        </p:blipFill>
        <p:spPr>
          <a:xfrm xmlns:a="http://schemas.openxmlformats.org/drawingml/2006/main">
            <a:off x="304800" y="1743075"/>
            <a:ext cx="4457700" cy="16954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E3DC1589-BFFE-4C74-841B-F9A809AF1197}"/>
              </a:ext>
            </a:extLst>
          </p:cNvPr>
          <p:cNvPicPr>
            <a:picLocks xmlns:a="http://schemas.openxmlformats.org/drawingml/2006/main" noChangeAspect="1"/>
          </p:cNvPicPr>
          <p:nvPr/>
        </p:nvPicPr>
        <p:blipFill>
          <a:blip xmlns:r="http://schemas.openxmlformats.org/officeDocument/2006/relationships" xmlns:a="http://schemas.openxmlformats.org/drawingml/2006/main" r:embed="Rd549920cb71b4888"/>
          <a:stretch xmlns:a="http://schemas.openxmlformats.org/drawingml/2006/main"/>
        </p:blipFill>
        <p:spPr>
          <a:xfrm xmlns:a="http://schemas.openxmlformats.org/drawingml/2006/main">
            <a:off x="4895850" y="1714500"/>
            <a:ext cx="2266950" cy="2333625"/>
          </a:xfrm>
          <a:prstGeom xmlns:a="http://schemas.openxmlformats.org/drawingml/2006/main" prst="rect">
            <a:avLst/>
          </a:prstGeom>
        </p:spPr>
      </p:pic>
    </p:spTree>
    <p:extLst>
      <p:ext uri="{BB962C8B-B14F-4D97-AF65-F5344CB8AC3E}">
        <p14:creationId xmlns:p14="http://schemas.microsoft.com/office/powerpoint/2010/main" val="268182141"/>
      </p:ext>
    </p:extLst>
  </p:cSld>
</p:sld>
</file>

<file path=ppt/slides/slide5.xml><?xml version="1.0" encoding="utf-8"?>
<p:sld xmlns:p="http://schemas.openxmlformats.org/presentationml/2006/main">
  <p:cSld>
    <p:bg>
      <p:bgPr>
        <a:solidFill xmlns:a="http://schemas.openxmlformats.org/drawingml/2006/main">
          <a:srgbClr val="F5FAF9"/>
        </a:solidFill>
      </p:bgPr>
    </p:bg>
    <p:spTree>
      <p:nvGrpSpPr>
        <p:cNvPr id="1" name=""/>
        <p:cNvGrpSpPr/>
        <p:nvPr/>
      </p:nvGrpSpPr>
      <p:grpSpPr>
        <a:xfrm xmlns:a="http://schemas.openxmlformats.org/drawingml/2006/main"/>
      </p:grpSpPr>
      <p:pic>
        <p:nvPicPr>
          <p:cNvPr id="27" name="">
            <a:extLst xmlns:a="http://schemas.openxmlformats.org/drawingml/2006/main">
              <a:ext uri="{FF2B5EF4-FFF2-40B4-BE49-F238E27FC236}">
                <a16:creationId xmlns:a16="http://schemas.microsoft.com/office/drawing/2014/main" id="{EF3FD860-E9B1-43F9-A7FA-B51912C0B5FE}"/>
              </a:ext>
            </a:extLst>
          </p:cNvPr>
          <p:cNvPicPr>
            <a:picLocks xmlns:a="http://schemas.openxmlformats.org/drawingml/2006/main" noChangeAspect="1"/>
          </p:cNvPicPr>
          <p:nvPr/>
        </p:nvPicPr>
        <p:blipFill>
          <a:blip xmlns:r="http://schemas.openxmlformats.org/officeDocument/2006/relationships" xmlns:a="http://schemas.openxmlformats.org/drawingml/2006/main" r:embed="R8d1f695d9a454443"/>
          <a:srcRect xmlns:a="http://schemas.openxmlformats.org/drawingml/2006/main" l="0" t="1932" r="0" b="1932"/>
          <a:stretch xmlns:a="http://schemas.openxmlformats.org/drawingml/2006/main">
            <a:fillRect l="0" t="0" r="0" b="0"/>
          </a:stretch>
        </p:blipFill>
        <p:spPr>
          <a:xfrm xmlns:a="http://schemas.openxmlformats.org/drawingml/2006/main">
            <a:off x="0" y="0"/>
            <a:ext cx="7477125" cy="5391150"/>
          </a:xfrm>
          <a:prstGeom xmlns:a="http://schemas.openxmlformats.org/drawingml/2006/main" prst="rect">
            <a:avLst/>
          </a:prstGeom>
        </p:spPr>
      </p:pic>
      <p:sp>
        <p:nvSpPr>
          <p:cNvPr id="28" name="">
            <a:extLst xmlns:a="http://schemas.openxmlformats.org/drawingml/2006/main">
              <a:ext uri="{FF2B5EF4-FFF2-40B4-BE49-F238E27FC236}">
                <a16:creationId xmlns:a16="http://schemas.microsoft.com/office/drawing/2014/main" id="{2067258D-F40C-4622-9F44-892B8AED16F5}"/>
              </a:ext>
            </a:extLst>
          </p:cNvPr>
          <p:cNvSpPr>
            <a:spLocks xmlns:a="http://schemas.openxmlformats.org/drawingml/2006/main" noGrp="1"/>
          </p:cNvSpPr>
          <p:nvPr/>
        </p:nvSpPr>
        <p:spPr>
          <a:xfrm xmlns:a="http://schemas.openxmlformats.org/drawingml/2006/main">
            <a:off x="314325" y="1390650"/>
            <a:ext cx="6838950" cy="504825"/>
          </a:xfrm>
          <a:prstGeom xmlns:a="http://schemas.openxmlformats.org/drawingml/2006/main" prst="roundRect">
            <a:avLst>
              <a:gd name="adj" fmla="val 28302"/>
            </a:avLst>
          </a:prstGeom>
          <a:solidFill xmlns:a="http://schemas.openxmlformats.org/drawingml/2006/main">
            <a:srgbClr val="FFFFFF">
              <a:alpha val="94000"/>
            </a:srgbClr>
          </a:solidFill>
          <a:ln xmlns:a="http://schemas.openxmlformats.org/drawingml/2006/main" w="9525">
            <a:solidFill>
              <a:srgbClr val="D5E7E3"/>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9" name="">
            <a:extLst xmlns:a="http://schemas.openxmlformats.org/drawingml/2006/main">
              <a:ext uri="{FF2B5EF4-FFF2-40B4-BE49-F238E27FC236}">
                <a16:creationId xmlns:a16="http://schemas.microsoft.com/office/drawing/2014/main" id="{E1FF0DF4-6A58-4288-BC37-F04B6718E090}"/>
              </a:ext>
            </a:extLst>
          </p:cNvPr>
          <p:cNvSpPr>
            <a:spLocks xmlns:a="http://schemas.openxmlformats.org/drawingml/2006/main" noGrp="1"/>
          </p:cNvSpPr>
          <p:nvPr/>
        </p:nvSpPr>
        <p:spPr>
          <a:xfrm xmlns:a="http://schemas.openxmlformats.org/drawingml/2006/main">
            <a:off x="314325" y="1400175"/>
            <a:ext cx="47625" cy="485775"/>
          </a:xfrm>
          <a:prstGeom xmlns:a="http://schemas.openxmlformats.org/drawingml/2006/main" prst="roundRect">
            <a:avLst>
              <a:gd name="adj" fmla="val 50000"/>
            </a:avLst>
          </a:prstGeom>
          <a:solidFill xmlns:a="http://schemas.openxmlformats.org/drawingml/2006/main">
            <a:srgbClr val="168F89"/>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DC4E5C81-E5DF-4D23-821E-B54C7EE01321}"/>
              </a:ext>
            </a:extLst>
          </p:cNvPr>
          <p:cNvSpPr>
            <a:spLocks xmlns:a="http://schemas.openxmlformats.org/drawingml/2006/main" noGrp="1"/>
          </p:cNvSpPr>
          <p:nvPr/>
        </p:nvSpPr>
        <p:spPr>
          <a:xfrm xmlns:a="http://schemas.openxmlformats.org/drawingml/2006/main">
            <a:off x="457200" y="1485900"/>
            <a:ext cx="304800" cy="304800"/>
          </a:xfrm>
          <a:prstGeom xmlns:a="http://schemas.openxmlformats.org/drawingml/2006/main" prst="ellipse">
            <a:avLst/>
          </a:prstGeom>
          <a:solidFill xmlns:a="http://schemas.openxmlformats.org/drawingml/2006/main">
            <a:srgbClr val="168F89"/>
          </a:solidFill>
          <a:ln xmlns:a="http://schemas.openxmlformats.org/drawingml/2006/main" w="9525">
            <a:solidFill>
              <a:srgbClr val="000000"/>
            </a:solidFill>
            <a:prstDash val="solid"/>
          </a:ln>
        </p:spPr>
        <p:txBody>
          <a:bodyPr xmlns:a="http://schemas.openxmlformats.org/drawingml/2006/main" lIns="0" tIns="0" rIns="0" bIns="0" anchor="ctr"/>
          <a:lstStyle xmlns:a="http://schemas.openxmlformats.org/drawingml/2006/main">
            <a:defPPr algn="ctr">
              <a:defRPr sz="900" b="1">
                <a:solidFill>
                  <a:srgbClr val="FFFFFF"/>
                </a:solidFill>
              </a:defRPr>
            </a:defPPr>
            <a:lvl1pPr algn="ctr">
              <a:buNone/>
              <a:defRPr sz="900" b="1">
                <a:solidFill>
                  <a:srgbClr val="FFFFFF"/>
                </a:solidFill>
              </a:defRPr>
            </a:lvl1pPr>
            <a:lvl2pPr algn="ctr">
              <a:buNone/>
              <a:defRPr sz="900" b="1">
                <a:solidFill>
                  <a:srgbClr val="FFFFFF"/>
                </a:solidFill>
              </a:defRPr>
            </a:lvl2pPr>
            <a:lvl3pPr algn="ctr">
              <a:buNone/>
              <a:defRPr sz="900" b="1">
                <a:solidFill>
                  <a:srgbClr val="FFFFFF"/>
                </a:solidFill>
              </a:defRPr>
            </a:lvl3pPr>
            <a:lvl4pPr algn="ctr">
              <a:buNone/>
              <a:defRPr sz="900" b="1">
                <a:solidFill>
                  <a:srgbClr val="FFFFFF"/>
                </a:solidFill>
              </a:defRPr>
            </a:lvl4pPr>
            <a:lvl5pPr algn="ctr">
              <a:buNone/>
              <a:defRPr sz="900" b="1">
                <a:solidFill>
                  <a:srgbClr val="FFFFFF"/>
                </a:solidFill>
              </a:defRPr>
            </a:lvl5pPr>
            <a:lvl6pPr algn="ctr">
              <a:buNone/>
              <a:defRPr sz="900" b="1">
                <a:solidFill>
                  <a:srgbClr val="FFFFFF"/>
                </a:solidFill>
              </a:defRPr>
            </a:lvl6pPr>
            <a:lvl7pPr algn="ctr">
              <a:buNone/>
              <a:defRPr sz="900" b="1">
                <a:solidFill>
                  <a:srgbClr val="FFFFFF"/>
                </a:solidFill>
              </a:defRPr>
            </a:lvl7pPr>
            <a:lvl8pPr algn="ctr">
              <a:buNone/>
              <a:defRPr sz="900" b="1">
                <a:solidFill>
                  <a:srgbClr val="FFFFFF"/>
                </a:solidFill>
              </a:defRPr>
            </a:lvl8pPr>
            <a:lvl9pPr algn="ctr">
              <a:buNone/>
              <a:defRPr sz="900" b="1">
                <a:solidFill>
                  <a:srgbClr val="FFFFFF"/>
                </a:solidFill>
              </a:defRPr>
            </a:lvl9pPr>
          </a:lstStyle>
          <a:p xmlns:a="http://schemas.openxmlformats.org/drawingml/2006/main">
            <a:pPr algn="ctr">
              <a:buNone/>
              <a:defRPr sz="900" b="1">
                <a:solidFill>
                  <a:srgbClr val="FFFFFF"/>
                </a:solidFill>
              </a:defRPr>
            </a:pPr>
            <a:r>
              <a:rPr sz="900" b="1">
                <a:solidFill>
                  <a:srgbClr val="FFFFFF"/>
                </a:solidFill>
              </a:rPr>
              <a:t>1</a:t>
            </a:r>
          </a:p>
        </p:txBody>
      </p:sp>
      <p:sp>
        <p:nvSpPr>
          <p:cNvPr id="31" name="">
            <a:extLst xmlns:a="http://schemas.openxmlformats.org/drawingml/2006/main">
              <a:ext uri="{FF2B5EF4-FFF2-40B4-BE49-F238E27FC236}">
                <a16:creationId xmlns:a16="http://schemas.microsoft.com/office/drawing/2014/main" id="{EA917F27-8F49-4931-8F01-EA6DDAD57782}"/>
              </a:ext>
            </a:extLst>
          </p:cNvPr>
          <p:cNvSpPr>
            <a:spLocks xmlns:a="http://schemas.openxmlformats.org/drawingml/2006/main" noGrp="1"/>
          </p:cNvSpPr>
          <p:nvPr/>
        </p:nvSpPr>
        <p:spPr>
          <a:xfrm xmlns:a="http://schemas.openxmlformats.org/drawingml/2006/main">
            <a:off x="314325" y="1962150"/>
            <a:ext cx="6838950" cy="504825"/>
          </a:xfrm>
          <a:prstGeom xmlns:a="http://schemas.openxmlformats.org/drawingml/2006/main" prst="roundRect">
            <a:avLst>
              <a:gd name="adj" fmla="val 28302"/>
            </a:avLst>
          </a:prstGeom>
          <a:solidFill xmlns:a="http://schemas.openxmlformats.org/drawingml/2006/main">
            <a:srgbClr val="FFFFFF">
              <a:alpha val="94000"/>
            </a:srgbClr>
          </a:solidFill>
          <a:ln xmlns:a="http://schemas.openxmlformats.org/drawingml/2006/main" w="9525">
            <a:solidFill>
              <a:srgbClr val="D5E7E3"/>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
            <a:extLst xmlns:a="http://schemas.openxmlformats.org/drawingml/2006/main">
              <a:ext uri="{FF2B5EF4-FFF2-40B4-BE49-F238E27FC236}">
                <a16:creationId xmlns:a16="http://schemas.microsoft.com/office/drawing/2014/main" id="{BEAADDEF-DF43-4D9F-AC12-22EE38A6420B}"/>
              </a:ext>
            </a:extLst>
          </p:cNvPr>
          <p:cNvSpPr>
            <a:spLocks xmlns:a="http://schemas.openxmlformats.org/drawingml/2006/main" noGrp="1"/>
          </p:cNvSpPr>
          <p:nvPr/>
        </p:nvSpPr>
        <p:spPr>
          <a:xfrm xmlns:a="http://schemas.openxmlformats.org/drawingml/2006/main">
            <a:off x="314325" y="1971675"/>
            <a:ext cx="47625" cy="485775"/>
          </a:xfrm>
          <a:prstGeom xmlns:a="http://schemas.openxmlformats.org/drawingml/2006/main" prst="roundRect">
            <a:avLst>
              <a:gd name="adj" fmla="val 50000"/>
            </a:avLst>
          </a:prstGeom>
          <a:solidFill xmlns:a="http://schemas.openxmlformats.org/drawingml/2006/main">
            <a:srgbClr val="168F89"/>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A606D65C-05ED-47A1-9D7F-0A281C7DF096}"/>
              </a:ext>
            </a:extLst>
          </p:cNvPr>
          <p:cNvSpPr>
            <a:spLocks xmlns:a="http://schemas.openxmlformats.org/drawingml/2006/main" noGrp="1"/>
          </p:cNvSpPr>
          <p:nvPr/>
        </p:nvSpPr>
        <p:spPr>
          <a:xfrm xmlns:a="http://schemas.openxmlformats.org/drawingml/2006/main">
            <a:off x="457200" y="2057400"/>
            <a:ext cx="304800" cy="304800"/>
          </a:xfrm>
          <a:prstGeom xmlns:a="http://schemas.openxmlformats.org/drawingml/2006/main" prst="ellipse">
            <a:avLst/>
          </a:prstGeom>
          <a:solidFill xmlns:a="http://schemas.openxmlformats.org/drawingml/2006/main">
            <a:srgbClr val="168F89"/>
          </a:solidFill>
          <a:ln xmlns:a="http://schemas.openxmlformats.org/drawingml/2006/main" w="9525">
            <a:solidFill>
              <a:srgbClr val="000000"/>
            </a:solidFill>
            <a:prstDash val="solid"/>
          </a:ln>
        </p:spPr>
        <p:txBody>
          <a:bodyPr xmlns:a="http://schemas.openxmlformats.org/drawingml/2006/main" lIns="0" tIns="0" rIns="0" bIns="0" anchor="ctr"/>
          <a:lstStyle xmlns:a="http://schemas.openxmlformats.org/drawingml/2006/main">
            <a:defPPr algn="ctr">
              <a:defRPr sz="900" b="1">
                <a:solidFill>
                  <a:srgbClr val="FFFFFF"/>
                </a:solidFill>
              </a:defRPr>
            </a:defPPr>
            <a:lvl1pPr algn="ctr">
              <a:buNone/>
              <a:defRPr sz="900" b="1">
                <a:solidFill>
                  <a:srgbClr val="FFFFFF"/>
                </a:solidFill>
              </a:defRPr>
            </a:lvl1pPr>
            <a:lvl2pPr algn="ctr">
              <a:buNone/>
              <a:defRPr sz="900" b="1">
                <a:solidFill>
                  <a:srgbClr val="FFFFFF"/>
                </a:solidFill>
              </a:defRPr>
            </a:lvl2pPr>
            <a:lvl3pPr algn="ctr">
              <a:buNone/>
              <a:defRPr sz="900" b="1">
                <a:solidFill>
                  <a:srgbClr val="FFFFFF"/>
                </a:solidFill>
              </a:defRPr>
            </a:lvl3pPr>
            <a:lvl4pPr algn="ctr">
              <a:buNone/>
              <a:defRPr sz="900" b="1">
                <a:solidFill>
                  <a:srgbClr val="FFFFFF"/>
                </a:solidFill>
              </a:defRPr>
            </a:lvl4pPr>
            <a:lvl5pPr algn="ctr">
              <a:buNone/>
              <a:defRPr sz="900" b="1">
                <a:solidFill>
                  <a:srgbClr val="FFFFFF"/>
                </a:solidFill>
              </a:defRPr>
            </a:lvl5pPr>
            <a:lvl6pPr algn="ctr">
              <a:buNone/>
              <a:defRPr sz="900" b="1">
                <a:solidFill>
                  <a:srgbClr val="FFFFFF"/>
                </a:solidFill>
              </a:defRPr>
            </a:lvl6pPr>
            <a:lvl7pPr algn="ctr">
              <a:buNone/>
              <a:defRPr sz="900" b="1">
                <a:solidFill>
                  <a:srgbClr val="FFFFFF"/>
                </a:solidFill>
              </a:defRPr>
            </a:lvl7pPr>
            <a:lvl8pPr algn="ctr">
              <a:buNone/>
              <a:defRPr sz="900" b="1">
                <a:solidFill>
                  <a:srgbClr val="FFFFFF"/>
                </a:solidFill>
              </a:defRPr>
            </a:lvl8pPr>
            <a:lvl9pPr algn="ctr">
              <a:buNone/>
              <a:defRPr sz="900" b="1">
                <a:solidFill>
                  <a:srgbClr val="FFFFFF"/>
                </a:solidFill>
              </a:defRPr>
            </a:lvl9pPr>
          </a:lstStyle>
          <a:p xmlns:a="http://schemas.openxmlformats.org/drawingml/2006/main">
            <a:pPr algn="ctr">
              <a:buNone/>
              <a:defRPr sz="900" b="1">
                <a:solidFill>
                  <a:srgbClr val="FFFFFF"/>
                </a:solidFill>
              </a:defRPr>
            </a:pPr>
            <a:r>
              <a:rPr sz="900" b="1">
                <a:solidFill>
                  <a:srgbClr val="FFFFFF"/>
                </a:solidFill>
              </a:rPr>
              <a:t>2</a:t>
            </a:r>
          </a:p>
        </p:txBody>
      </p:sp>
      <p:sp>
        <p:nvSpPr>
          <p:cNvPr id="34" name="">
            <a:extLst xmlns:a="http://schemas.openxmlformats.org/drawingml/2006/main">
              <a:ext uri="{FF2B5EF4-FFF2-40B4-BE49-F238E27FC236}">
                <a16:creationId xmlns:a16="http://schemas.microsoft.com/office/drawing/2014/main" id="{DDF47594-DD97-4FA9-B97C-433970B6E207}"/>
              </a:ext>
            </a:extLst>
          </p:cNvPr>
          <p:cNvSpPr>
            <a:spLocks xmlns:a="http://schemas.openxmlformats.org/drawingml/2006/main" noGrp="1"/>
          </p:cNvSpPr>
          <p:nvPr/>
        </p:nvSpPr>
        <p:spPr>
          <a:xfrm xmlns:a="http://schemas.openxmlformats.org/drawingml/2006/main">
            <a:off x="314325" y="2533650"/>
            <a:ext cx="6838950" cy="504825"/>
          </a:xfrm>
          <a:prstGeom xmlns:a="http://schemas.openxmlformats.org/drawingml/2006/main" prst="roundRect">
            <a:avLst>
              <a:gd name="adj" fmla="val 28302"/>
            </a:avLst>
          </a:prstGeom>
          <a:solidFill xmlns:a="http://schemas.openxmlformats.org/drawingml/2006/main">
            <a:srgbClr val="FFFFFF">
              <a:alpha val="94000"/>
            </a:srgbClr>
          </a:solidFill>
          <a:ln xmlns:a="http://schemas.openxmlformats.org/drawingml/2006/main" w="9525">
            <a:solidFill>
              <a:srgbClr val="D5E7E3"/>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5" name="">
            <a:extLst xmlns:a="http://schemas.openxmlformats.org/drawingml/2006/main">
              <a:ext uri="{FF2B5EF4-FFF2-40B4-BE49-F238E27FC236}">
                <a16:creationId xmlns:a16="http://schemas.microsoft.com/office/drawing/2014/main" id="{51344C4C-B8F0-4F54-97A9-78938598FD31}"/>
              </a:ext>
            </a:extLst>
          </p:cNvPr>
          <p:cNvSpPr>
            <a:spLocks xmlns:a="http://schemas.openxmlformats.org/drawingml/2006/main" noGrp="1"/>
          </p:cNvSpPr>
          <p:nvPr/>
        </p:nvSpPr>
        <p:spPr>
          <a:xfrm xmlns:a="http://schemas.openxmlformats.org/drawingml/2006/main">
            <a:off x="314325" y="2543175"/>
            <a:ext cx="47625" cy="485775"/>
          </a:xfrm>
          <a:prstGeom xmlns:a="http://schemas.openxmlformats.org/drawingml/2006/main" prst="roundRect">
            <a:avLst>
              <a:gd name="adj" fmla="val 50000"/>
            </a:avLst>
          </a:prstGeom>
          <a:solidFill xmlns:a="http://schemas.openxmlformats.org/drawingml/2006/main">
            <a:srgbClr val="845FB5"/>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AE8255C4-3AE5-4E39-A065-29FA13C65430}"/>
              </a:ext>
            </a:extLst>
          </p:cNvPr>
          <p:cNvSpPr>
            <a:spLocks xmlns:a="http://schemas.openxmlformats.org/drawingml/2006/main" noGrp="1"/>
          </p:cNvSpPr>
          <p:nvPr/>
        </p:nvSpPr>
        <p:spPr>
          <a:xfrm xmlns:a="http://schemas.openxmlformats.org/drawingml/2006/main">
            <a:off x="457200" y="2628900"/>
            <a:ext cx="304800" cy="304800"/>
          </a:xfrm>
          <a:prstGeom xmlns:a="http://schemas.openxmlformats.org/drawingml/2006/main" prst="ellipse">
            <a:avLst/>
          </a:prstGeom>
          <a:solidFill xmlns:a="http://schemas.openxmlformats.org/drawingml/2006/main">
            <a:srgbClr val="845FB5"/>
          </a:solidFill>
          <a:ln xmlns:a="http://schemas.openxmlformats.org/drawingml/2006/main" w="9525">
            <a:solidFill>
              <a:srgbClr val="000000"/>
            </a:solidFill>
            <a:prstDash val="solid"/>
          </a:ln>
        </p:spPr>
        <p:txBody>
          <a:bodyPr xmlns:a="http://schemas.openxmlformats.org/drawingml/2006/main" lIns="0" tIns="0" rIns="0" bIns="0" anchor="ctr"/>
          <a:lstStyle xmlns:a="http://schemas.openxmlformats.org/drawingml/2006/main">
            <a:defPPr algn="ctr">
              <a:defRPr sz="900" b="1">
                <a:solidFill>
                  <a:srgbClr val="FFFFFF"/>
                </a:solidFill>
              </a:defRPr>
            </a:defPPr>
            <a:lvl1pPr algn="ctr">
              <a:buNone/>
              <a:defRPr sz="900" b="1">
                <a:solidFill>
                  <a:srgbClr val="FFFFFF"/>
                </a:solidFill>
              </a:defRPr>
            </a:lvl1pPr>
            <a:lvl2pPr algn="ctr">
              <a:buNone/>
              <a:defRPr sz="900" b="1">
                <a:solidFill>
                  <a:srgbClr val="FFFFFF"/>
                </a:solidFill>
              </a:defRPr>
            </a:lvl2pPr>
            <a:lvl3pPr algn="ctr">
              <a:buNone/>
              <a:defRPr sz="900" b="1">
                <a:solidFill>
                  <a:srgbClr val="FFFFFF"/>
                </a:solidFill>
              </a:defRPr>
            </a:lvl3pPr>
            <a:lvl4pPr algn="ctr">
              <a:buNone/>
              <a:defRPr sz="900" b="1">
                <a:solidFill>
                  <a:srgbClr val="FFFFFF"/>
                </a:solidFill>
              </a:defRPr>
            </a:lvl4pPr>
            <a:lvl5pPr algn="ctr">
              <a:buNone/>
              <a:defRPr sz="900" b="1">
                <a:solidFill>
                  <a:srgbClr val="FFFFFF"/>
                </a:solidFill>
              </a:defRPr>
            </a:lvl5pPr>
            <a:lvl6pPr algn="ctr">
              <a:buNone/>
              <a:defRPr sz="900" b="1">
                <a:solidFill>
                  <a:srgbClr val="FFFFFF"/>
                </a:solidFill>
              </a:defRPr>
            </a:lvl6pPr>
            <a:lvl7pPr algn="ctr">
              <a:buNone/>
              <a:defRPr sz="900" b="1">
                <a:solidFill>
                  <a:srgbClr val="FFFFFF"/>
                </a:solidFill>
              </a:defRPr>
            </a:lvl7pPr>
            <a:lvl8pPr algn="ctr">
              <a:buNone/>
              <a:defRPr sz="900" b="1">
                <a:solidFill>
                  <a:srgbClr val="FFFFFF"/>
                </a:solidFill>
              </a:defRPr>
            </a:lvl8pPr>
            <a:lvl9pPr algn="ctr">
              <a:buNone/>
              <a:defRPr sz="900" b="1">
                <a:solidFill>
                  <a:srgbClr val="FFFFFF"/>
                </a:solidFill>
              </a:defRPr>
            </a:lvl9pPr>
          </a:lstStyle>
          <a:p xmlns:a="http://schemas.openxmlformats.org/drawingml/2006/main">
            <a:pPr algn="ctr">
              <a:buNone/>
              <a:defRPr sz="900" b="1">
                <a:solidFill>
                  <a:srgbClr val="FFFFFF"/>
                </a:solidFill>
              </a:defRPr>
            </a:pPr>
            <a:r>
              <a:rPr sz="900" b="1">
                <a:solidFill>
                  <a:srgbClr val="FFFFFF"/>
                </a:solidFill>
              </a:rPr>
              <a:t>3</a:t>
            </a:r>
          </a:p>
        </p:txBody>
      </p:sp>
      <p:sp>
        <p:nvSpPr>
          <p:cNvPr id="37" name="">
            <a:extLst xmlns:a="http://schemas.openxmlformats.org/drawingml/2006/main">
              <a:ext uri="{FF2B5EF4-FFF2-40B4-BE49-F238E27FC236}">
                <a16:creationId xmlns:a16="http://schemas.microsoft.com/office/drawing/2014/main" id="{D6D9DF69-59F8-4462-A3AE-1FA6A9AFFAE5}"/>
              </a:ext>
            </a:extLst>
          </p:cNvPr>
          <p:cNvSpPr>
            <a:spLocks xmlns:a="http://schemas.openxmlformats.org/drawingml/2006/main" noGrp="1"/>
          </p:cNvSpPr>
          <p:nvPr/>
        </p:nvSpPr>
        <p:spPr>
          <a:xfrm xmlns:a="http://schemas.openxmlformats.org/drawingml/2006/main">
            <a:off x="314325" y="3105150"/>
            <a:ext cx="6838950" cy="504825"/>
          </a:xfrm>
          <a:prstGeom xmlns:a="http://schemas.openxmlformats.org/drawingml/2006/main" prst="roundRect">
            <a:avLst>
              <a:gd name="adj" fmla="val 28302"/>
            </a:avLst>
          </a:prstGeom>
          <a:solidFill xmlns:a="http://schemas.openxmlformats.org/drawingml/2006/main">
            <a:srgbClr val="FFFFFF">
              <a:alpha val="94000"/>
            </a:srgbClr>
          </a:solidFill>
          <a:ln xmlns:a="http://schemas.openxmlformats.org/drawingml/2006/main" w="9525">
            <a:solidFill>
              <a:srgbClr val="D5E7E3"/>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8" name="">
            <a:extLst xmlns:a="http://schemas.openxmlformats.org/drawingml/2006/main">
              <a:ext uri="{FF2B5EF4-FFF2-40B4-BE49-F238E27FC236}">
                <a16:creationId xmlns:a16="http://schemas.microsoft.com/office/drawing/2014/main" id="{97B814DD-3544-47EA-B2BE-3A2834FE15E2}"/>
              </a:ext>
            </a:extLst>
          </p:cNvPr>
          <p:cNvSpPr>
            <a:spLocks xmlns:a="http://schemas.openxmlformats.org/drawingml/2006/main" noGrp="1"/>
          </p:cNvSpPr>
          <p:nvPr/>
        </p:nvSpPr>
        <p:spPr>
          <a:xfrm xmlns:a="http://schemas.openxmlformats.org/drawingml/2006/main">
            <a:off x="314325" y="3114675"/>
            <a:ext cx="47625" cy="485775"/>
          </a:xfrm>
          <a:prstGeom xmlns:a="http://schemas.openxmlformats.org/drawingml/2006/main" prst="roundRect">
            <a:avLst>
              <a:gd name="adj" fmla="val 50000"/>
            </a:avLst>
          </a:prstGeom>
          <a:solidFill xmlns:a="http://schemas.openxmlformats.org/drawingml/2006/main">
            <a:srgbClr val="D86E52"/>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E819144D-7F66-4D57-9315-24305FF05758}"/>
              </a:ext>
            </a:extLst>
          </p:cNvPr>
          <p:cNvSpPr>
            <a:spLocks xmlns:a="http://schemas.openxmlformats.org/drawingml/2006/main" noGrp="1"/>
          </p:cNvSpPr>
          <p:nvPr/>
        </p:nvSpPr>
        <p:spPr>
          <a:xfrm xmlns:a="http://schemas.openxmlformats.org/drawingml/2006/main">
            <a:off x="457200" y="3200400"/>
            <a:ext cx="304800" cy="304800"/>
          </a:xfrm>
          <a:prstGeom xmlns:a="http://schemas.openxmlformats.org/drawingml/2006/main" prst="ellipse">
            <a:avLst/>
          </a:prstGeom>
          <a:solidFill xmlns:a="http://schemas.openxmlformats.org/drawingml/2006/main">
            <a:srgbClr val="D86E52"/>
          </a:solidFill>
          <a:ln xmlns:a="http://schemas.openxmlformats.org/drawingml/2006/main" w="9525">
            <a:solidFill>
              <a:srgbClr val="000000"/>
            </a:solidFill>
            <a:prstDash val="solid"/>
          </a:ln>
        </p:spPr>
        <p:txBody>
          <a:bodyPr xmlns:a="http://schemas.openxmlformats.org/drawingml/2006/main" lIns="0" tIns="0" rIns="0" bIns="0" anchor="ctr"/>
          <a:lstStyle xmlns:a="http://schemas.openxmlformats.org/drawingml/2006/main">
            <a:defPPr algn="ctr">
              <a:defRPr sz="900" b="1">
                <a:solidFill>
                  <a:srgbClr val="FFFFFF"/>
                </a:solidFill>
              </a:defRPr>
            </a:defPPr>
            <a:lvl1pPr algn="ctr">
              <a:buNone/>
              <a:defRPr sz="900" b="1">
                <a:solidFill>
                  <a:srgbClr val="FFFFFF"/>
                </a:solidFill>
              </a:defRPr>
            </a:lvl1pPr>
            <a:lvl2pPr algn="ctr">
              <a:buNone/>
              <a:defRPr sz="900" b="1">
                <a:solidFill>
                  <a:srgbClr val="FFFFFF"/>
                </a:solidFill>
              </a:defRPr>
            </a:lvl2pPr>
            <a:lvl3pPr algn="ctr">
              <a:buNone/>
              <a:defRPr sz="900" b="1">
                <a:solidFill>
                  <a:srgbClr val="FFFFFF"/>
                </a:solidFill>
              </a:defRPr>
            </a:lvl3pPr>
            <a:lvl4pPr algn="ctr">
              <a:buNone/>
              <a:defRPr sz="900" b="1">
                <a:solidFill>
                  <a:srgbClr val="FFFFFF"/>
                </a:solidFill>
              </a:defRPr>
            </a:lvl4pPr>
            <a:lvl5pPr algn="ctr">
              <a:buNone/>
              <a:defRPr sz="900" b="1">
                <a:solidFill>
                  <a:srgbClr val="FFFFFF"/>
                </a:solidFill>
              </a:defRPr>
            </a:lvl5pPr>
            <a:lvl6pPr algn="ctr">
              <a:buNone/>
              <a:defRPr sz="900" b="1">
                <a:solidFill>
                  <a:srgbClr val="FFFFFF"/>
                </a:solidFill>
              </a:defRPr>
            </a:lvl6pPr>
            <a:lvl7pPr algn="ctr">
              <a:buNone/>
              <a:defRPr sz="900" b="1">
                <a:solidFill>
                  <a:srgbClr val="FFFFFF"/>
                </a:solidFill>
              </a:defRPr>
            </a:lvl7pPr>
            <a:lvl8pPr algn="ctr">
              <a:buNone/>
              <a:defRPr sz="900" b="1">
                <a:solidFill>
                  <a:srgbClr val="FFFFFF"/>
                </a:solidFill>
              </a:defRPr>
            </a:lvl8pPr>
            <a:lvl9pPr algn="ctr">
              <a:buNone/>
              <a:defRPr sz="900" b="1">
                <a:solidFill>
                  <a:srgbClr val="FFFFFF"/>
                </a:solidFill>
              </a:defRPr>
            </a:lvl9pPr>
          </a:lstStyle>
          <a:p xmlns:a="http://schemas.openxmlformats.org/drawingml/2006/main">
            <a:pPr algn="ctr">
              <a:buNone/>
              <a:defRPr sz="900" b="1">
                <a:solidFill>
                  <a:srgbClr val="FFFFFF"/>
                </a:solidFill>
              </a:defRPr>
            </a:pPr>
            <a:r>
              <a:rPr sz="900" b="1">
                <a:solidFill>
                  <a:srgbClr val="FFFFFF"/>
                </a:solidFill>
              </a:rPr>
              <a:t>4</a:t>
            </a:r>
          </a:p>
        </p:txBody>
      </p:sp>
      <p:sp>
        <p:nvSpPr>
          <p:cNvPr id="40" name="">
            <a:extLst xmlns:a="http://schemas.openxmlformats.org/drawingml/2006/main">
              <a:ext uri="{FF2B5EF4-FFF2-40B4-BE49-F238E27FC236}">
                <a16:creationId xmlns:a16="http://schemas.microsoft.com/office/drawing/2014/main" id="{AC9243A9-97BA-4C15-975A-28776EBFA1BD}"/>
              </a:ext>
            </a:extLst>
          </p:cNvPr>
          <p:cNvSpPr>
            <a:spLocks xmlns:a="http://schemas.openxmlformats.org/drawingml/2006/main" noGrp="1"/>
          </p:cNvSpPr>
          <p:nvPr/>
        </p:nvSpPr>
        <p:spPr>
          <a:xfrm xmlns:a="http://schemas.openxmlformats.org/drawingml/2006/main">
            <a:off x="314325" y="3676650"/>
            <a:ext cx="6838950" cy="504825"/>
          </a:xfrm>
          <a:prstGeom xmlns:a="http://schemas.openxmlformats.org/drawingml/2006/main" prst="roundRect">
            <a:avLst>
              <a:gd name="adj" fmla="val 28302"/>
            </a:avLst>
          </a:prstGeom>
          <a:solidFill xmlns:a="http://schemas.openxmlformats.org/drawingml/2006/main">
            <a:srgbClr val="FFFFFF">
              <a:alpha val="94000"/>
            </a:srgbClr>
          </a:solidFill>
          <a:ln xmlns:a="http://schemas.openxmlformats.org/drawingml/2006/main" w="9525">
            <a:solidFill>
              <a:srgbClr val="D5E7E3"/>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1" name="">
            <a:extLst xmlns:a="http://schemas.openxmlformats.org/drawingml/2006/main">
              <a:ext uri="{FF2B5EF4-FFF2-40B4-BE49-F238E27FC236}">
                <a16:creationId xmlns:a16="http://schemas.microsoft.com/office/drawing/2014/main" id="{62DA4D32-9A22-4CAA-BF0B-D6DC9A22B263}"/>
              </a:ext>
            </a:extLst>
          </p:cNvPr>
          <p:cNvSpPr>
            <a:spLocks xmlns:a="http://schemas.openxmlformats.org/drawingml/2006/main" noGrp="1"/>
          </p:cNvSpPr>
          <p:nvPr/>
        </p:nvSpPr>
        <p:spPr>
          <a:xfrm xmlns:a="http://schemas.openxmlformats.org/drawingml/2006/main">
            <a:off x="314325" y="3686175"/>
            <a:ext cx="47625" cy="485775"/>
          </a:xfrm>
          <a:prstGeom xmlns:a="http://schemas.openxmlformats.org/drawingml/2006/main" prst="roundRect">
            <a:avLst>
              <a:gd name="adj" fmla="val 50000"/>
            </a:avLst>
          </a:prstGeom>
          <a:solidFill xmlns:a="http://schemas.openxmlformats.org/drawingml/2006/main">
            <a:srgbClr val="1598B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DCF51911-0CFF-4293-BBB5-BD9B6DF9D690}"/>
              </a:ext>
            </a:extLst>
          </p:cNvPr>
          <p:cNvSpPr>
            <a:spLocks xmlns:a="http://schemas.openxmlformats.org/drawingml/2006/main" noGrp="1"/>
          </p:cNvSpPr>
          <p:nvPr/>
        </p:nvSpPr>
        <p:spPr>
          <a:xfrm xmlns:a="http://schemas.openxmlformats.org/drawingml/2006/main">
            <a:off x="457200" y="3771900"/>
            <a:ext cx="304800" cy="304800"/>
          </a:xfrm>
          <a:prstGeom xmlns:a="http://schemas.openxmlformats.org/drawingml/2006/main" prst="ellipse">
            <a:avLst/>
          </a:prstGeom>
          <a:solidFill xmlns:a="http://schemas.openxmlformats.org/drawingml/2006/main">
            <a:srgbClr val="1598B7"/>
          </a:solidFill>
          <a:ln xmlns:a="http://schemas.openxmlformats.org/drawingml/2006/main" w="9525">
            <a:solidFill>
              <a:srgbClr val="000000"/>
            </a:solidFill>
            <a:prstDash val="solid"/>
          </a:ln>
        </p:spPr>
        <p:txBody>
          <a:bodyPr xmlns:a="http://schemas.openxmlformats.org/drawingml/2006/main" lIns="0" tIns="0" rIns="0" bIns="0" anchor="ctr"/>
          <a:lstStyle xmlns:a="http://schemas.openxmlformats.org/drawingml/2006/main">
            <a:defPPr algn="ctr">
              <a:defRPr sz="900" b="1">
                <a:solidFill>
                  <a:srgbClr val="FFFFFF"/>
                </a:solidFill>
              </a:defRPr>
            </a:defPPr>
            <a:lvl1pPr algn="ctr">
              <a:buNone/>
              <a:defRPr sz="900" b="1">
                <a:solidFill>
                  <a:srgbClr val="FFFFFF"/>
                </a:solidFill>
              </a:defRPr>
            </a:lvl1pPr>
            <a:lvl2pPr algn="ctr">
              <a:buNone/>
              <a:defRPr sz="900" b="1">
                <a:solidFill>
                  <a:srgbClr val="FFFFFF"/>
                </a:solidFill>
              </a:defRPr>
            </a:lvl2pPr>
            <a:lvl3pPr algn="ctr">
              <a:buNone/>
              <a:defRPr sz="900" b="1">
                <a:solidFill>
                  <a:srgbClr val="FFFFFF"/>
                </a:solidFill>
              </a:defRPr>
            </a:lvl3pPr>
            <a:lvl4pPr algn="ctr">
              <a:buNone/>
              <a:defRPr sz="900" b="1">
                <a:solidFill>
                  <a:srgbClr val="FFFFFF"/>
                </a:solidFill>
              </a:defRPr>
            </a:lvl4pPr>
            <a:lvl5pPr algn="ctr">
              <a:buNone/>
              <a:defRPr sz="900" b="1">
                <a:solidFill>
                  <a:srgbClr val="FFFFFF"/>
                </a:solidFill>
              </a:defRPr>
            </a:lvl5pPr>
            <a:lvl6pPr algn="ctr">
              <a:buNone/>
              <a:defRPr sz="900" b="1">
                <a:solidFill>
                  <a:srgbClr val="FFFFFF"/>
                </a:solidFill>
              </a:defRPr>
            </a:lvl6pPr>
            <a:lvl7pPr algn="ctr">
              <a:buNone/>
              <a:defRPr sz="900" b="1">
                <a:solidFill>
                  <a:srgbClr val="FFFFFF"/>
                </a:solidFill>
              </a:defRPr>
            </a:lvl7pPr>
            <a:lvl8pPr algn="ctr">
              <a:buNone/>
              <a:defRPr sz="900" b="1">
                <a:solidFill>
                  <a:srgbClr val="FFFFFF"/>
                </a:solidFill>
              </a:defRPr>
            </a:lvl8pPr>
            <a:lvl9pPr algn="ctr">
              <a:buNone/>
              <a:defRPr sz="900" b="1">
                <a:solidFill>
                  <a:srgbClr val="FFFFFF"/>
                </a:solidFill>
              </a:defRPr>
            </a:lvl9pPr>
          </a:lstStyle>
          <a:p xmlns:a="http://schemas.openxmlformats.org/drawingml/2006/main">
            <a:pPr algn="ctr">
              <a:buNone/>
              <a:defRPr sz="900" b="1">
                <a:solidFill>
                  <a:srgbClr val="FFFFFF"/>
                </a:solidFill>
              </a:defRPr>
            </a:pPr>
            <a:r>
              <a:rPr sz="900" b="1">
                <a:solidFill>
                  <a:srgbClr val="FFFFFF"/>
                </a:solidFill>
              </a:rPr>
              <a:t>5</a:t>
            </a:r>
          </a:p>
        </p:txBody>
      </p:sp>
      <p:sp>
        <p:nvSpPr>
          <p:cNvPr id="26" name="">
            <a:extLst xmlns:a="http://schemas.openxmlformats.org/drawingml/2006/main">
              <a:ext uri="{FF2B5EF4-FFF2-40B4-BE49-F238E27FC236}">
                <a16:creationId xmlns:a16="http://schemas.microsoft.com/office/drawing/2014/main" id="{DBA6BE65-7DA4-46C6-83FA-8D76EABC69C6}"/>
              </a:ext>
            </a:extLst>
          </p:cNvPr>
          <p:cNvSpPr>
            <a:spLocks xmlns:a="http://schemas.openxmlformats.org/drawingml/2006/main" noGrp="1"/>
          </p:cNvSpPr>
          <p:nvPr/>
        </p:nvSpPr>
        <p:spPr>
          <a:xfrm xmlns:a="http://schemas.openxmlformats.org/drawingml/2006/main">
            <a:off x="457200" y="342900"/>
            <a:ext cx="6572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75" b="1" i="0">
                <a:solidFill>
                  <a:srgbClr val="123F50"/>
                </a:solidFill>
                <a:latin typeface="Calibri Light"/>
                <a:ea typeface="Calibri Light"/>
                <a:cs typeface="Calibri Light"/>
              </a:defRPr>
            </a:defPPr>
            <a:lvl1pPr algn="l">
              <a:buNone/>
              <a:defRPr sz="2325" b="1" i="0">
                <a:solidFill>
                  <a:srgbClr val="123F50"/>
                </a:solidFill>
                <a:latin typeface="Calibri Light"/>
                <a:ea typeface="Calibri Light"/>
                <a:cs typeface="Calibri Light"/>
              </a:defRPr>
            </a:lvl1pPr>
            <a:lvl2pPr algn="l">
              <a:buNone/>
              <a:defRPr sz="2325" b="1" i="0">
                <a:solidFill>
                  <a:srgbClr val="123F50"/>
                </a:solidFill>
                <a:latin typeface="Calibri Light"/>
                <a:ea typeface="Calibri Light"/>
                <a:cs typeface="Calibri Light"/>
              </a:defRPr>
            </a:lvl2pPr>
            <a:lvl3pPr algn="l">
              <a:buNone/>
              <a:defRPr sz="2325" b="1" i="0">
                <a:solidFill>
                  <a:srgbClr val="123F50"/>
                </a:solidFill>
                <a:latin typeface="Calibri Light"/>
                <a:ea typeface="Calibri Light"/>
                <a:cs typeface="Calibri Light"/>
              </a:defRPr>
            </a:lvl3pPr>
            <a:lvl4pPr algn="l">
              <a:buNone/>
              <a:defRPr sz="2325" b="1" i="0">
                <a:solidFill>
                  <a:srgbClr val="123F50"/>
                </a:solidFill>
                <a:latin typeface="Calibri Light"/>
                <a:ea typeface="Calibri Light"/>
                <a:cs typeface="Calibri Light"/>
              </a:defRPr>
            </a:lvl4pPr>
            <a:lvl5pPr algn="l">
              <a:buNone/>
              <a:defRPr sz="2325" b="1" i="0">
                <a:solidFill>
                  <a:srgbClr val="123F50"/>
                </a:solidFill>
                <a:latin typeface="Calibri Light"/>
                <a:ea typeface="Calibri Light"/>
                <a:cs typeface="Calibri Light"/>
              </a:defRPr>
            </a:lvl5pPr>
            <a:lvl6pPr algn="l">
              <a:buNone/>
              <a:defRPr sz="2325" b="1" i="0">
                <a:solidFill>
                  <a:srgbClr val="123F50"/>
                </a:solidFill>
                <a:latin typeface="Calibri Light"/>
                <a:ea typeface="Calibri Light"/>
                <a:cs typeface="Calibri Light"/>
              </a:defRPr>
            </a:lvl6pPr>
            <a:lvl7pPr algn="l">
              <a:buNone/>
              <a:defRPr sz="2325" b="1" i="0">
                <a:solidFill>
                  <a:srgbClr val="123F50"/>
                </a:solidFill>
                <a:latin typeface="Calibri Light"/>
                <a:ea typeface="Calibri Light"/>
                <a:cs typeface="Calibri Light"/>
              </a:defRPr>
            </a:lvl7pPr>
            <a:lvl8pPr algn="l">
              <a:buNone/>
              <a:defRPr sz="2325" b="1" i="0">
                <a:solidFill>
                  <a:srgbClr val="123F50"/>
                </a:solidFill>
                <a:latin typeface="Calibri Light"/>
                <a:ea typeface="Calibri Light"/>
                <a:cs typeface="Calibri Light"/>
              </a:defRPr>
            </a:lvl8pPr>
            <a:lvl9pPr algn="l">
              <a:buNone/>
              <a:defRPr sz="2325" b="1" i="0">
                <a:solidFill>
                  <a:srgbClr val="123F50"/>
                </a:solidFill>
                <a:latin typeface="Calibri Light"/>
                <a:ea typeface="Calibri Light"/>
                <a:cs typeface="Calibri Light"/>
              </a:defRPr>
            </a:lvl9pPr>
          </a:lstStyle>
          <a:p xmlns:a="http://schemas.openxmlformats.org/drawingml/2006/main">
            <a:pPr algn="l">
              <a:lnSpc>
                <a:spcPct val="108000"/>
              </a:lnSpc>
              <a:buNone/>
              <a:defRPr sz="2325" b="1" i="0">
                <a:solidFill>
                  <a:srgbClr val="123F50"/>
                </a:solidFill>
                <a:latin typeface="Calibri Light"/>
                <a:ea typeface="Calibri Light"/>
                <a:cs typeface="Calibri Light"/>
              </a:defRPr>
            </a:pPr>
            <a:r>
              <a:rPr sz="2475" b="1" i="0">
                <a:solidFill>
                  <a:srgbClr val="123F50"/>
                </a:solidFill>
                <a:latin typeface="Calibri Light"/>
                <a:ea typeface="Calibri Light"/>
                <a:cs typeface="Calibri Light"/>
              </a:rPr>
              <a:t>Backend API surface</a:t>
            </a:r>
          </a:p>
        </p:txBody>
      </p:sp>
      <p:sp>
        <p:nvSpPr>
          <p:cNvPr id="2" name="">
            <a:extLst xmlns:a="http://schemas.openxmlformats.org/drawingml/2006/main">
              <a:ext uri="{FF2B5EF4-FFF2-40B4-BE49-F238E27FC236}">
                <a16:creationId xmlns:a16="http://schemas.microsoft.com/office/drawing/2014/main" id="{6B240581-577B-4AC7-B62E-50807C6A618A}"/>
              </a:ext>
            </a:extLst>
          </p:cNvPr>
          <p:cNvSpPr>
            <a:spLocks xmlns:a="http://schemas.openxmlformats.org/drawingml/2006/main" noGrp="1"/>
          </p:cNvSpPr>
          <p:nvPr/>
        </p:nvSpPr>
        <p:spPr>
          <a:xfrm xmlns:a="http://schemas.openxmlformats.org/drawingml/2006/main" flipH="0" flipV="0">
            <a:off x="457200" y="866775"/>
            <a:ext cx="647700" cy="4763"/>
          </a:xfrm>
          <a:prstGeom xmlns:a="http://schemas.openxmlformats.org/drawingml/2006/main" prst="line">
            <a:avLst/>
          </a:prstGeom>
          <a:noFill xmlns:a="http://schemas.openxmlformats.org/drawingml/2006/main"/>
          <a:ln xmlns:a="http://schemas.openxmlformats.org/drawingml/2006/main" w="38100">
            <a:solidFill>
              <a:srgbClr val="168F89"/>
            </a:solidFill>
            <a:prstDash val="solid"/>
          </a:ln>
        </p:spPr>
      </p:sp>
      <p:sp>
        <p:nvSpPr>
          <p:cNvPr id="3" name="">
            <a:extLst xmlns:a="http://schemas.openxmlformats.org/drawingml/2006/main">
              <a:ext uri="{FF2B5EF4-FFF2-40B4-BE49-F238E27FC236}">
                <a16:creationId xmlns:a16="http://schemas.microsoft.com/office/drawing/2014/main" id="{0DD46858-2AFC-4E07-8E47-0F7180E19243}"/>
              </a:ext>
            </a:extLst>
          </p:cNvPr>
          <p:cNvSpPr>
            <a:spLocks xmlns:a="http://schemas.openxmlformats.org/drawingml/2006/main" noGrp="1"/>
          </p:cNvSpPr>
          <p:nvPr/>
        </p:nvSpPr>
        <p:spPr>
          <a:xfrm xmlns:a="http://schemas.openxmlformats.org/drawingml/2006/main">
            <a:off x="457200" y="981075"/>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63" b="0" i="0">
                <a:solidFill>
                  <a:srgbClr val="526B73"/>
                </a:solidFill>
                <a:latin typeface="Calibri"/>
                <a:ea typeface="Calibri"/>
                <a:cs typeface="Calibri"/>
              </a:defRPr>
            </a:defPPr>
            <a:lvl1pPr algn="l">
              <a:buNone/>
              <a:defRPr sz="1125" b="0" i="0">
                <a:solidFill>
                  <a:srgbClr val="647781"/>
                </a:solidFill>
                <a:latin typeface="Calibri"/>
                <a:ea typeface="Calibri"/>
                <a:cs typeface="Calibri"/>
              </a:defRPr>
            </a:lvl1pPr>
            <a:lvl2pPr algn="l">
              <a:buNone/>
              <a:defRPr sz="1125" b="0" i="0">
                <a:solidFill>
                  <a:srgbClr val="647781"/>
                </a:solidFill>
                <a:latin typeface="Calibri"/>
                <a:ea typeface="Calibri"/>
                <a:cs typeface="Calibri"/>
              </a:defRPr>
            </a:lvl2pPr>
            <a:lvl3pPr algn="l">
              <a:buNone/>
              <a:defRPr sz="1125" b="0" i="0">
                <a:solidFill>
                  <a:srgbClr val="647781"/>
                </a:solidFill>
                <a:latin typeface="Calibri"/>
                <a:ea typeface="Calibri"/>
                <a:cs typeface="Calibri"/>
              </a:defRPr>
            </a:lvl3pPr>
            <a:lvl4pPr algn="l">
              <a:buNone/>
              <a:defRPr sz="1125" b="0" i="0">
                <a:solidFill>
                  <a:srgbClr val="647781"/>
                </a:solidFill>
                <a:latin typeface="Calibri"/>
                <a:ea typeface="Calibri"/>
                <a:cs typeface="Calibri"/>
              </a:defRPr>
            </a:lvl4pPr>
            <a:lvl5pPr algn="l">
              <a:buNone/>
              <a:defRPr sz="1125" b="0" i="0">
                <a:solidFill>
                  <a:srgbClr val="647781"/>
                </a:solidFill>
                <a:latin typeface="Calibri"/>
                <a:ea typeface="Calibri"/>
                <a:cs typeface="Calibri"/>
              </a:defRPr>
            </a:lvl5pPr>
            <a:lvl6pPr algn="l">
              <a:buNone/>
              <a:defRPr sz="1125" b="0" i="0">
                <a:solidFill>
                  <a:srgbClr val="647781"/>
                </a:solidFill>
                <a:latin typeface="Calibri"/>
                <a:ea typeface="Calibri"/>
                <a:cs typeface="Calibri"/>
              </a:defRPr>
            </a:lvl6pPr>
            <a:lvl7pPr algn="l">
              <a:buNone/>
              <a:defRPr sz="1125" b="0" i="0">
                <a:solidFill>
                  <a:srgbClr val="647781"/>
                </a:solidFill>
                <a:latin typeface="Calibri"/>
                <a:ea typeface="Calibri"/>
                <a:cs typeface="Calibri"/>
              </a:defRPr>
            </a:lvl7pPr>
            <a:lvl8pPr algn="l">
              <a:buNone/>
              <a:defRPr sz="1125" b="0" i="0">
                <a:solidFill>
                  <a:srgbClr val="647781"/>
                </a:solidFill>
                <a:latin typeface="Calibri"/>
                <a:ea typeface="Calibri"/>
                <a:cs typeface="Calibri"/>
              </a:defRPr>
            </a:lvl8pPr>
            <a:lvl9pPr algn="l">
              <a:buNone/>
              <a:defRPr sz="1125" b="0" i="0">
                <a:solidFill>
                  <a:srgbClr val="647781"/>
                </a:solidFill>
                <a:latin typeface="Calibri"/>
                <a:ea typeface="Calibri"/>
                <a:cs typeface="Calibri"/>
              </a:defRPr>
            </a:lvl9pPr>
          </a:lstStyle>
          <a:p xmlns:a="http://schemas.openxmlformats.org/drawingml/2006/main">
            <a:pPr algn="l">
              <a:lnSpc>
                <a:spcPct val="108000"/>
              </a:lnSpc>
              <a:buNone/>
              <a:defRPr sz="1125" b="0" i="0">
                <a:solidFill>
                  <a:srgbClr val="647781"/>
                </a:solidFill>
                <a:latin typeface="Calibri"/>
                <a:ea typeface="Calibri"/>
                <a:cs typeface="Calibri"/>
              </a:defRPr>
            </a:pPr>
            <a:r>
              <a:rPr sz="1163" b="0" i="0">
                <a:solidFill>
                  <a:srgbClr val="526B73"/>
                </a:solidFill>
                <a:latin typeface="Calibri"/>
                <a:ea typeface="Calibri"/>
                <a:cs typeface="Calibri"/>
              </a:rPr>
              <a:t>The documented contract covers patients, wearable readings, predictions, alerts, analytics, and streaming.</a:t>
            </a:r>
          </a:p>
        </p:txBody>
      </p:sp>
      <p:sp>
        <p:nvSpPr>
          <p:cNvPr id="4" name="">
            <a:extLst xmlns:a="http://schemas.openxmlformats.org/drawingml/2006/main">
              <a:ext uri="{FF2B5EF4-FFF2-40B4-BE49-F238E27FC236}">
                <a16:creationId xmlns:a16="http://schemas.microsoft.com/office/drawing/2014/main" id="{9BA4A737-333B-481B-8631-F55C7F0BEAC1}"/>
              </a:ext>
            </a:extLst>
          </p:cNvPr>
          <p:cNvSpPr>
            <a:spLocks xmlns:a="http://schemas.openxmlformats.org/drawingml/2006/main" noGrp="1"/>
          </p:cNvSpPr>
          <p:nvPr/>
        </p:nvSpPr>
        <p:spPr>
          <a:xfrm xmlns:a="http://schemas.openxmlformats.org/drawingml/2006/main" flipH="0" flipV="0">
            <a:off x="457200" y="5029200"/>
            <a:ext cx="6562725" cy="4763"/>
          </a:xfrm>
          <a:prstGeom xmlns:a="http://schemas.openxmlformats.org/drawingml/2006/main" prst="line">
            <a:avLst/>
          </a:prstGeom>
          <a:noFill xmlns:a="http://schemas.openxmlformats.org/drawingml/2006/main"/>
          <a:ln xmlns:a="http://schemas.openxmlformats.org/drawingml/2006/main" w="9525">
            <a:solidFill>
              <a:srgbClr val="D6E3E2"/>
            </a:solidFill>
            <a:prstDash val="solid"/>
          </a:ln>
        </p:spPr>
      </p:sp>
      <p:sp>
        <p:nvSpPr>
          <p:cNvPr id="5" name="">
            <a:extLst xmlns:a="http://schemas.openxmlformats.org/drawingml/2006/main">
              <a:ext uri="{FF2B5EF4-FFF2-40B4-BE49-F238E27FC236}">
                <a16:creationId xmlns:a16="http://schemas.microsoft.com/office/drawing/2014/main" id="{BAA41CF8-E39E-413B-8EE1-57D645B46251}"/>
              </a:ext>
            </a:extLst>
          </p:cNvPr>
          <p:cNvSpPr>
            <a:spLocks xmlns:a="http://schemas.openxmlformats.org/drawingml/2006/main" noGrp="1"/>
          </p:cNvSpPr>
          <p:nvPr/>
        </p:nvSpPr>
        <p:spPr>
          <a:xfrm xmlns:a="http://schemas.openxmlformats.org/drawingml/2006/main">
            <a:off x="457200" y="5105400"/>
            <a:ext cx="2476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13" b="1" i="0">
                <a:solidFill>
                  <a:srgbClr val="486975"/>
                </a:solidFill>
                <a:latin typeface="Calibri"/>
                <a:ea typeface="Calibri"/>
                <a:cs typeface="Calibri"/>
              </a:defRPr>
            </a:defPPr>
            <a:lvl1pPr algn="l">
              <a:buNone/>
              <a:defRPr sz="788" b="1" i="0">
                <a:solidFill>
                  <a:srgbClr val="647781"/>
                </a:solidFill>
                <a:latin typeface="Calibri"/>
                <a:ea typeface="Calibri"/>
                <a:cs typeface="Calibri"/>
              </a:defRPr>
            </a:lvl1pPr>
            <a:lvl2pPr algn="l">
              <a:buNone/>
              <a:defRPr sz="788" b="1" i="0">
                <a:solidFill>
                  <a:srgbClr val="647781"/>
                </a:solidFill>
                <a:latin typeface="Calibri"/>
                <a:ea typeface="Calibri"/>
                <a:cs typeface="Calibri"/>
              </a:defRPr>
            </a:lvl2pPr>
            <a:lvl3pPr algn="l">
              <a:buNone/>
              <a:defRPr sz="788" b="1" i="0">
                <a:solidFill>
                  <a:srgbClr val="647781"/>
                </a:solidFill>
                <a:latin typeface="Calibri"/>
                <a:ea typeface="Calibri"/>
                <a:cs typeface="Calibri"/>
              </a:defRPr>
            </a:lvl3pPr>
            <a:lvl4pPr algn="l">
              <a:buNone/>
              <a:defRPr sz="788" b="1" i="0">
                <a:solidFill>
                  <a:srgbClr val="647781"/>
                </a:solidFill>
                <a:latin typeface="Calibri"/>
                <a:ea typeface="Calibri"/>
                <a:cs typeface="Calibri"/>
              </a:defRPr>
            </a:lvl4pPr>
            <a:lvl5pPr algn="l">
              <a:buNone/>
              <a:defRPr sz="788" b="1" i="0">
                <a:solidFill>
                  <a:srgbClr val="647781"/>
                </a:solidFill>
                <a:latin typeface="Calibri"/>
                <a:ea typeface="Calibri"/>
                <a:cs typeface="Calibri"/>
              </a:defRPr>
            </a:lvl5pPr>
            <a:lvl6pPr algn="l">
              <a:buNone/>
              <a:defRPr sz="788" b="1" i="0">
                <a:solidFill>
                  <a:srgbClr val="647781"/>
                </a:solidFill>
                <a:latin typeface="Calibri"/>
                <a:ea typeface="Calibri"/>
                <a:cs typeface="Calibri"/>
              </a:defRPr>
            </a:lvl6pPr>
            <a:lvl7pPr algn="l">
              <a:buNone/>
              <a:defRPr sz="788" b="1" i="0">
                <a:solidFill>
                  <a:srgbClr val="647781"/>
                </a:solidFill>
                <a:latin typeface="Calibri"/>
                <a:ea typeface="Calibri"/>
                <a:cs typeface="Calibri"/>
              </a:defRPr>
            </a:lvl7pPr>
            <a:lvl8pPr algn="l">
              <a:buNone/>
              <a:defRPr sz="788" b="1" i="0">
                <a:solidFill>
                  <a:srgbClr val="647781"/>
                </a:solidFill>
                <a:latin typeface="Calibri"/>
                <a:ea typeface="Calibri"/>
                <a:cs typeface="Calibri"/>
              </a:defRPr>
            </a:lvl8pPr>
            <a:lvl9pPr algn="l">
              <a:buNone/>
              <a:defRPr sz="788" b="1" i="0">
                <a:solidFill>
                  <a:srgbClr val="647781"/>
                </a:solidFill>
                <a:latin typeface="Calibri"/>
                <a:ea typeface="Calibri"/>
                <a:cs typeface="Calibri"/>
              </a:defRPr>
            </a:lvl9pPr>
          </a:lstStyle>
          <a:p xmlns:a="http://schemas.openxmlformats.org/drawingml/2006/main">
            <a:pPr algn="l">
              <a:lnSpc>
                <a:spcPct val="108000"/>
              </a:lnSpc>
              <a:buNone/>
              <a:defRPr sz="788" b="1" i="0">
                <a:solidFill>
                  <a:srgbClr val="647781"/>
                </a:solidFill>
                <a:latin typeface="Calibri"/>
                <a:ea typeface="Calibri"/>
                <a:cs typeface="Calibri"/>
              </a:defRPr>
            </a:pPr>
            <a:r>
              <a:rPr sz="713" b="1" i="0">
                <a:solidFill>
                  <a:srgbClr val="486975"/>
                </a:solidFill>
                <a:latin typeface="Calibri"/>
                <a:ea typeface="Calibri"/>
                <a:cs typeface="Calibri"/>
              </a:rPr>
              <a:t>SADHYA  ·  CARDIOTWIN</a:t>
            </a:r>
          </a:p>
        </p:txBody>
      </p:sp>
      <p:sp>
        <p:nvSpPr>
          <p:cNvPr id="6" name="">
            <a:extLst xmlns:a="http://schemas.openxmlformats.org/drawingml/2006/main">
              <a:ext uri="{FF2B5EF4-FFF2-40B4-BE49-F238E27FC236}">
                <a16:creationId xmlns:a16="http://schemas.microsoft.com/office/drawing/2014/main" id="{0A2F29D7-503E-4519-9E38-C85DF817418F}"/>
              </a:ext>
            </a:extLst>
          </p:cNvPr>
          <p:cNvSpPr>
            <a:spLocks xmlns:a="http://schemas.openxmlformats.org/drawingml/2006/main" noGrp="1"/>
          </p:cNvSpPr>
          <p:nvPr/>
        </p:nvSpPr>
        <p:spPr>
          <a:xfrm xmlns:a="http://schemas.openxmlformats.org/drawingml/2006/main">
            <a:off x="6724650" y="5105400"/>
            <a:ext cx="2952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750" b="1" i="0">
                <a:solidFill>
                  <a:srgbClr val="168D89"/>
                </a:solidFill>
                <a:latin typeface="Calibri"/>
                <a:ea typeface="Calibri"/>
                <a:cs typeface="Calibri"/>
              </a:defRPr>
            </a:defPPr>
            <a:lvl1pPr algn="r">
              <a:buNone/>
              <a:defRPr sz="788" b="0" i="0">
                <a:solidFill>
                  <a:srgbClr val="647781"/>
                </a:solidFill>
                <a:latin typeface="Calibri"/>
                <a:ea typeface="Calibri"/>
                <a:cs typeface="Calibri"/>
              </a:defRPr>
            </a:lvl1pPr>
            <a:lvl2pPr algn="r">
              <a:buNone/>
              <a:defRPr sz="788" b="0" i="0">
                <a:solidFill>
                  <a:srgbClr val="647781"/>
                </a:solidFill>
                <a:latin typeface="Calibri"/>
                <a:ea typeface="Calibri"/>
                <a:cs typeface="Calibri"/>
              </a:defRPr>
            </a:lvl2pPr>
            <a:lvl3pPr algn="r">
              <a:buNone/>
              <a:defRPr sz="788" b="0" i="0">
                <a:solidFill>
                  <a:srgbClr val="647781"/>
                </a:solidFill>
                <a:latin typeface="Calibri"/>
                <a:ea typeface="Calibri"/>
                <a:cs typeface="Calibri"/>
              </a:defRPr>
            </a:lvl3pPr>
            <a:lvl4pPr algn="r">
              <a:buNone/>
              <a:defRPr sz="788" b="0" i="0">
                <a:solidFill>
                  <a:srgbClr val="647781"/>
                </a:solidFill>
                <a:latin typeface="Calibri"/>
                <a:ea typeface="Calibri"/>
                <a:cs typeface="Calibri"/>
              </a:defRPr>
            </a:lvl4pPr>
            <a:lvl5pPr algn="r">
              <a:buNone/>
              <a:defRPr sz="788" b="0" i="0">
                <a:solidFill>
                  <a:srgbClr val="647781"/>
                </a:solidFill>
                <a:latin typeface="Calibri"/>
                <a:ea typeface="Calibri"/>
                <a:cs typeface="Calibri"/>
              </a:defRPr>
            </a:lvl5pPr>
            <a:lvl6pPr algn="r">
              <a:buNone/>
              <a:defRPr sz="788" b="0" i="0">
                <a:solidFill>
                  <a:srgbClr val="647781"/>
                </a:solidFill>
                <a:latin typeface="Calibri"/>
                <a:ea typeface="Calibri"/>
                <a:cs typeface="Calibri"/>
              </a:defRPr>
            </a:lvl6pPr>
            <a:lvl7pPr algn="r">
              <a:buNone/>
              <a:defRPr sz="788" b="0" i="0">
                <a:solidFill>
                  <a:srgbClr val="647781"/>
                </a:solidFill>
                <a:latin typeface="Calibri"/>
                <a:ea typeface="Calibri"/>
                <a:cs typeface="Calibri"/>
              </a:defRPr>
            </a:lvl7pPr>
            <a:lvl8pPr algn="r">
              <a:buNone/>
              <a:defRPr sz="788" b="0" i="0">
                <a:solidFill>
                  <a:srgbClr val="647781"/>
                </a:solidFill>
                <a:latin typeface="Calibri"/>
                <a:ea typeface="Calibri"/>
                <a:cs typeface="Calibri"/>
              </a:defRPr>
            </a:lvl8pPr>
            <a:lvl9pPr algn="r">
              <a:buNone/>
              <a:defRPr sz="788" b="0" i="0">
                <a:solidFill>
                  <a:srgbClr val="647781"/>
                </a:solidFill>
                <a:latin typeface="Calibri"/>
                <a:ea typeface="Calibri"/>
                <a:cs typeface="Calibri"/>
              </a:defRPr>
            </a:lvl9pPr>
          </a:lstStyle>
          <a:p xmlns:a="http://schemas.openxmlformats.org/drawingml/2006/main">
            <a:pPr algn="r">
              <a:lnSpc>
                <a:spcPct val="108000"/>
              </a:lnSpc>
              <a:buNone/>
              <a:defRPr sz="788" b="0" i="0">
                <a:solidFill>
                  <a:srgbClr val="647781"/>
                </a:solidFill>
                <a:latin typeface="Calibri"/>
                <a:ea typeface="Calibri"/>
                <a:cs typeface="Calibri"/>
              </a:defRPr>
            </a:pPr>
            <a:r>
              <a:rPr sz="750" b="1" i="0">
                <a:solidFill>
                  <a:srgbClr val="168D89"/>
                </a:solidFill>
                <a:latin typeface="Calibri"/>
                <a:ea typeface="Calibri"/>
                <a:cs typeface="Calibri"/>
              </a:rPr>
              <a:t>05</a:t>
            </a:r>
          </a:p>
        </p:txBody>
      </p:sp>
      <p:sp>
        <p:nvSpPr>
          <p:cNvPr id="7" name="">
            <a:extLst xmlns:a="http://schemas.openxmlformats.org/drawingml/2006/main">
              <a:ext uri="{FF2B5EF4-FFF2-40B4-BE49-F238E27FC236}">
                <a16:creationId xmlns:a16="http://schemas.microsoft.com/office/drawing/2014/main" id="{71C09794-7BF6-41CA-8D62-C333A9D5285A}"/>
              </a:ext>
            </a:extLst>
          </p:cNvPr>
          <p:cNvSpPr>
            <a:spLocks xmlns:a="http://schemas.openxmlformats.org/drawingml/2006/main" noGrp="1"/>
          </p:cNvSpPr>
          <p:nvPr/>
        </p:nvSpPr>
        <p:spPr>
          <a:xfrm xmlns:a="http://schemas.openxmlformats.org/drawingml/2006/main">
            <a:off x="828675" y="1438275"/>
            <a:ext cx="904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38" b="1" i="0">
                <a:solidFill>
                  <a:srgbClr val="168F89"/>
                </a:solidFill>
                <a:latin typeface="Calibri"/>
                <a:ea typeface="Calibri"/>
                <a:cs typeface="Calibri"/>
              </a:defRPr>
            </a:defPPr>
            <a:lvl1pPr algn="l">
              <a:buNone/>
              <a:defRPr sz="975" b="1" i="0">
                <a:solidFill>
                  <a:srgbClr val="0D6F73"/>
                </a:solidFill>
                <a:latin typeface="Calibri"/>
                <a:ea typeface="Calibri"/>
                <a:cs typeface="Calibri"/>
              </a:defRPr>
            </a:lvl1pPr>
            <a:lvl2pPr algn="l">
              <a:buNone/>
              <a:defRPr sz="975" b="1" i="0">
                <a:solidFill>
                  <a:srgbClr val="0D6F73"/>
                </a:solidFill>
                <a:latin typeface="Calibri"/>
                <a:ea typeface="Calibri"/>
                <a:cs typeface="Calibri"/>
              </a:defRPr>
            </a:lvl2pPr>
            <a:lvl3pPr algn="l">
              <a:buNone/>
              <a:defRPr sz="975" b="1" i="0">
                <a:solidFill>
                  <a:srgbClr val="0D6F73"/>
                </a:solidFill>
                <a:latin typeface="Calibri"/>
                <a:ea typeface="Calibri"/>
                <a:cs typeface="Calibri"/>
              </a:defRPr>
            </a:lvl3pPr>
            <a:lvl4pPr algn="l">
              <a:buNone/>
              <a:defRPr sz="975" b="1" i="0">
                <a:solidFill>
                  <a:srgbClr val="0D6F73"/>
                </a:solidFill>
                <a:latin typeface="Calibri"/>
                <a:ea typeface="Calibri"/>
                <a:cs typeface="Calibri"/>
              </a:defRPr>
            </a:lvl4pPr>
            <a:lvl5pPr algn="l">
              <a:buNone/>
              <a:defRPr sz="975" b="1" i="0">
                <a:solidFill>
                  <a:srgbClr val="0D6F73"/>
                </a:solidFill>
                <a:latin typeface="Calibri"/>
                <a:ea typeface="Calibri"/>
                <a:cs typeface="Calibri"/>
              </a:defRPr>
            </a:lvl5pPr>
            <a:lvl6pPr algn="l">
              <a:buNone/>
              <a:defRPr sz="975" b="1" i="0">
                <a:solidFill>
                  <a:srgbClr val="0D6F73"/>
                </a:solidFill>
                <a:latin typeface="Calibri"/>
                <a:ea typeface="Calibri"/>
                <a:cs typeface="Calibri"/>
              </a:defRPr>
            </a:lvl6pPr>
            <a:lvl7pPr algn="l">
              <a:buNone/>
              <a:defRPr sz="975" b="1" i="0">
                <a:solidFill>
                  <a:srgbClr val="0D6F73"/>
                </a:solidFill>
                <a:latin typeface="Calibri"/>
                <a:ea typeface="Calibri"/>
                <a:cs typeface="Calibri"/>
              </a:defRPr>
            </a:lvl7pPr>
            <a:lvl8pPr algn="l">
              <a:buNone/>
              <a:defRPr sz="975" b="1" i="0">
                <a:solidFill>
                  <a:srgbClr val="0D6F73"/>
                </a:solidFill>
                <a:latin typeface="Calibri"/>
                <a:ea typeface="Calibri"/>
                <a:cs typeface="Calibri"/>
              </a:defRPr>
            </a:lvl8pPr>
            <a:lvl9pPr algn="l">
              <a:buNone/>
              <a:defRPr sz="975" b="1" i="0">
                <a:solidFill>
                  <a:srgbClr val="0D6F73"/>
                </a:solidFill>
                <a:latin typeface="Calibri"/>
                <a:ea typeface="Calibri"/>
                <a:cs typeface="Calibri"/>
              </a:defRPr>
            </a:lvl9pPr>
          </a:lstStyle>
          <a:p xmlns:a="http://schemas.openxmlformats.org/drawingml/2006/main">
            <a:pPr algn="l">
              <a:lnSpc>
                <a:spcPct val="108000"/>
              </a:lnSpc>
              <a:buNone/>
              <a:defRPr sz="975" b="1" i="0">
                <a:solidFill>
                  <a:srgbClr val="0D6F73"/>
                </a:solidFill>
                <a:latin typeface="Calibri"/>
                <a:ea typeface="Calibri"/>
                <a:cs typeface="Calibri"/>
              </a:defRPr>
            </a:pPr>
            <a:r>
              <a:rPr sz="938" b="1" i="0">
                <a:solidFill>
                  <a:srgbClr val="168F89"/>
                </a:solidFill>
                <a:latin typeface="Calibri"/>
                <a:ea typeface="Calibri"/>
                <a:cs typeface="Calibri"/>
              </a:rPr>
              <a:t>PATIENTS</a:t>
            </a:r>
          </a:p>
        </p:txBody>
      </p:sp>
      <p:sp>
        <p:nvSpPr>
          <p:cNvPr id="8" name="">
            <a:extLst xmlns:a="http://schemas.openxmlformats.org/drawingml/2006/main">
              <a:ext uri="{FF2B5EF4-FFF2-40B4-BE49-F238E27FC236}">
                <a16:creationId xmlns:a16="http://schemas.microsoft.com/office/drawing/2014/main" id="{A23BA636-B683-4280-A318-4B2F973BE3FA}"/>
              </a:ext>
            </a:extLst>
          </p:cNvPr>
          <p:cNvSpPr>
            <a:spLocks xmlns:a="http://schemas.openxmlformats.org/drawingml/2006/main" noGrp="1"/>
          </p:cNvSpPr>
          <p:nvPr/>
        </p:nvSpPr>
        <p:spPr>
          <a:xfrm xmlns:a="http://schemas.openxmlformats.org/drawingml/2006/main">
            <a:off x="1790700" y="1419225"/>
            <a:ext cx="31146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88" b="1" i="0">
                <a:solidFill>
                  <a:srgbClr val="123F50"/>
                </a:solidFill>
                <a:latin typeface="Calibri"/>
                <a:ea typeface="Calibri"/>
                <a:cs typeface="Calibri"/>
              </a:defRPr>
            </a:defPPr>
            <a:lvl1pPr algn="l">
              <a:buNone/>
              <a:defRPr sz="1125" b="1" i="0">
                <a:solidFill>
                  <a:srgbClr val="123F50"/>
                </a:solidFill>
                <a:latin typeface="Calibri"/>
                <a:ea typeface="Calibri"/>
                <a:cs typeface="Calibri"/>
              </a:defRPr>
            </a:lvl1pPr>
            <a:lvl2pPr algn="l">
              <a:buNone/>
              <a:defRPr sz="1125" b="1" i="0">
                <a:solidFill>
                  <a:srgbClr val="123F50"/>
                </a:solidFill>
                <a:latin typeface="Calibri"/>
                <a:ea typeface="Calibri"/>
                <a:cs typeface="Calibri"/>
              </a:defRPr>
            </a:lvl2pPr>
            <a:lvl3pPr algn="l">
              <a:buNone/>
              <a:defRPr sz="1125" b="1" i="0">
                <a:solidFill>
                  <a:srgbClr val="123F50"/>
                </a:solidFill>
                <a:latin typeface="Calibri"/>
                <a:ea typeface="Calibri"/>
                <a:cs typeface="Calibri"/>
              </a:defRPr>
            </a:lvl3pPr>
            <a:lvl4pPr algn="l">
              <a:buNone/>
              <a:defRPr sz="1125" b="1" i="0">
                <a:solidFill>
                  <a:srgbClr val="123F50"/>
                </a:solidFill>
                <a:latin typeface="Calibri"/>
                <a:ea typeface="Calibri"/>
                <a:cs typeface="Calibri"/>
              </a:defRPr>
            </a:lvl4pPr>
            <a:lvl5pPr algn="l">
              <a:buNone/>
              <a:defRPr sz="1125" b="1" i="0">
                <a:solidFill>
                  <a:srgbClr val="123F50"/>
                </a:solidFill>
                <a:latin typeface="Calibri"/>
                <a:ea typeface="Calibri"/>
                <a:cs typeface="Calibri"/>
              </a:defRPr>
            </a:lvl5pPr>
            <a:lvl6pPr algn="l">
              <a:buNone/>
              <a:defRPr sz="1125" b="1" i="0">
                <a:solidFill>
                  <a:srgbClr val="123F50"/>
                </a:solidFill>
                <a:latin typeface="Calibri"/>
                <a:ea typeface="Calibri"/>
                <a:cs typeface="Calibri"/>
              </a:defRPr>
            </a:lvl6pPr>
            <a:lvl7pPr algn="l">
              <a:buNone/>
              <a:defRPr sz="1125" b="1" i="0">
                <a:solidFill>
                  <a:srgbClr val="123F50"/>
                </a:solidFill>
                <a:latin typeface="Calibri"/>
                <a:ea typeface="Calibri"/>
                <a:cs typeface="Calibri"/>
              </a:defRPr>
            </a:lvl7pPr>
            <a:lvl8pPr algn="l">
              <a:buNone/>
              <a:defRPr sz="1125" b="1" i="0">
                <a:solidFill>
                  <a:srgbClr val="123F50"/>
                </a:solidFill>
                <a:latin typeface="Calibri"/>
                <a:ea typeface="Calibri"/>
                <a:cs typeface="Calibri"/>
              </a:defRPr>
            </a:lvl8pPr>
            <a:lvl9pPr algn="l">
              <a:buNone/>
              <a:defRPr sz="1125" b="1" i="0">
                <a:solidFill>
                  <a:srgbClr val="123F50"/>
                </a:solidFill>
                <a:latin typeface="Calibri"/>
                <a:ea typeface="Calibri"/>
                <a:cs typeface="Calibri"/>
              </a:defRPr>
            </a:lvl9pPr>
          </a:lstStyle>
          <a:p xmlns:a="http://schemas.openxmlformats.org/drawingml/2006/main">
            <a:pPr algn="l">
              <a:lnSpc>
                <a:spcPct val="108000"/>
              </a:lnSpc>
              <a:buNone/>
              <a:defRPr sz="1125" b="1" i="0">
                <a:solidFill>
                  <a:srgbClr val="123F50"/>
                </a:solidFill>
                <a:latin typeface="Calibri"/>
                <a:ea typeface="Calibri"/>
                <a:cs typeface="Calibri"/>
              </a:defRPr>
            </a:pPr>
            <a:r>
              <a:rPr sz="1088" b="1" i="0">
                <a:solidFill>
                  <a:srgbClr val="123F50"/>
                </a:solidFill>
                <a:latin typeface="Calibri"/>
                <a:ea typeface="Calibri"/>
                <a:cs typeface="Calibri"/>
              </a:rPr>
              <a:t>GET /api/patients</a:t>
            </a:r>
          </a:p>
        </p:txBody>
      </p:sp>
      <p:sp>
        <p:nvSpPr>
          <p:cNvPr id="9" name="">
            <a:extLst xmlns:a="http://schemas.openxmlformats.org/drawingml/2006/main">
              <a:ext uri="{FF2B5EF4-FFF2-40B4-BE49-F238E27FC236}">
                <a16:creationId xmlns:a16="http://schemas.microsoft.com/office/drawing/2014/main" id="{3A661F14-EE8D-45E1-803C-CD5D0A62E401}"/>
              </a:ext>
            </a:extLst>
          </p:cNvPr>
          <p:cNvSpPr>
            <a:spLocks xmlns:a="http://schemas.openxmlformats.org/drawingml/2006/main" noGrp="1"/>
          </p:cNvSpPr>
          <p:nvPr/>
        </p:nvSpPr>
        <p:spPr>
          <a:xfrm xmlns:a="http://schemas.openxmlformats.org/drawingml/2006/main">
            <a:off x="1790700" y="164782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38" b="0" i="0">
                <a:solidFill>
                  <a:srgbClr val="5E7279"/>
                </a:solidFill>
                <a:latin typeface="Calibri"/>
                <a:ea typeface="Calibri"/>
                <a:cs typeface="Calibri"/>
              </a:defRPr>
            </a:defPPr>
            <a:lvl1pPr algn="l">
              <a:buNone/>
              <a:defRPr sz="1088" b="0" i="0">
                <a:solidFill>
                  <a:srgbClr val="263C45"/>
                </a:solidFill>
                <a:latin typeface="Calibri"/>
                <a:ea typeface="Calibri"/>
                <a:cs typeface="Calibri"/>
              </a:defRPr>
            </a:lvl1pPr>
            <a:lvl2pPr algn="l">
              <a:buNone/>
              <a:defRPr sz="1088" b="0" i="0">
                <a:solidFill>
                  <a:srgbClr val="263C45"/>
                </a:solidFill>
                <a:latin typeface="Calibri"/>
                <a:ea typeface="Calibri"/>
                <a:cs typeface="Calibri"/>
              </a:defRPr>
            </a:lvl2pPr>
            <a:lvl3pPr algn="l">
              <a:buNone/>
              <a:defRPr sz="1088" b="0" i="0">
                <a:solidFill>
                  <a:srgbClr val="263C45"/>
                </a:solidFill>
                <a:latin typeface="Calibri"/>
                <a:ea typeface="Calibri"/>
                <a:cs typeface="Calibri"/>
              </a:defRPr>
            </a:lvl3pPr>
            <a:lvl4pPr algn="l">
              <a:buNone/>
              <a:defRPr sz="1088" b="0" i="0">
                <a:solidFill>
                  <a:srgbClr val="263C45"/>
                </a:solidFill>
                <a:latin typeface="Calibri"/>
                <a:ea typeface="Calibri"/>
                <a:cs typeface="Calibri"/>
              </a:defRPr>
            </a:lvl4pPr>
            <a:lvl5pPr algn="l">
              <a:buNone/>
              <a:defRPr sz="1088" b="0" i="0">
                <a:solidFill>
                  <a:srgbClr val="263C45"/>
                </a:solidFill>
                <a:latin typeface="Calibri"/>
                <a:ea typeface="Calibri"/>
                <a:cs typeface="Calibri"/>
              </a:defRPr>
            </a:lvl5pPr>
            <a:lvl6pPr algn="l">
              <a:buNone/>
              <a:defRPr sz="1088" b="0" i="0">
                <a:solidFill>
                  <a:srgbClr val="263C45"/>
                </a:solidFill>
                <a:latin typeface="Calibri"/>
                <a:ea typeface="Calibri"/>
                <a:cs typeface="Calibri"/>
              </a:defRPr>
            </a:lvl6pPr>
            <a:lvl7pPr algn="l">
              <a:buNone/>
              <a:defRPr sz="1088" b="0" i="0">
                <a:solidFill>
                  <a:srgbClr val="263C45"/>
                </a:solidFill>
                <a:latin typeface="Calibri"/>
                <a:ea typeface="Calibri"/>
                <a:cs typeface="Calibri"/>
              </a:defRPr>
            </a:lvl7pPr>
            <a:lvl8pPr algn="l">
              <a:buNone/>
              <a:defRPr sz="1088" b="0" i="0">
                <a:solidFill>
                  <a:srgbClr val="263C45"/>
                </a:solidFill>
                <a:latin typeface="Calibri"/>
                <a:ea typeface="Calibri"/>
                <a:cs typeface="Calibri"/>
              </a:defRPr>
            </a:lvl8pPr>
            <a:lvl9pPr algn="l">
              <a:buNone/>
              <a:defRPr sz="1088" b="0" i="0">
                <a:solidFill>
                  <a:srgbClr val="263C45"/>
                </a:solidFill>
                <a:latin typeface="Calibri"/>
                <a:ea typeface="Calibri"/>
                <a:cs typeface="Calibri"/>
              </a:defRPr>
            </a:lvl9pPr>
          </a:lstStyle>
          <a:p xmlns:a="http://schemas.openxmlformats.org/drawingml/2006/main">
            <a:pPr algn="l">
              <a:lnSpc>
                <a:spcPct val="108000"/>
              </a:lnSpc>
              <a:buNone/>
              <a:defRPr sz="1088" b="0" i="0">
                <a:solidFill>
                  <a:srgbClr val="263C45"/>
                </a:solidFill>
                <a:latin typeface="Calibri"/>
                <a:ea typeface="Calibri"/>
                <a:cs typeface="Calibri"/>
              </a:defRPr>
            </a:pPr>
            <a:r>
              <a:rPr sz="938" b="0" i="0">
                <a:solidFill>
                  <a:srgbClr val="5E7279"/>
                </a:solidFill>
                <a:latin typeface="Calibri"/>
                <a:ea typeface="Calibri"/>
                <a:cs typeface="Calibri"/>
              </a:rPr>
              <a:t>List seeded profiles</a:t>
            </a:r>
          </a:p>
        </p:txBody>
      </p:sp>
      <p:sp>
        <p:nvSpPr>
          <p:cNvPr id="10" name="">
            <a:extLst xmlns:a="http://schemas.openxmlformats.org/drawingml/2006/main">
              <a:ext uri="{FF2B5EF4-FFF2-40B4-BE49-F238E27FC236}">
                <a16:creationId xmlns:a16="http://schemas.microsoft.com/office/drawing/2014/main" id="{B114F090-0764-4D6D-873C-8347A088FC56}"/>
              </a:ext>
            </a:extLst>
          </p:cNvPr>
          <p:cNvSpPr>
            <a:spLocks xmlns:a="http://schemas.openxmlformats.org/drawingml/2006/main" noGrp="1"/>
          </p:cNvSpPr>
          <p:nvPr/>
        </p:nvSpPr>
        <p:spPr>
          <a:xfrm xmlns:a="http://schemas.openxmlformats.org/drawingml/2006/main" flipH="0" flipV="0">
            <a:off x="533400" y="1924050"/>
            <a:ext cx="6477000" cy="4763"/>
          </a:xfrm>
          <a:prstGeom xmlns:a="http://schemas.openxmlformats.org/drawingml/2006/main" prst="line">
            <a:avLst/>
          </a:prstGeom>
          <a:noFill xmlns:a="http://schemas.openxmlformats.org/drawingml/2006/main"/>
          <a:ln xmlns:a="http://schemas.openxmlformats.org/drawingml/2006/main" w="9525">
            <a:solidFill>
              <a:srgbClr val="DDE7E6"/>
            </a:solidFill>
            <a:prstDash val="solid"/>
          </a:ln>
        </p:spPr>
      </p:sp>
      <p:sp>
        <p:nvSpPr>
          <p:cNvPr id="11" name="">
            <a:extLst xmlns:a="http://schemas.openxmlformats.org/drawingml/2006/main">
              <a:ext uri="{FF2B5EF4-FFF2-40B4-BE49-F238E27FC236}">
                <a16:creationId xmlns:a16="http://schemas.microsoft.com/office/drawing/2014/main" id="{60D95D7E-D8B2-4A85-B3AB-4710F96A2524}"/>
              </a:ext>
            </a:extLst>
          </p:cNvPr>
          <p:cNvSpPr>
            <a:spLocks xmlns:a="http://schemas.openxmlformats.org/drawingml/2006/main" noGrp="1"/>
          </p:cNvSpPr>
          <p:nvPr/>
        </p:nvSpPr>
        <p:spPr>
          <a:xfrm xmlns:a="http://schemas.openxmlformats.org/drawingml/2006/main">
            <a:off x="828675" y="2009775"/>
            <a:ext cx="904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38" b="1" i="0">
                <a:solidFill>
                  <a:srgbClr val="168F89"/>
                </a:solidFill>
                <a:latin typeface="Calibri"/>
                <a:ea typeface="Calibri"/>
                <a:cs typeface="Calibri"/>
              </a:defRPr>
            </a:defPPr>
            <a:lvl1pPr algn="l">
              <a:buNone/>
              <a:defRPr sz="975" b="1" i="0">
                <a:solidFill>
                  <a:srgbClr val="0D6F73"/>
                </a:solidFill>
                <a:latin typeface="Calibri"/>
                <a:ea typeface="Calibri"/>
                <a:cs typeface="Calibri"/>
              </a:defRPr>
            </a:lvl1pPr>
            <a:lvl2pPr algn="l">
              <a:buNone/>
              <a:defRPr sz="975" b="1" i="0">
                <a:solidFill>
                  <a:srgbClr val="0D6F73"/>
                </a:solidFill>
                <a:latin typeface="Calibri"/>
                <a:ea typeface="Calibri"/>
                <a:cs typeface="Calibri"/>
              </a:defRPr>
            </a:lvl2pPr>
            <a:lvl3pPr algn="l">
              <a:buNone/>
              <a:defRPr sz="975" b="1" i="0">
                <a:solidFill>
                  <a:srgbClr val="0D6F73"/>
                </a:solidFill>
                <a:latin typeface="Calibri"/>
                <a:ea typeface="Calibri"/>
                <a:cs typeface="Calibri"/>
              </a:defRPr>
            </a:lvl3pPr>
            <a:lvl4pPr algn="l">
              <a:buNone/>
              <a:defRPr sz="975" b="1" i="0">
                <a:solidFill>
                  <a:srgbClr val="0D6F73"/>
                </a:solidFill>
                <a:latin typeface="Calibri"/>
                <a:ea typeface="Calibri"/>
                <a:cs typeface="Calibri"/>
              </a:defRPr>
            </a:lvl4pPr>
            <a:lvl5pPr algn="l">
              <a:buNone/>
              <a:defRPr sz="975" b="1" i="0">
                <a:solidFill>
                  <a:srgbClr val="0D6F73"/>
                </a:solidFill>
                <a:latin typeface="Calibri"/>
                <a:ea typeface="Calibri"/>
                <a:cs typeface="Calibri"/>
              </a:defRPr>
            </a:lvl5pPr>
            <a:lvl6pPr algn="l">
              <a:buNone/>
              <a:defRPr sz="975" b="1" i="0">
                <a:solidFill>
                  <a:srgbClr val="0D6F73"/>
                </a:solidFill>
                <a:latin typeface="Calibri"/>
                <a:ea typeface="Calibri"/>
                <a:cs typeface="Calibri"/>
              </a:defRPr>
            </a:lvl6pPr>
            <a:lvl7pPr algn="l">
              <a:buNone/>
              <a:defRPr sz="975" b="1" i="0">
                <a:solidFill>
                  <a:srgbClr val="0D6F73"/>
                </a:solidFill>
                <a:latin typeface="Calibri"/>
                <a:ea typeface="Calibri"/>
                <a:cs typeface="Calibri"/>
              </a:defRPr>
            </a:lvl7pPr>
            <a:lvl8pPr algn="l">
              <a:buNone/>
              <a:defRPr sz="975" b="1" i="0">
                <a:solidFill>
                  <a:srgbClr val="0D6F73"/>
                </a:solidFill>
                <a:latin typeface="Calibri"/>
                <a:ea typeface="Calibri"/>
                <a:cs typeface="Calibri"/>
              </a:defRPr>
            </a:lvl8pPr>
            <a:lvl9pPr algn="l">
              <a:buNone/>
              <a:defRPr sz="975" b="1" i="0">
                <a:solidFill>
                  <a:srgbClr val="0D6F73"/>
                </a:solidFill>
                <a:latin typeface="Calibri"/>
                <a:ea typeface="Calibri"/>
                <a:cs typeface="Calibri"/>
              </a:defRPr>
            </a:lvl9pPr>
          </a:lstStyle>
          <a:p xmlns:a="http://schemas.openxmlformats.org/drawingml/2006/main">
            <a:pPr algn="l">
              <a:lnSpc>
                <a:spcPct val="108000"/>
              </a:lnSpc>
              <a:buNone/>
              <a:defRPr sz="975" b="1" i="0">
                <a:solidFill>
                  <a:srgbClr val="0D6F73"/>
                </a:solidFill>
                <a:latin typeface="Calibri"/>
                <a:ea typeface="Calibri"/>
                <a:cs typeface="Calibri"/>
              </a:defRPr>
            </a:pPr>
            <a:r>
              <a:rPr sz="938" b="1" i="0">
                <a:solidFill>
                  <a:srgbClr val="168F89"/>
                </a:solidFill>
                <a:latin typeface="Calibri"/>
                <a:ea typeface="Calibri"/>
                <a:cs typeface="Calibri"/>
              </a:rPr>
              <a:t>VITALS</a:t>
            </a:r>
          </a:p>
        </p:txBody>
      </p:sp>
      <p:sp>
        <p:nvSpPr>
          <p:cNvPr id="12" name="">
            <a:extLst xmlns:a="http://schemas.openxmlformats.org/drawingml/2006/main">
              <a:ext uri="{FF2B5EF4-FFF2-40B4-BE49-F238E27FC236}">
                <a16:creationId xmlns:a16="http://schemas.microsoft.com/office/drawing/2014/main" id="{5681D1E1-D665-4E37-844C-0D8723904268}"/>
              </a:ext>
            </a:extLst>
          </p:cNvPr>
          <p:cNvSpPr>
            <a:spLocks xmlns:a="http://schemas.openxmlformats.org/drawingml/2006/main" noGrp="1"/>
          </p:cNvSpPr>
          <p:nvPr/>
        </p:nvSpPr>
        <p:spPr>
          <a:xfrm xmlns:a="http://schemas.openxmlformats.org/drawingml/2006/main">
            <a:off x="1790700" y="1990725"/>
            <a:ext cx="31146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88" b="1" i="0">
                <a:solidFill>
                  <a:srgbClr val="123F50"/>
                </a:solidFill>
                <a:latin typeface="Calibri"/>
                <a:ea typeface="Calibri"/>
                <a:cs typeface="Calibri"/>
              </a:defRPr>
            </a:defPPr>
            <a:lvl1pPr algn="l">
              <a:buNone/>
              <a:defRPr sz="1125" b="1" i="0">
                <a:solidFill>
                  <a:srgbClr val="123F50"/>
                </a:solidFill>
                <a:latin typeface="Calibri"/>
                <a:ea typeface="Calibri"/>
                <a:cs typeface="Calibri"/>
              </a:defRPr>
            </a:lvl1pPr>
            <a:lvl2pPr algn="l">
              <a:buNone/>
              <a:defRPr sz="1125" b="1" i="0">
                <a:solidFill>
                  <a:srgbClr val="123F50"/>
                </a:solidFill>
                <a:latin typeface="Calibri"/>
                <a:ea typeface="Calibri"/>
                <a:cs typeface="Calibri"/>
              </a:defRPr>
            </a:lvl2pPr>
            <a:lvl3pPr algn="l">
              <a:buNone/>
              <a:defRPr sz="1125" b="1" i="0">
                <a:solidFill>
                  <a:srgbClr val="123F50"/>
                </a:solidFill>
                <a:latin typeface="Calibri"/>
                <a:ea typeface="Calibri"/>
                <a:cs typeface="Calibri"/>
              </a:defRPr>
            </a:lvl3pPr>
            <a:lvl4pPr algn="l">
              <a:buNone/>
              <a:defRPr sz="1125" b="1" i="0">
                <a:solidFill>
                  <a:srgbClr val="123F50"/>
                </a:solidFill>
                <a:latin typeface="Calibri"/>
                <a:ea typeface="Calibri"/>
                <a:cs typeface="Calibri"/>
              </a:defRPr>
            </a:lvl4pPr>
            <a:lvl5pPr algn="l">
              <a:buNone/>
              <a:defRPr sz="1125" b="1" i="0">
                <a:solidFill>
                  <a:srgbClr val="123F50"/>
                </a:solidFill>
                <a:latin typeface="Calibri"/>
                <a:ea typeface="Calibri"/>
                <a:cs typeface="Calibri"/>
              </a:defRPr>
            </a:lvl5pPr>
            <a:lvl6pPr algn="l">
              <a:buNone/>
              <a:defRPr sz="1125" b="1" i="0">
                <a:solidFill>
                  <a:srgbClr val="123F50"/>
                </a:solidFill>
                <a:latin typeface="Calibri"/>
                <a:ea typeface="Calibri"/>
                <a:cs typeface="Calibri"/>
              </a:defRPr>
            </a:lvl6pPr>
            <a:lvl7pPr algn="l">
              <a:buNone/>
              <a:defRPr sz="1125" b="1" i="0">
                <a:solidFill>
                  <a:srgbClr val="123F50"/>
                </a:solidFill>
                <a:latin typeface="Calibri"/>
                <a:ea typeface="Calibri"/>
                <a:cs typeface="Calibri"/>
              </a:defRPr>
            </a:lvl7pPr>
            <a:lvl8pPr algn="l">
              <a:buNone/>
              <a:defRPr sz="1125" b="1" i="0">
                <a:solidFill>
                  <a:srgbClr val="123F50"/>
                </a:solidFill>
                <a:latin typeface="Calibri"/>
                <a:ea typeface="Calibri"/>
                <a:cs typeface="Calibri"/>
              </a:defRPr>
            </a:lvl8pPr>
            <a:lvl9pPr algn="l">
              <a:buNone/>
              <a:defRPr sz="1125" b="1" i="0">
                <a:solidFill>
                  <a:srgbClr val="123F50"/>
                </a:solidFill>
                <a:latin typeface="Calibri"/>
                <a:ea typeface="Calibri"/>
                <a:cs typeface="Calibri"/>
              </a:defRPr>
            </a:lvl9pPr>
          </a:lstStyle>
          <a:p xmlns:a="http://schemas.openxmlformats.org/drawingml/2006/main">
            <a:pPr algn="l">
              <a:lnSpc>
                <a:spcPct val="108000"/>
              </a:lnSpc>
              <a:buNone/>
              <a:defRPr sz="1125" b="1" i="0">
                <a:solidFill>
                  <a:srgbClr val="123F50"/>
                </a:solidFill>
                <a:latin typeface="Calibri"/>
                <a:ea typeface="Calibri"/>
                <a:cs typeface="Calibri"/>
              </a:defRPr>
            </a:pPr>
            <a:r>
              <a:rPr sz="1088" b="1" i="0">
                <a:solidFill>
                  <a:srgbClr val="123F50"/>
                </a:solidFill>
                <a:latin typeface="Calibri"/>
                <a:ea typeface="Calibri"/>
                <a:cs typeface="Calibri"/>
              </a:rPr>
              <a:t>POST /api/patients/{id}/vitals</a:t>
            </a:r>
          </a:p>
        </p:txBody>
      </p:sp>
      <p:sp>
        <p:nvSpPr>
          <p:cNvPr id="13" name="">
            <a:extLst xmlns:a="http://schemas.openxmlformats.org/drawingml/2006/main">
              <a:ext uri="{FF2B5EF4-FFF2-40B4-BE49-F238E27FC236}">
                <a16:creationId xmlns:a16="http://schemas.microsoft.com/office/drawing/2014/main" id="{99C37728-554A-47CC-9E3A-636C037088A6}"/>
              </a:ext>
            </a:extLst>
          </p:cNvPr>
          <p:cNvSpPr>
            <a:spLocks xmlns:a="http://schemas.openxmlformats.org/drawingml/2006/main" noGrp="1"/>
          </p:cNvSpPr>
          <p:nvPr/>
        </p:nvSpPr>
        <p:spPr>
          <a:xfrm xmlns:a="http://schemas.openxmlformats.org/drawingml/2006/main">
            <a:off x="1790700" y="221932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38" b="0" i="0">
                <a:solidFill>
                  <a:srgbClr val="5E7279"/>
                </a:solidFill>
                <a:latin typeface="Calibri"/>
                <a:ea typeface="Calibri"/>
                <a:cs typeface="Calibri"/>
              </a:defRPr>
            </a:defPPr>
            <a:lvl1pPr algn="l">
              <a:buNone/>
              <a:defRPr sz="1088" b="0" i="0">
                <a:solidFill>
                  <a:srgbClr val="263C45"/>
                </a:solidFill>
                <a:latin typeface="Calibri"/>
                <a:ea typeface="Calibri"/>
                <a:cs typeface="Calibri"/>
              </a:defRPr>
            </a:lvl1pPr>
            <a:lvl2pPr algn="l">
              <a:buNone/>
              <a:defRPr sz="1088" b="0" i="0">
                <a:solidFill>
                  <a:srgbClr val="263C45"/>
                </a:solidFill>
                <a:latin typeface="Calibri"/>
                <a:ea typeface="Calibri"/>
                <a:cs typeface="Calibri"/>
              </a:defRPr>
            </a:lvl2pPr>
            <a:lvl3pPr algn="l">
              <a:buNone/>
              <a:defRPr sz="1088" b="0" i="0">
                <a:solidFill>
                  <a:srgbClr val="263C45"/>
                </a:solidFill>
                <a:latin typeface="Calibri"/>
                <a:ea typeface="Calibri"/>
                <a:cs typeface="Calibri"/>
              </a:defRPr>
            </a:lvl3pPr>
            <a:lvl4pPr algn="l">
              <a:buNone/>
              <a:defRPr sz="1088" b="0" i="0">
                <a:solidFill>
                  <a:srgbClr val="263C45"/>
                </a:solidFill>
                <a:latin typeface="Calibri"/>
                <a:ea typeface="Calibri"/>
                <a:cs typeface="Calibri"/>
              </a:defRPr>
            </a:lvl4pPr>
            <a:lvl5pPr algn="l">
              <a:buNone/>
              <a:defRPr sz="1088" b="0" i="0">
                <a:solidFill>
                  <a:srgbClr val="263C45"/>
                </a:solidFill>
                <a:latin typeface="Calibri"/>
                <a:ea typeface="Calibri"/>
                <a:cs typeface="Calibri"/>
              </a:defRPr>
            </a:lvl5pPr>
            <a:lvl6pPr algn="l">
              <a:buNone/>
              <a:defRPr sz="1088" b="0" i="0">
                <a:solidFill>
                  <a:srgbClr val="263C45"/>
                </a:solidFill>
                <a:latin typeface="Calibri"/>
                <a:ea typeface="Calibri"/>
                <a:cs typeface="Calibri"/>
              </a:defRPr>
            </a:lvl6pPr>
            <a:lvl7pPr algn="l">
              <a:buNone/>
              <a:defRPr sz="1088" b="0" i="0">
                <a:solidFill>
                  <a:srgbClr val="263C45"/>
                </a:solidFill>
                <a:latin typeface="Calibri"/>
                <a:ea typeface="Calibri"/>
                <a:cs typeface="Calibri"/>
              </a:defRPr>
            </a:lvl7pPr>
            <a:lvl8pPr algn="l">
              <a:buNone/>
              <a:defRPr sz="1088" b="0" i="0">
                <a:solidFill>
                  <a:srgbClr val="263C45"/>
                </a:solidFill>
                <a:latin typeface="Calibri"/>
                <a:ea typeface="Calibri"/>
                <a:cs typeface="Calibri"/>
              </a:defRPr>
            </a:lvl8pPr>
            <a:lvl9pPr algn="l">
              <a:buNone/>
              <a:defRPr sz="1088" b="0" i="0">
                <a:solidFill>
                  <a:srgbClr val="263C45"/>
                </a:solidFill>
                <a:latin typeface="Calibri"/>
                <a:ea typeface="Calibri"/>
                <a:cs typeface="Calibri"/>
              </a:defRPr>
            </a:lvl9pPr>
          </a:lstStyle>
          <a:p xmlns:a="http://schemas.openxmlformats.org/drawingml/2006/main">
            <a:pPr algn="l">
              <a:lnSpc>
                <a:spcPct val="108000"/>
              </a:lnSpc>
              <a:buNone/>
              <a:defRPr sz="1088" b="0" i="0">
                <a:solidFill>
                  <a:srgbClr val="263C45"/>
                </a:solidFill>
                <a:latin typeface="Calibri"/>
                <a:ea typeface="Calibri"/>
                <a:cs typeface="Calibri"/>
              </a:defRPr>
            </a:pPr>
            <a:r>
              <a:rPr sz="938" b="0" i="0">
                <a:solidFill>
                  <a:srgbClr val="5E7279"/>
                </a:solidFill>
                <a:latin typeface="Calibri"/>
                <a:ea typeface="Calibri"/>
                <a:cs typeface="Calibri"/>
              </a:rPr>
              <a:t>Submit a wearable reading</a:t>
            </a:r>
          </a:p>
        </p:txBody>
      </p:sp>
      <p:sp>
        <p:nvSpPr>
          <p:cNvPr id="14" name="">
            <a:extLst xmlns:a="http://schemas.openxmlformats.org/drawingml/2006/main">
              <a:ext uri="{FF2B5EF4-FFF2-40B4-BE49-F238E27FC236}">
                <a16:creationId xmlns:a16="http://schemas.microsoft.com/office/drawing/2014/main" id="{B76A36ED-7AFA-438E-B26D-A52A829B1298}"/>
              </a:ext>
            </a:extLst>
          </p:cNvPr>
          <p:cNvSpPr>
            <a:spLocks xmlns:a="http://schemas.openxmlformats.org/drawingml/2006/main" noGrp="1"/>
          </p:cNvSpPr>
          <p:nvPr/>
        </p:nvSpPr>
        <p:spPr>
          <a:xfrm xmlns:a="http://schemas.openxmlformats.org/drawingml/2006/main" flipH="0" flipV="0">
            <a:off x="533400" y="2562225"/>
            <a:ext cx="6477000" cy="4763"/>
          </a:xfrm>
          <a:prstGeom xmlns:a="http://schemas.openxmlformats.org/drawingml/2006/main" prst="line">
            <a:avLst/>
          </a:prstGeom>
          <a:noFill xmlns:a="http://schemas.openxmlformats.org/drawingml/2006/main"/>
          <a:ln xmlns:a="http://schemas.openxmlformats.org/drawingml/2006/main" w="9525">
            <a:solidFill>
              <a:srgbClr val="DDE7E6"/>
            </a:solidFill>
            <a:prstDash val="solid"/>
          </a:ln>
        </p:spPr>
      </p:sp>
      <p:sp>
        <p:nvSpPr>
          <p:cNvPr id="15" name="">
            <a:extLst xmlns:a="http://schemas.openxmlformats.org/drawingml/2006/main">
              <a:ext uri="{FF2B5EF4-FFF2-40B4-BE49-F238E27FC236}">
                <a16:creationId xmlns:a16="http://schemas.microsoft.com/office/drawing/2014/main" id="{C3F363A6-62FC-4BB3-ADA9-EFC6D93DE2E1}"/>
              </a:ext>
            </a:extLst>
          </p:cNvPr>
          <p:cNvSpPr>
            <a:spLocks xmlns:a="http://schemas.openxmlformats.org/drawingml/2006/main" noGrp="1"/>
          </p:cNvSpPr>
          <p:nvPr/>
        </p:nvSpPr>
        <p:spPr>
          <a:xfrm xmlns:a="http://schemas.openxmlformats.org/drawingml/2006/main">
            <a:off x="828675" y="2581275"/>
            <a:ext cx="904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38" b="1" i="0">
                <a:solidFill>
                  <a:srgbClr val="845FB5"/>
                </a:solidFill>
                <a:latin typeface="Calibri"/>
                <a:ea typeface="Calibri"/>
                <a:cs typeface="Calibri"/>
              </a:defRPr>
            </a:defPPr>
            <a:lvl1pPr algn="l">
              <a:buNone/>
              <a:defRPr sz="975" b="1" i="0">
                <a:solidFill>
                  <a:srgbClr val="0D6F73"/>
                </a:solidFill>
                <a:latin typeface="Calibri"/>
                <a:ea typeface="Calibri"/>
                <a:cs typeface="Calibri"/>
              </a:defRPr>
            </a:lvl1pPr>
            <a:lvl2pPr algn="l">
              <a:buNone/>
              <a:defRPr sz="975" b="1" i="0">
                <a:solidFill>
                  <a:srgbClr val="0D6F73"/>
                </a:solidFill>
                <a:latin typeface="Calibri"/>
                <a:ea typeface="Calibri"/>
                <a:cs typeface="Calibri"/>
              </a:defRPr>
            </a:lvl2pPr>
            <a:lvl3pPr algn="l">
              <a:buNone/>
              <a:defRPr sz="975" b="1" i="0">
                <a:solidFill>
                  <a:srgbClr val="0D6F73"/>
                </a:solidFill>
                <a:latin typeface="Calibri"/>
                <a:ea typeface="Calibri"/>
                <a:cs typeface="Calibri"/>
              </a:defRPr>
            </a:lvl3pPr>
            <a:lvl4pPr algn="l">
              <a:buNone/>
              <a:defRPr sz="975" b="1" i="0">
                <a:solidFill>
                  <a:srgbClr val="0D6F73"/>
                </a:solidFill>
                <a:latin typeface="Calibri"/>
                <a:ea typeface="Calibri"/>
                <a:cs typeface="Calibri"/>
              </a:defRPr>
            </a:lvl4pPr>
            <a:lvl5pPr algn="l">
              <a:buNone/>
              <a:defRPr sz="975" b="1" i="0">
                <a:solidFill>
                  <a:srgbClr val="0D6F73"/>
                </a:solidFill>
                <a:latin typeface="Calibri"/>
                <a:ea typeface="Calibri"/>
                <a:cs typeface="Calibri"/>
              </a:defRPr>
            </a:lvl5pPr>
            <a:lvl6pPr algn="l">
              <a:buNone/>
              <a:defRPr sz="975" b="1" i="0">
                <a:solidFill>
                  <a:srgbClr val="0D6F73"/>
                </a:solidFill>
                <a:latin typeface="Calibri"/>
                <a:ea typeface="Calibri"/>
                <a:cs typeface="Calibri"/>
              </a:defRPr>
            </a:lvl6pPr>
            <a:lvl7pPr algn="l">
              <a:buNone/>
              <a:defRPr sz="975" b="1" i="0">
                <a:solidFill>
                  <a:srgbClr val="0D6F73"/>
                </a:solidFill>
                <a:latin typeface="Calibri"/>
                <a:ea typeface="Calibri"/>
                <a:cs typeface="Calibri"/>
              </a:defRPr>
            </a:lvl7pPr>
            <a:lvl8pPr algn="l">
              <a:buNone/>
              <a:defRPr sz="975" b="1" i="0">
                <a:solidFill>
                  <a:srgbClr val="0D6F73"/>
                </a:solidFill>
                <a:latin typeface="Calibri"/>
                <a:ea typeface="Calibri"/>
                <a:cs typeface="Calibri"/>
              </a:defRPr>
            </a:lvl8pPr>
            <a:lvl9pPr algn="l">
              <a:buNone/>
              <a:defRPr sz="975" b="1" i="0">
                <a:solidFill>
                  <a:srgbClr val="0D6F73"/>
                </a:solidFill>
                <a:latin typeface="Calibri"/>
                <a:ea typeface="Calibri"/>
                <a:cs typeface="Calibri"/>
              </a:defRPr>
            </a:lvl9pPr>
          </a:lstStyle>
          <a:p xmlns:a="http://schemas.openxmlformats.org/drawingml/2006/main">
            <a:pPr algn="l">
              <a:lnSpc>
                <a:spcPct val="108000"/>
              </a:lnSpc>
              <a:buNone/>
              <a:defRPr sz="975" b="1" i="0">
                <a:solidFill>
                  <a:srgbClr val="0D6F73"/>
                </a:solidFill>
                <a:latin typeface="Calibri"/>
                <a:ea typeface="Calibri"/>
                <a:cs typeface="Calibri"/>
              </a:defRPr>
            </a:pPr>
            <a:r>
              <a:rPr sz="938" b="1" i="0">
                <a:solidFill>
                  <a:srgbClr val="845FB5"/>
                </a:solidFill>
                <a:latin typeface="Calibri"/>
                <a:ea typeface="Calibri"/>
                <a:cs typeface="Calibri"/>
              </a:rPr>
              <a:t>PREDICTION</a:t>
            </a:r>
          </a:p>
        </p:txBody>
      </p:sp>
      <p:sp>
        <p:nvSpPr>
          <p:cNvPr id="16" name="">
            <a:extLst xmlns:a="http://schemas.openxmlformats.org/drawingml/2006/main">
              <a:ext uri="{FF2B5EF4-FFF2-40B4-BE49-F238E27FC236}">
                <a16:creationId xmlns:a16="http://schemas.microsoft.com/office/drawing/2014/main" id="{4614C8D0-5402-4978-9CD9-C5BEA3F0652A}"/>
              </a:ext>
            </a:extLst>
          </p:cNvPr>
          <p:cNvSpPr>
            <a:spLocks xmlns:a="http://schemas.openxmlformats.org/drawingml/2006/main" noGrp="1"/>
          </p:cNvSpPr>
          <p:nvPr/>
        </p:nvSpPr>
        <p:spPr>
          <a:xfrm xmlns:a="http://schemas.openxmlformats.org/drawingml/2006/main">
            <a:off x="1790700" y="2562225"/>
            <a:ext cx="31146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88" b="1" i="0">
                <a:solidFill>
                  <a:srgbClr val="123F50"/>
                </a:solidFill>
                <a:latin typeface="Calibri"/>
                <a:ea typeface="Calibri"/>
                <a:cs typeface="Calibri"/>
              </a:defRPr>
            </a:defPPr>
            <a:lvl1pPr algn="l">
              <a:buNone/>
              <a:defRPr sz="1125" b="1" i="0">
                <a:solidFill>
                  <a:srgbClr val="123F50"/>
                </a:solidFill>
                <a:latin typeface="Calibri"/>
                <a:ea typeface="Calibri"/>
                <a:cs typeface="Calibri"/>
              </a:defRPr>
            </a:lvl1pPr>
            <a:lvl2pPr algn="l">
              <a:buNone/>
              <a:defRPr sz="1125" b="1" i="0">
                <a:solidFill>
                  <a:srgbClr val="123F50"/>
                </a:solidFill>
                <a:latin typeface="Calibri"/>
                <a:ea typeface="Calibri"/>
                <a:cs typeface="Calibri"/>
              </a:defRPr>
            </a:lvl2pPr>
            <a:lvl3pPr algn="l">
              <a:buNone/>
              <a:defRPr sz="1125" b="1" i="0">
                <a:solidFill>
                  <a:srgbClr val="123F50"/>
                </a:solidFill>
                <a:latin typeface="Calibri"/>
                <a:ea typeface="Calibri"/>
                <a:cs typeface="Calibri"/>
              </a:defRPr>
            </a:lvl3pPr>
            <a:lvl4pPr algn="l">
              <a:buNone/>
              <a:defRPr sz="1125" b="1" i="0">
                <a:solidFill>
                  <a:srgbClr val="123F50"/>
                </a:solidFill>
                <a:latin typeface="Calibri"/>
                <a:ea typeface="Calibri"/>
                <a:cs typeface="Calibri"/>
              </a:defRPr>
            </a:lvl4pPr>
            <a:lvl5pPr algn="l">
              <a:buNone/>
              <a:defRPr sz="1125" b="1" i="0">
                <a:solidFill>
                  <a:srgbClr val="123F50"/>
                </a:solidFill>
                <a:latin typeface="Calibri"/>
                <a:ea typeface="Calibri"/>
                <a:cs typeface="Calibri"/>
              </a:defRPr>
            </a:lvl5pPr>
            <a:lvl6pPr algn="l">
              <a:buNone/>
              <a:defRPr sz="1125" b="1" i="0">
                <a:solidFill>
                  <a:srgbClr val="123F50"/>
                </a:solidFill>
                <a:latin typeface="Calibri"/>
                <a:ea typeface="Calibri"/>
                <a:cs typeface="Calibri"/>
              </a:defRPr>
            </a:lvl6pPr>
            <a:lvl7pPr algn="l">
              <a:buNone/>
              <a:defRPr sz="1125" b="1" i="0">
                <a:solidFill>
                  <a:srgbClr val="123F50"/>
                </a:solidFill>
                <a:latin typeface="Calibri"/>
                <a:ea typeface="Calibri"/>
                <a:cs typeface="Calibri"/>
              </a:defRPr>
            </a:lvl7pPr>
            <a:lvl8pPr algn="l">
              <a:buNone/>
              <a:defRPr sz="1125" b="1" i="0">
                <a:solidFill>
                  <a:srgbClr val="123F50"/>
                </a:solidFill>
                <a:latin typeface="Calibri"/>
                <a:ea typeface="Calibri"/>
                <a:cs typeface="Calibri"/>
              </a:defRPr>
            </a:lvl8pPr>
            <a:lvl9pPr algn="l">
              <a:buNone/>
              <a:defRPr sz="1125" b="1" i="0">
                <a:solidFill>
                  <a:srgbClr val="123F50"/>
                </a:solidFill>
                <a:latin typeface="Calibri"/>
                <a:ea typeface="Calibri"/>
                <a:cs typeface="Calibri"/>
              </a:defRPr>
            </a:lvl9pPr>
          </a:lstStyle>
          <a:p xmlns:a="http://schemas.openxmlformats.org/drawingml/2006/main">
            <a:pPr algn="l">
              <a:lnSpc>
                <a:spcPct val="108000"/>
              </a:lnSpc>
              <a:buNone/>
              <a:defRPr sz="1125" b="1" i="0">
                <a:solidFill>
                  <a:srgbClr val="123F50"/>
                </a:solidFill>
                <a:latin typeface="Calibri"/>
                <a:ea typeface="Calibri"/>
                <a:cs typeface="Calibri"/>
              </a:defRPr>
            </a:pPr>
            <a:r>
              <a:rPr sz="1088" b="1" i="0">
                <a:solidFill>
                  <a:srgbClr val="123F50"/>
                </a:solidFill>
                <a:latin typeface="Calibri"/>
                <a:ea typeface="Calibri"/>
                <a:cs typeface="Calibri"/>
              </a:rPr>
              <a:t>POST /api/patients/{id}/predict/cardiac</a:t>
            </a:r>
          </a:p>
        </p:txBody>
      </p:sp>
      <p:sp>
        <p:nvSpPr>
          <p:cNvPr id="17" name="">
            <a:extLst xmlns:a="http://schemas.openxmlformats.org/drawingml/2006/main">
              <a:ext uri="{FF2B5EF4-FFF2-40B4-BE49-F238E27FC236}">
                <a16:creationId xmlns:a16="http://schemas.microsoft.com/office/drawing/2014/main" id="{D539A611-E2EC-4EAE-AC1A-BAFBADF1C691}"/>
              </a:ext>
            </a:extLst>
          </p:cNvPr>
          <p:cNvSpPr>
            <a:spLocks xmlns:a="http://schemas.openxmlformats.org/drawingml/2006/main" noGrp="1"/>
          </p:cNvSpPr>
          <p:nvPr/>
        </p:nvSpPr>
        <p:spPr>
          <a:xfrm xmlns:a="http://schemas.openxmlformats.org/drawingml/2006/main">
            <a:off x="1790700" y="279082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38" b="0" i="0">
                <a:solidFill>
                  <a:srgbClr val="5E7279"/>
                </a:solidFill>
                <a:latin typeface="Calibri"/>
                <a:ea typeface="Calibri"/>
                <a:cs typeface="Calibri"/>
              </a:defRPr>
            </a:defPPr>
            <a:lvl1pPr algn="l">
              <a:buNone/>
              <a:defRPr sz="1088" b="0" i="0">
                <a:solidFill>
                  <a:srgbClr val="263C45"/>
                </a:solidFill>
                <a:latin typeface="Calibri"/>
                <a:ea typeface="Calibri"/>
                <a:cs typeface="Calibri"/>
              </a:defRPr>
            </a:lvl1pPr>
            <a:lvl2pPr algn="l">
              <a:buNone/>
              <a:defRPr sz="1088" b="0" i="0">
                <a:solidFill>
                  <a:srgbClr val="263C45"/>
                </a:solidFill>
                <a:latin typeface="Calibri"/>
                <a:ea typeface="Calibri"/>
                <a:cs typeface="Calibri"/>
              </a:defRPr>
            </a:lvl2pPr>
            <a:lvl3pPr algn="l">
              <a:buNone/>
              <a:defRPr sz="1088" b="0" i="0">
                <a:solidFill>
                  <a:srgbClr val="263C45"/>
                </a:solidFill>
                <a:latin typeface="Calibri"/>
                <a:ea typeface="Calibri"/>
                <a:cs typeface="Calibri"/>
              </a:defRPr>
            </a:lvl3pPr>
            <a:lvl4pPr algn="l">
              <a:buNone/>
              <a:defRPr sz="1088" b="0" i="0">
                <a:solidFill>
                  <a:srgbClr val="263C45"/>
                </a:solidFill>
                <a:latin typeface="Calibri"/>
                <a:ea typeface="Calibri"/>
                <a:cs typeface="Calibri"/>
              </a:defRPr>
            </a:lvl4pPr>
            <a:lvl5pPr algn="l">
              <a:buNone/>
              <a:defRPr sz="1088" b="0" i="0">
                <a:solidFill>
                  <a:srgbClr val="263C45"/>
                </a:solidFill>
                <a:latin typeface="Calibri"/>
                <a:ea typeface="Calibri"/>
                <a:cs typeface="Calibri"/>
              </a:defRPr>
            </a:lvl5pPr>
            <a:lvl6pPr algn="l">
              <a:buNone/>
              <a:defRPr sz="1088" b="0" i="0">
                <a:solidFill>
                  <a:srgbClr val="263C45"/>
                </a:solidFill>
                <a:latin typeface="Calibri"/>
                <a:ea typeface="Calibri"/>
                <a:cs typeface="Calibri"/>
              </a:defRPr>
            </a:lvl6pPr>
            <a:lvl7pPr algn="l">
              <a:buNone/>
              <a:defRPr sz="1088" b="0" i="0">
                <a:solidFill>
                  <a:srgbClr val="263C45"/>
                </a:solidFill>
                <a:latin typeface="Calibri"/>
                <a:ea typeface="Calibri"/>
                <a:cs typeface="Calibri"/>
              </a:defRPr>
            </a:lvl7pPr>
            <a:lvl8pPr algn="l">
              <a:buNone/>
              <a:defRPr sz="1088" b="0" i="0">
                <a:solidFill>
                  <a:srgbClr val="263C45"/>
                </a:solidFill>
                <a:latin typeface="Calibri"/>
                <a:ea typeface="Calibri"/>
                <a:cs typeface="Calibri"/>
              </a:defRPr>
            </a:lvl8pPr>
            <a:lvl9pPr algn="l">
              <a:buNone/>
              <a:defRPr sz="1088" b="0" i="0">
                <a:solidFill>
                  <a:srgbClr val="263C45"/>
                </a:solidFill>
                <a:latin typeface="Calibri"/>
                <a:ea typeface="Calibri"/>
                <a:cs typeface="Calibri"/>
              </a:defRPr>
            </a:lvl9pPr>
          </a:lstStyle>
          <a:p xmlns:a="http://schemas.openxmlformats.org/drawingml/2006/main">
            <a:pPr algn="l">
              <a:lnSpc>
                <a:spcPct val="108000"/>
              </a:lnSpc>
              <a:buNone/>
              <a:defRPr sz="1088" b="0" i="0">
                <a:solidFill>
                  <a:srgbClr val="263C45"/>
                </a:solidFill>
                <a:latin typeface="Calibri"/>
                <a:ea typeface="Calibri"/>
                <a:cs typeface="Calibri"/>
              </a:defRPr>
            </a:pPr>
            <a:r>
              <a:rPr sz="938" b="0" i="0">
                <a:solidFill>
                  <a:srgbClr val="5E7279"/>
                </a:solidFill>
                <a:latin typeface="Calibri"/>
                <a:ea typeface="Calibri"/>
                <a:cs typeface="Calibri"/>
              </a:rPr>
              <a:t>Return score, rhythm, BP trend, actions</a:t>
            </a:r>
          </a:p>
        </p:txBody>
      </p:sp>
      <p:sp>
        <p:nvSpPr>
          <p:cNvPr id="18" name="">
            <a:extLst xmlns:a="http://schemas.openxmlformats.org/drawingml/2006/main">
              <a:ext uri="{FF2B5EF4-FFF2-40B4-BE49-F238E27FC236}">
                <a16:creationId xmlns:a16="http://schemas.microsoft.com/office/drawing/2014/main" id="{21B9C27D-1C83-4633-A175-9DE9D410E4F3}"/>
              </a:ext>
            </a:extLst>
          </p:cNvPr>
          <p:cNvSpPr>
            <a:spLocks xmlns:a="http://schemas.openxmlformats.org/drawingml/2006/main" noGrp="1"/>
          </p:cNvSpPr>
          <p:nvPr/>
        </p:nvSpPr>
        <p:spPr>
          <a:xfrm xmlns:a="http://schemas.openxmlformats.org/drawingml/2006/main" flipH="0" flipV="0">
            <a:off x="533400" y="3200400"/>
            <a:ext cx="6477000" cy="4763"/>
          </a:xfrm>
          <a:prstGeom xmlns:a="http://schemas.openxmlformats.org/drawingml/2006/main" prst="line">
            <a:avLst/>
          </a:prstGeom>
          <a:noFill xmlns:a="http://schemas.openxmlformats.org/drawingml/2006/main"/>
          <a:ln xmlns:a="http://schemas.openxmlformats.org/drawingml/2006/main" w="9525">
            <a:solidFill>
              <a:srgbClr val="DDE7E6"/>
            </a:solidFill>
            <a:prstDash val="solid"/>
          </a:ln>
        </p:spPr>
      </p:sp>
      <p:sp>
        <p:nvSpPr>
          <p:cNvPr id="19" name="">
            <a:extLst xmlns:a="http://schemas.openxmlformats.org/drawingml/2006/main">
              <a:ext uri="{FF2B5EF4-FFF2-40B4-BE49-F238E27FC236}">
                <a16:creationId xmlns:a16="http://schemas.microsoft.com/office/drawing/2014/main" id="{6601B325-E239-4B3F-BB14-5200A726FBD7}"/>
              </a:ext>
            </a:extLst>
          </p:cNvPr>
          <p:cNvSpPr>
            <a:spLocks xmlns:a="http://schemas.openxmlformats.org/drawingml/2006/main" noGrp="1"/>
          </p:cNvSpPr>
          <p:nvPr/>
        </p:nvSpPr>
        <p:spPr>
          <a:xfrm xmlns:a="http://schemas.openxmlformats.org/drawingml/2006/main">
            <a:off x="828675" y="3152775"/>
            <a:ext cx="904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38" b="1" i="0">
                <a:solidFill>
                  <a:srgbClr val="D86E52"/>
                </a:solidFill>
                <a:latin typeface="Calibri"/>
                <a:ea typeface="Calibri"/>
                <a:cs typeface="Calibri"/>
              </a:defRPr>
            </a:defPPr>
            <a:lvl1pPr algn="l">
              <a:buNone/>
              <a:defRPr sz="975" b="1" i="0">
                <a:solidFill>
                  <a:srgbClr val="0D6F73"/>
                </a:solidFill>
                <a:latin typeface="Calibri"/>
                <a:ea typeface="Calibri"/>
                <a:cs typeface="Calibri"/>
              </a:defRPr>
            </a:lvl1pPr>
            <a:lvl2pPr algn="l">
              <a:buNone/>
              <a:defRPr sz="975" b="1" i="0">
                <a:solidFill>
                  <a:srgbClr val="0D6F73"/>
                </a:solidFill>
                <a:latin typeface="Calibri"/>
                <a:ea typeface="Calibri"/>
                <a:cs typeface="Calibri"/>
              </a:defRPr>
            </a:lvl2pPr>
            <a:lvl3pPr algn="l">
              <a:buNone/>
              <a:defRPr sz="975" b="1" i="0">
                <a:solidFill>
                  <a:srgbClr val="0D6F73"/>
                </a:solidFill>
                <a:latin typeface="Calibri"/>
                <a:ea typeface="Calibri"/>
                <a:cs typeface="Calibri"/>
              </a:defRPr>
            </a:lvl3pPr>
            <a:lvl4pPr algn="l">
              <a:buNone/>
              <a:defRPr sz="975" b="1" i="0">
                <a:solidFill>
                  <a:srgbClr val="0D6F73"/>
                </a:solidFill>
                <a:latin typeface="Calibri"/>
                <a:ea typeface="Calibri"/>
                <a:cs typeface="Calibri"/>
              </a:defRPr>
            </a:lvl4pPr>
            <a:lvl5pPr algn="l">
              <a:buNone/>
              <a:defRPr sz="975" b="1" i="0">
                <a:solidFill>
                  <a:srgbClr val="0D6F73"/>
                </a:solidFill>
                <a:latin typeface="Calibri"/>
                <a:ea typeface="Calibri"/>
                <a:cs typeface="Calibri"/>
              </a:defRPr>
            </a:lvl5pPr>
            <a:lvl6pPr algn="l">
              <a:buNone/>
              <a:defRPr sz="975" b="1" i="0">
                <a:solidFill>
                  <a:srgbClr val="0D6F73"/>
                </a:solidFill>
                <a:latin typeface="Calibri"/>
                <a:ea typeface="Calibri"/>
                <a:cs typeface="Calibri"/>
              </a:defRPr>
            </a:lvl6pPr>
            <a:lvl7pPr algn="l">
              <a:buNone/>
              <a:defRPr sz="975" b="1" i="0">
                <a:solidFill>
                  <a:srgbClr val="0D6F73"/>
                </a:solidFill>
                <a:latin typeface="Calibri"/>
                <a:ea typeface="Calibri"/>
                <a:cs typeface="Calibri"/>
              </a:defRPr>
            </a:lvl7pPr>
            <a:lvl8pPr algn="l">
              <a:buNone/>
              <a:defRPr sz="975" b="1" i="0">
                <a:solidFill>
                  <a:srgbClr val="0D6F73"/>
                </a:solidFill>
                <a:latin typeface="Calibri"/>
                <a:ea typeface="Calibri"/>
                <a:cs typeface="Calibri"/>
              </a:defRPr>
            </a:lvl8pPr>
            <a:lvl9pPr algn="l">
              <a:buNone/>
              <a:defRPr sz="975" b="1" i="0">
                <a:solidFill>
                  <a:srgbClr val="0D6F73"/>
                </a:solidFill>
                <a:latin typeface="Calibri"/>
                <a:ea typeface="Calibri"/>
                <a:cs typeface="Calibri"/>
              </a:defRPr>
            </a:lvl9pPr>
          </a:lstStyle>
          <a:p xmlns:a="http://schemas.openxmlformats.org/drawingml/2006/main">
            <a:pPr algn="l">
              <a:lnSpc>
                <a:spcPct val="108000"/>
              </a:lnSpc>
              <a:buNone/>
              <a:defRPr sz="975" b="1" i="0">
                <a:solidFill>
                  <a:srgbClr val="0D6F73"/>
                </a:solidFill>
                <a:latin typeface="Calibri"/>
                <a:ea typeface="Calibri"/>
                <a:cs typeface="Calibri"/>
              </a:defRPr>
            </a:pPr>
            <a:r>
              <a:rPr sz="938" b="1" i="0">
                <a:solidFill>
                  <a:srgbClr val="D86E52"/>
                </a:solidFill>
                <a:latin typeface="Calibri"/>
                <a:ea typeface="Calibri"/>
                <a:cs typeface="Calibri"/>
              </a:rPr>
              <a:t>ALERTS</a:t>
            </a:r>
          </a:p>
        </p:txBody>
      </p:sp>
      <p:sp>
        <p:nvSpPr>
          <p:cNvPr id="20" name="">
            <a:extLst xmlns:a="http://schemas.openxmlformats.org/drawingml/2006/main">
              <a:ext uri="{FF2B5EF4-FFF2-40B4-BE49-F238E27FC236}">
                <a16:creationId xmlns:a16="http://schemas.microsoft.com/office/drawing/2014/main" id="{22970C82-8009-412D-A226-A2BF7ECF286C}"/>
              </a:ext>
            </a:extLst>
          </p:cNvPr>
          <p:cNvSpPr>
            <a:spLocks xmlns:a="http://schemas.openxmlformats.org/drawingml/2006/main" noGrp="1"/>
          </p:cNvSpPr>
          <p:nvPr/>
        </p:nvSpPr>
        <p:spPr>
          <a:xfrm xmlns:a="http://schemas.openxmlformats.org/drawingml/2006/main">
            <a:off x="1790700" y="3133725"/>
            <a:ext cx="31146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88" b="1" i="0">
                <a:solidFill>
                  <a:srgbClr val="123F50"/>
                </a:solidFill>
                <a:latin typeface="Calibri"/>
                <a:ea typeface="Calibri"/>
                <a:cs typeface="Calibri"/>
              </a:defRPr>
            </a:defPPr>
            <a:lvl1pPr algn="l">
              <a:buNone/>
              <a:defRPr sz="1125" b="1" i="0">
                <a:solidFill>
                  <a:srgbClr val="123F50"/>
                </a:solidFill>
                <a:latin typeface="Calibri"/>
                <a:ea typeface="Calibri"/>
                <a:cs typeface="Calibri"/>
              </a:defRPr>
            </a:lvl1pPr>
            <a:lvl2pPr algn="l">
              <a:buNone/>
              <a:defRPr sz="1125" b="1" i="0">
                <a:solidFill>
                  <a:srgbClr val="123F50"/>
                </a:solidFill>
                <a:latin typeface="Calibri"/>
                <a:ea typeface="Calibri"/>
                <a:cs typeface="Calibri"/>
              </a:defRPr>
            </a:lvl2pPr>
            <a:lvl3pPr algn="l">
              <a:buNone/>
              <a:defRPr sz="1125" b="1" i="0">
                <a:solidFill>
                  <a:srgbClr val="123F50"/>
                </a:solidFill>
                <a:latin typeface="Calibri"/>
                <a:ea typeface="Calibri"/>
                <a:cs typeface="Calibri"/>
              </a:defRPr>
            </a:lvl3pPr>
            <a:lvl4pPr algn="l">
              <a:buNone/>
              <a:defRPr sz="1125" b="1" i="0">
                <a:solidFill>
                  <a:srgbClr val="123F50"/>
                </a:solidFill>
                <a:latin typeface="Calibri"/>
                <a:ea typeface="Calibri"/>
                <a:cs typeface="Calibri"/>
              </a:defRPr>
            </a:lvl4pPr>
            <a:lvl5pPr algn="l">
              <a:buNone/>
              <a:defRPr sz="1125" b="1" i="0">
                <a:solidFill>
                  <a:srgbClr val="123F50"/>
                </a:solidFill>
                <a:latin typeface="Calibri"/>
                <a:ea typeface="Calibri"/>
                <a:cs typeface="Calibri"/>
              </a:defRPr>
            </a:lvl5pPr>
            <a:lvl6pPr algn="l">
              <a:buNone/>
              <a:defRPr sz="1125" b="1" i="0">
                <a:solidFill>
                  <a:srgbClr val="123F50"/>
                </a:solidFill>
                <a:latin typeface="Calibri"/>
                <a:ea typeface="Calibri"/>
                <a:cs typeface="Calibri"/>
              </a:defRPr>
            </a:lvl6pPr>
            <a:lvl7pPr algn="l">
              <a:buNone/>
              <a:defRPr sz="1125" b="1" i="0">
                <a:solidFill>
                  <a:srgbClr val="123F50"/>
                </a:solidFill>
                <a:latin typeface="Calibri"/>
                <a:ea typeface="Calibri"/>
                <a:cs typeface="Calibri"/>
              </a:defRPr>
            </a:lvl7pPr>
            <a:lvl8pPr algn="l">
              <a:buNone/>
              <a:defRPr sz="1125" b="1" i="0">
                <a:solidFill>
                  <a:srgbClr val="123F50"/>
                </a:solidFill>
                <a:latin typeface="Calibri"/>
                <a:ea typeface="Calibri"/>
                <a:cs typeface="Calibri"/>
              </a:defRPr>
            </a:lvl8pPr>
            <a:lvl9pPr algn="l">
              <a:buNone/>
              <a:defRPr sz="1125" b="1" i="0">
                <a:solidFill>
                  <a:srgbClr val="123F50"/>
                </a:solidFill>
                <a:latin typeface="Calibri"/>
                <a:ea typeface="Calibri"/>
                <a:cs typeface="Calibri"/>
              </a:defRPr>
            </a:lvl9pPr>
          </a:lstStyle>
          <a:p xmlns:a="http://schemas.openxmlformats.org/drawingml/2006/main">
            <a:pPr algn="l">
              <a:lnSpc>
                <a:spcPct val="108000"/>
              </a:lnSpc>
              <a:buNone/>
              <a:defRPr sz="1125" b="1" i="0">
                <a:solidFill>
                  <a:srgbClr val="123F50"/>
                </a:solidFill>
                <a:latin typeface="Calibri"/>
                <a:ea typeface="Calibri"/>
                <a:cs typeface="Calibri"/>
              </a:defRPr>
            </a:pPr>
            <a:r>
              <a:rPr sz="1088" b="1" i="0">
                <a:solidFill>
                  <a:srgbClr val="123F50"/>
                </a:solidFill>
                <a:latin typeface="Calibri"/>
                <a:ea typeface="Calibri"/>
                <a:cs typeface="Calibri"/>
              </a:rPr>
              <a:t>GET /api/alerts · POST /api/alerts/{id}/acknowledge</a:t>
            </a:r>
          </a:p>
        </p:txBody>
      </p:sp>
      <p:sp>
        <p:nvSpPr>
          <p:cNvPr id="21" name="">
            <a:extLst xmlns:a="http://schemas.openxmlformats.org/drawingml/2006/main">
              <a:ext uri="{FF2B5EF4-FFF2-40B4-BE49-F238E27FC236}">
                <a16:creationId xmlns:a16="http://schemas.microsoft.com/office/drawing/2014/main" id="{91F79857-479B-4DD1-A001-0044CDC1A00A}"/>
              </a:ext>
            </a:extLst>
          </p:cNvPr>
          <p:cNvSpPr>
            <a:spLocks xmlns:a="http://schemas.openxmlformats.org/drawingml/2006/main" noGrp="1"/>
          </p:cNvSpPr>
          <p:nvPr/>
        </p:nvSpPr>
        <p:spPr>
          <a:xfrm xmlns:a="http://schemas.openxmlformats.org/drawingml/2006/main">
            <a:off x="1790700" y="336232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38" b="0" i="0">
                <a:solidFill>
                  <a:srgbClr val="5E7279"/>
                </a:solidFill>
                <a:latin typeface="Calibri"/>
                <a:ea typeface="Calibri"/>
                <a:cs typeface="Calibri"/>
              </a:defRPr>
            </a:defPPr>
            <a:lvl1pPr algn="l">
              <a:buNone/>
              <a:defRPr sz="1088" b="0" i="0">
                <a:solidFill>
                  <a:srgbClr val="263C45"/>
                </a:solidFill>
                <a:latin typeface="Calibri"/>
                <a:ea typeface="Calibri"/>
                <a:cs typeface="Calibri"/>
              </a:defRPr>
            </a:lvl1pPr>
            <a:lvl2pPr algn="l">
              <a:buNone/>
              <a:defRPr sz="1088" b="0" i="0">
                <a:solidFill>
                  <a:srgbClr val="263C45"/>
                </a:solidFill>
                <a:latin typeface="Calibri"/>
                <a:ea typeface="Calibri"/>
                <a:cs typeface="Calibri"/>
              </a:defRPr>
            </a:lvl2pPr>
            <a:lvl3pPr algn="l">
              <a:buNone/>
              <a:defRPr sz="1088" b="0" i="0">
                <a:solidFill>
                  <a:srgbClr val="263C45"/>
                </a:solidFill>
                <a:latin typeface="Calibri"/>
                <a:ea typeface="Calibri"/>
                <a:cs typeface="Calibri"/>
              </a:defRPr>
            </a:lvl3pPr>
            <a:lvl4pPr algn="l">
              <a:buNone/>
              <a:defRPr sz="1088" b="0" i="0">
                <a:solidFill>
                  <a:srgbClr val="263C45"/>
                </a:solidFill>
                <a:latin typeface="Calibri"/>
                <a:ea typeface="Calibri"/>
                <a:cs typeface="Calibri"/>
              </a:defRPr>
            </a:lvl4pPr>
            <a:lvl5pPr algn="l">
              <a:buNone/>
              <a:defRPr sz="1088" b="0" i="0">
                <a:solidFill>
                  <a:srgbClr val="263C45"/>
                </a:solidFill>
                <a:latin typeface="Calibri"/>
                <a:ea typeface="Calibri"/>
                <a:cs typeface="Calibri"/>
              </a:defRPr>
            </a:lvl5pPr>
            <a:lvl6pPr algn="l">
              <a:buNone/>
              <a:defRPr sz="1088" b="0" i="0">
                <a:solidFill>
                  <a:srgbClr val="263C45"/>
                </a:solidFill>
                <a:latin typeface="Calibri"/>
                <a:ea typeface="Calibri"/>
                <a:cs typeface="Calibri"/>
              </a:defRPr>
            </a:lvl6pPr>
            <a:lvl7pPr algn="l">
              <a:buNone/>
              <a:defRPr sz="1088" b="0" i="0">
                <a:solidFill>
                  <a:srgbClr val="263C45"/>
                </a:solidFill>
                <a:latin typeface="Calibri"/>
                <a:ea typeface="Calibri"/>
                <a:cs typeface="Calibri"/>
              </a:defRPr>
            </a:lvl7pPr>
            <a:lvl8pPr algn="l">
              <a:buNone/>
              <a:defRPr sz="1088" b="0" i="0">
                <a:solidFill>
                  <a:srgbClr val="263C45"/>
                </a:solidFill>
                <a:latin typeface="Calibri"/>
                <a:ea typeface="Calibri"/>
                <a:cs typeface="Calibri"/>
              </a:defRPr>
            </a:lvl8pPr>
            <a:lvl9pPr algn="l">
              <a:buNone/>
              <a:defRPr sz="1088" b="0" i="0">
                <a:solidFill>
                  <a:srgbClr val="263C45"/>
                </a:solidFill>
                <a:latin typeface="Calibri"/>
                <a:ea typeface="Calibri"/>
                <a:cs typeface="Calibri"/>
              </a:defRPr>
            </a:lvl9pPr>
          </a:lstStyle>
          <a:p xmlns:a="http://schemas.openxmlformats.org/drawingml/2006/main">
            <a:pPr algn="l">
              <a:lnSpc>
                <a:spcPct val="108000"/>
              </a:lnSpc>
              <a:buNone/>
              <a:defRPr sz="1088" b="0" i="0">
                <a:solidFill>
                  <a:srgbClr val="263C45"/>
                </a:solidFill>
                <a:latin typeface="Calibri"/>
                <a:ea typeface="Calibri"/>
                <a:cs typeface="Calibri"/>
              </a:defRPr>
            </a:pPr>
            <a:r>
              <a:rPr sz="938" b="0" i="0">
                <a:solidFill>
                  <a:srgbClr val="5E7279"/>
                </a:solidFill>
                <a:latin typeface="Calibri"/>
                <a:ea typeface="Calibri"/>
                <a:cs typeface="Calibri"/>
              </a:rPr>
              <a:t>Review and acknowledge alerts</a:t>
            </a:r>
          </a:p>
        </p:txBody>
      </p:sp>
      <p:sp>
        <p:nvSpPr>
          <p:cNvPr id="22" name="">
            <a:extLst xmlns:a="http://schemas.openxmlformats.org/drawingml/2006/main">
              <a:ext uri="{FF2B5EF4-FFF2-40B4-BE49-F238E27FC236}">
                <a16:creationId xmlns:a16="http://schemas.microsoft.com/office/drawing/2014/main" id="{6B6A2471-BE22-494A-8BFB-51B62FFA15D1}"/>
              </a:ext>
            </a:extLst>
          </p:cNvPr>
          <p:cNvSpPr>
            <a:spLocks xmlns:a="http://schemas.openxmlformats.org/drawingml/2006/main" noGrp="1"/>
          </p:cNvSpPr>
          <p:nvPr/>
        </p:nvSpPr>
        <p:spPr>
          <a:xfrm xmlns:a="http://schemas.openxmlformats.org/drawingml/2006/main" flipH="0" flipV="0">
            <a:off x="533400" y="3838575"/>
            <a:ext cx="6477000" cy="4763"/>
          </a:xfrm>
          <a:prstGeom xmlns:a="http://schemas.openxmlformats.org/drawingml/2006/main" prst="line">
            <a:avLst/>
          </a:prstGeom>
          <a:noFill xmlns:a="http://schemas.openxmlformats.org/drawingml/2006/main"/>
          <a:ln xmlns:a="http://schemas.openxmlformats.org/drawingml/2006/main" w="9525">
            <a:solidFill>
              <a:srgbClr val="DDE7E6"/>
            </a:solidFill>
            <a:prstDash val="solid"/>
          </a:ln>
        </p:spPr>
      </p:sp>
      <p:sp>
        <p:nvSpPr>
          <p:cNvPr id="23" name="">
            <a:extLst xmlns:a="http://schemas.openxmlformats.org/drawingml/2006/main">
              <a:ext uri="{FF2B5EF4-FFF2-40B4-BE49-F238E27FC236}">
                <a16:creationId xmlns:a16="http://schemas.microsoft.com/office/drawing/2014/main" id="{A60144FB-C5FA-4B61-9EAA-BABA2A11D105}"/>
              </a:ext>
            </a:extLst>
          </p:cNvPr>
          <p:cNvSpPr>
            <a:spLocks xmlns:a="http://schemas.openxmlformats.org/drawingml/2006/main" noGrp="1"/>
          </p:cNvSpPr>
          <p:nvPr/>
        </p:nvSpPr>
        <p:spPr>
          <a:xfrm xmlns:a="http://schemas.openxmlformats.org/drawingml/2006/main">
            <a:off x="828675" y="3724275"/>
            <a:ext cx="904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38" b="1" i="0">
                <a:solidFill>
                  <a:srgbClr val="1598B7"/>
                </a:solidFill>
                <a:latin typeface="Calibri"/>
                <a:ea typeface="Calibri"/>
                <a:cs typeface="Calibri"/>
              </a:defRPr>
            </a:defPPr>
            <a:lvl1pPr algn="l">
              <a:buNone/>
              <a:defRPr sz="975" b="1" i="0">
                <a:solidFill>
                  <a:srgbClr val="0D6F73"/>
                </a:solidFill>
                <a:latin typeface="Calibri"/>
                <a:ea typeface="Calibri"/>
                <a:cs typeface="Calibri"/>
              </a:defRPr>
            </a:lvl1pPr>
            <a:lvl2pPr algn="l">
              <a:buNone/>
              <a:defRPr sz="975" b="1" i="0">
                <a:solidFill>
                  <a:srgbClr val="0D6F73"/>
                </a:solidFill>
                <a:latin typeface="Calibri"/>
                <a:ea typeface="Calibri"/>
                <a:cs typeface="Calibri"/>
              </a:defRPr>
            </a:lvl2pPr>
            <a:lvl3pPr algn="l">
              <a:buNone/>
              <a:defRPr sz="975" b="1" i="0">
                <a:solidFill>
                  <a:srgbClr val="0D6F73"/>
                </a:solidFill>
                <a:latin typeface="Calibri"/>
                <a:ea typeface="Calibri"/>
                <a:cs typeface="Calibri"/>
              </a:defRPr>
            </a:lvl3pPr>
            <a:lvl4pPr algn="l">
              <a:buNone/>
              <a:defRPr sz="975" b="1" i="0">
                <a:solidFill>
                  <a:srgbClr val="0D6F73"/>
                </a:solidFill>
                <a:latin typeface="Calibri"/>
                <a:ea typeface="Calibri"/>
                <a:cs typeface="Calibri"/>
              </a:defRPr>
            </a:lvl4pPr>
            <a:lvl5pPr algn="l">
              <a:buNone/>
              <a:defRPr sz="975" b="1" i="0">
                <a:solidFill>
                  <a:srgbClr val="0D6F73"/>
                </a:solidFill>
                <a:latin typeface="Calibri"/>
                <a:ea typeface="Calibri"/>
                <a:cs typeface="Calibri"/>
              </a:defRPr>
            </a:lvl5pPr>
            <a:lvl6pPr algn="l">
              <a:buNone/>
              <a:defRPr sz="975" b="1" i="0">
                <a:solidFill>
                  <a:srgbClr val="0D6F73"/>
                </a:solidFill>
                <a:latin typeface="Calibri"/>
                <a:ea typeface="Calibri"/>
                <a:cs typeface="Calibri"/>
              </a:defRPr>
            </a:lvl6pPr>
            <a:lvl7pPr algn="l">
              <a:buNone/>
              <a:defRPr sz="975" b="1" i="0">
                <a:solidFill>
                  <a:srgbClr val="0D6F73"/>
                </a:solidFill>
                <a:latin typeface="Calibri"/>
                <a:ea typeface="Calibri"/>
                <a:cs typeface="Calibri"/>
              </a:defRPr>
            </a:lvl7pPr>
            <a:lvl8pPr algn="l">
              <a:buNone/>
              <a:defRPr sz="975" b="1" i="0">
                <a:solidFill>
                  <a:srgbClr val="0D6F73"/>
                </a:solidFill>
                <a:latin typeface="Calibri"/>
                <a:ea typeface="Calibri"/>
                <a:cs typeface="Calibri"/>
              </a:defRPr>
            </a:lvl8pPr>
            <a:lvl9pPr algn="l">
              <a:buNone/>
              <a:defRPr sz="975" b="1" i="0">
                <a:solidFill>
                  <a:srgbClr val="0D6F73"/>
                </a:solidFill>
                <a:latin typeface="Calibri"/>
                <a:ea typeface="Calibri"/>
                <a:cs typeface="Calibri"/>
              </a:defRPr>
            </a:lvl9pPr>
          </a:lstStyle>
          <a:p xmlns:a="http://schemas.openxmlformats.org/drawingml/2006/main">
            <a:pPr algn="l">
              <a:lnSpc>
                <a:spcPct val="108000"/>
              </a:lnSpc>
              <a:buNone/>
              <a:defRPr sz="975" b="1" i="0">
                <a:solidFill>
                  <a:srgbClr val="0D6F73"/>
                </a:solidFill>
                <a:latin typeface="Calibri"/>
                <a:ea typeface="Calibri"/>
                <a:cs typeface="Calibri"/>
              </a:defRPr>
            </a:pPr>
            <a:r>
              <a:rPr sz="938" b="1" i="0">
                <a:solidFill>
                  <a:srgbClr val="1598B7"/>
                </a:solidFill>
                <a:latin typeface="Calibri"/>
                <a:ea typeface="Calibri"/>
                <a:cs typeface="Calibri"/>
              </a:rPr>
              <a:t>STREAM</a:t>
            </a:r>
          </a:p>
        </p:txBody>
      </p:sp>
      <p:sp>
        <p:nvSpPr>
          <p:cNvPr id="24" name="">
            <a:extLst xmlns:a="http://schemas.openxmlformats.org/drawingml/2006/main">
              <a:ext uri="{FF2B5EF4-FFF2-40B4-BE49-F238E27FC236}">
                <a16:creationId xmlns:a16="http://schemas.microsoft.com/office/drawing/2014/main" id="{F6D74045-425E-41D9-8B2C-124918C3A72E}"/>
              </a:ext>
            </a:extLst>
          </p:cNvPr>
          <p:cNvSpPr>
            <a:spLocks xmlns:a="http://schemas.openxmlformats.org/drawingml/2006/main" noGrp="1"/>
          </p:cNvSpPr>
          <p:nvPr/>
        </p:nvSpPr>
        <p:spPr>
          <a:xfrm xmlns:a="http://schemas.openxmlformats.org/drawingml/2006/main">
            <a:off x="1790700" y="3705225"/>
            <a:ext cx="31146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88" b="1" i="0">
                <a:solidFill>
                  <a:srgbClr val="123F50"/>
                </a:solidFill>
                <a:latin typeface="Calibri"/>
                <a:ea typeface="Calibri"/>
                <a:cs typeface="Calibri"/>
              </a:defRPr>
            </a:defPPr>
            <a:lvl1pPr algn="l">
              <a:buNone/>
              <a:defRPr sz="1125" b="1" i="0">
                <a:solidFill>
                  <a:srgbClr val="123F50"/>
                </a:solidFill>
                <a:latin typeface="Calibri"/>
                <a:ea typeface="Calibri"/>
                <a:cs typeface="Calibri"/>
              </a:defRPr>
            </a:lvl1pPr>
            <a:lvl2pPr algn="l">
              <a:buNone/>
              <a:defRPr sz="1125" b="1" i="0">
                <a:solidFill>
                  <a:srgbClr val="123F50"/>
                </a:solidFill>
                <a:latin typeface="Calibri"/>
                <a:ea typeface="Calibri"/>
                <a:cs typeface="Calibri"/>
              </a:defRPr>
            </a:lvl2pPr>
            <a:lvl3pPr algn="l">
              <a:buNone/>
              <a:defRPr sz="1125" b="1" i="0">
                <a:solidFill>
                  <a:srgbClr val="123F50"/>
                </a:solidFill>
                <a:latin typeface="Calibri"/>
                <a:ea typeface="Calibri"/>
                <a:cs typeface="Calibri"/>
              </a:defRPr>
            </a:lvl3pPr>
            <a:lvl4pPr algn="l">
              <a:buNone/>
              <a:defRPr sz="1125" b="1" i="0">
                <a:solidFill>
                  <a:srgbClr val="123F50"/>
                </a:solidFill>
                <a:latin typeface="Calibri"/>
                <a:ea typeface="Calibri"/>
                <a:cs typeface="Calibri"/>
              </a:defRPr>
            </a:lvl4pPr>
            <a:lvl5pPr algn="l">
              <a:buNone/>
              <a:defRPr sz="1125" b="1" i="0">
                <a:solidFill>
                  <a:srgbClr val="123F50"/>
                </a:solidFill>
                <a:latin typeface="Calibri"/>
                <a:ea typeface="Calibri"/>
                <a:cs typeface="Calibri"/>
              </a:defRPr>
            </a:lvl5pPr>
            <a:lvl6pPr algn="l">
              <a:buNone/>
              <a:defRPr sz="1125" b="1" i="0">
                <a:solidFill>
                  <a:srgbClr val="123F50"/>
                </a:solidFill>
                <a:latin typeface="Calibri"/>
                <a:ea typeface="Calibri"/>
                <a:cs typeface="Calibri"/>
              </a:defRPr>
            </a:lvl6pPr>
            <a:lvl7pPr algn="l">
              <a:buNone/>
              <a:defRPr sz="1125" b="1" i="0">
                <a:solidFill>
                  <a:srgbClr val="123F50"/>
                </a:solidFill>
                <a:latin typeface="Calibri"/>
                <a:ea typeface="Calibri"/>
                <a:cs typeface="Calibri"/>
              </a:defRPr>
            </a:lvl7pPr>
            <a:lvl8pPr algn="l">
              <a:buNone/>
              <a:defRPr sz="1125" b="1" i="0">
                <a:solidFill>
                  <a:srgbClr val="123F50"/>
                </a:solidFill>
                <a:latin typeface="Calibri"/>
                <a:ea typeface="Calibri"/>
                <a:cs typeface="Calibri"/>
              </a:defRPr>
            </a:lvl8pPr>
            <a:lvl9pPr algn="l">
              <a:buNone/>
              <a:defRPr sz="1125" b="1" i="0">
                <a:solidFill>
                  <a:srgbClr val="123F50"/>
                </a:solidFill>
                <a:latin typeface="Calibri"/>
                <a:ea typeface="Calibri"/>
                <a:cs typeface="Calibri"/>
              </a:defRPr>
            </a:lvl9pPr>
          </a:lstStyle>
          <a:p xmlns:a="http://schemas.openxmlformats.org/drawingml/2006/main">
            <a:pPr algn="l">
              <a:lnSpc>
                <a:spcPct val="108000"/>
              </a:lnSpc>
              <a:buNone/>
              <a:defRPr sz="1125" b="1" i="0">
                <a:solidFill>
                  <a:srgbClr val="123F50"/>
                </a:solidFill>
                <a:latin typeface="Calibri"/>
                <a:ea typeface="Calibri"/>
                <a:cs typeface="Calibri"/>
              </a:defRPr>
            </a:pPr>
            <a:r>
              <a:rPr sz="1088" b="1" i="0">
                <a:solidFill>
                  <a:srgbClr val="123F50"/>
                </a:solidFill>
                <a:latin typeface="Calibri"/>
                <a:ea typeface="Calibri"/>
                <a:cs typeface="Calibri"/>
              </a:rPr>
              <a:t>WS /ws/patient/{id}</a:t>
            </a:r>
          </a:p>
        </p:txBody>
      </p:sp>
      <p:sp>
        <p:nvSpPr>
          <p:cNvPr id="25" name="">
            <a:extLst xmlns:a="http://schemas.openxmlformats.org/drawingml/2006/main">
              <a:ext uri="{FF2B5EF4-FFF2-40B4-BE49-F238E27FC236}">
                <a16:creationId xmlns:a16="http://schemas.microsoft.com/office/drawing/2014/main" id="{C38859AF-B8A6-47A3-9D3E-8F7BBAAC01A7}"/>
              </a:ext>
            </a:extLst>
          </p:cNvPr>
          <p:cNvSpPr>
            <a:spLocks xmlns:a="http://schemas.openxmlformats.org/drawingml/2006/main" noGrp="1"/>
          </p:cNvSpPr>
          <p:nvPr/>
        </p:nvSpPr>
        <p:spPr>
          <a:xfrm xmlns:a="http://schemas.openxmlformats.org/drawingml/2006/main">
            <a:off x="1790700" y="393382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38" b="0" i="0">
                <a:solidFill>
                  <a:srgbClr val="5E7279"/>
                </a:solidFill>
                <a:latin typeface="Calibri"/>
                <a:ea typeface="Calibri"/>
                <a:cs typeface="Calibri"/>
              </a:defRPr>
            </a:defPPr>
            <a:lvl1pPr algn="l">
              <a:buNone/>
              <a:defRPr sz="1088" b="0" i="0">
                <a:solidFill>
                  <a:srgbClr val="263C45"/>
                </a:solidFill>
                <a:latin typeface="Calibri"/>
                <a:ea typeface="Calibri"/>
                <a:cs typeface="Calibri"/>
              </a:defRPr>
            </a:lvl1pPr>
            <a:lvl2pPr algn="l">
              <a:buNone/>
              <a:defRPr sz="1088" b="0" i="0">
                <a:solidFill>
                  <a:srgbClr val="263C45"/>
                </a:solidFill>
                <a:latin typeface="Calibri"/>
                <a:ea typeface="Calibri"/>
                <a:cs typeface="Calibri"/>
              </a:defRPr>
            </a:lvl2pPr>
            <a:lvl3pPr algn="l">
              <a:buNone/>
              <a:defRPr sz="1088" b="0" i="0">
                <a:solidFill>
                  <a:srgbClr val="263C45"/>
                </a:solidFill>
                <a:latin typeface="Calibri"/>
                <a:ea typeface="Calibri"/>
                <a:cs typeface="Calibri"/>
              </a:defRPr>
            </a:lvl3pPr>
            <a:lvl4pPr algn="l">
              <a:buNone/>
              <a:defRPr sz="1088" b="0" i="0">
                <a:solidFill>
                  <a:srgbClr val="263C45"/>
                </a:solidFill>
                <a:latin typeface="Calibri"/>
                <a:ea typeface="Calibri"/>
                <a:cs typeface="Calibri"/>
              </a:defRPr>
            </a:lvl4pPr>
            <a:lvl5pPr algn="l">
              <a:buNone/>
              <a:defRPr sz="1088" b="0" i="0">
                <a:solidFill>
                  <a:srgbClr val="263C45"/>
                </a:solidFill>
                <a:latin typeface="Calibri"/>
                <a:ea typeface="Calibri"/>
                <a:cs typeface="Calibri"/>
              </a:defRPr>
            </a:lvl5pPr>
            <a:lvl6pPr algn="l">
              <a:buNone/>
              <a:defRPr sz="1088" b="0" i="0">
                <a:solidFill>
                  <a:srgbClr val="263C45"/>
                </a:solidFill>
                <a:latin typeface="Calibri"/>
                <a:ea typeface="Calibri"/>
                <a:cs typeface="Calibri"/>
              </a:defRPr>
            </a:lvl6pPr>
            <a:lvl7pPr algn="l">
              <a:buNone/>
              <a:defRPr sz="1088" b="0" i="0">
                <a:solidFill>
                  <a:srgbClr val="263C45"/>
                </a:solidFill>
                <a:latin typeface="Calibri"/>
                <a:ea typeface="Calibri"/>
                <a:cs typeface="Calibri"/>
              </a:defRPr>
            </a:lvl7pPr>
            <a:lvl8pPr algn="l">
              <a:buNone/>
              <a:defRPr sz="1088" b="0" i="0">
                <a:solidFill>
                  <a:srgbClr val="263C45"/>
                </a:solidFill>
                <a:latin typeface="Calibri"/>
                <a:ea typeface="Calibri"/>
                <a:cs typeface="Calibri"/>
              </a:defRPr>
            </a:lvl8pPr>
            <a:lvl9pPr algn="l">
              <a:buNone/>
              <a:defRPr sz="1088" b="0" i="0">
                <a:solidFill>
                  <a:srgbClr val="263C45"/>
                </a:solidFill>
                <a:latin typeface="Calibri"/>
                <a:ea typeface="Calibri"/>
                <a:cs typeface="Calibri"/>
              </a:defRPr>
            </a:lvl9pPr>
          </a:lstStyle>
          <a:p xmlns:a="http://schemas.openxmlformats.org/drawingml/2006/main">
            <a:pPr algn="l">
              <a:lnSpc>
                <a:spcPct val="108000"/>
              </a:lnSpc>
              <a:buNone/>
              <a:defRPr sz="1088" b="0" i="0">
                <a:solidFill>
                  <a:srgbClr val="263C45"/>
                </a:solidFill>
                <a:latin typeface="Calibri"/>
                <a:ea typeface="Calibri"/>
                <a:cs typeface="Calibri"/>
              </a:defRPr>
            </a:pPr>
            <a:r>
              <a:rPr sz="938" b="0" i="0">
                <a:solidFill>
                  <a:srgbClr val="5E7279"/>
                </a:solidFill>
                <a:latin typeface="Calibri"/>
                <a:ea typeface="Calibri"/>
                <a:cs typeface="Calibri"/>
              </a:rPr>
              <a:t>Receive live telemetry and prediction updates</a:t>
            </a:r>
          </a:p>
        </p:txBody>
      </p:sp>
    </p:spTree>
    <p:extLst>
      <p:ext uri="{BB962C8B-B14F-4D97-AF65-F5344CB8AC3E}">
        <p14:creationId xmlns:p14="http://schemas.microsoft.com/office/powerpoint/2010/main" val="56411892"/>
      </p:ext>
    </p:extLst>
  </p:cSld>
</p:sld>
</file>

<file path=ppt/slides/slide6.xml><?xml version="1.0" encoding="utf-8"?>
<p:sld xmlns:p="http://schemas.openxmlformats.org/presentationml/2006/main">
  <p:cSld>
    <p:bg>
      <p:bgPr>
        <a:solidFill xmlns:a="http://schemas.openxmlformats.org/drawingml/2006/main">
          <a:srgbClr val="F5FAF9"/>
        </a:solidFill>
      </p:bgPr>
    </p:bg>
    <p:spTree>
      <p:nvGrpSpPr>
        <p:cNvPr id="1" name=""/>
        <p:cNvGrpSpPr/>
        <p:nvPr/>
      </p:nvGrpSpPr>
      <p:grpSpPr>
        <a:xfrm xmlns:a="http://schemas.openxmlformats.org/drawingml/2006/main"/>
      </p:grpSpPr>
      <p:pic>
        <p:nvPicPr>
          <p:cNvPr id="23" name="">
            <a:extLst xmlns:a="http://schemas.openxmlformats.org/drawingml/2006/main">
              <a:ext uri="{FF2B5EF4-FFF2-40B4-BE49-F238E27FC236}">
                <a16:creationId xmlns:a16="http://schemas.microsoft.com/office/drawing/2014/main" id="{6979C192-081B-44DD-AD56-87F66B0D678B}"/>
              </a:ext>
            </a:extLst>
          </p:cNvPr>
          <p:cNvPicPr>
            <a:picLocks xmlns:a="http://schemas.openxmlformats.org/drawingml/2006/main" noChangeAspect="1"/>
          </p:cNvPicPr>
          <p:nvPr/>
        </p:nvPicPr>
        <p:blipFill>
          <a:blip xmlns:r="http://schemas.openxmlformats.org/officeDocument/2006/relationships" xmlns:a="http://schemas.openxmlformats.org/drawingml/2006/main" r:embed="R2bdd57d2b9a94b55"/>
          <a:srcRect xmlns:a="http://schemas.openxmlformats.org/drawingml/2006/main" l="0" t="1932" r="0" b="1932"/>
          <a:stretch xmlns:a="http://schemas.openxmlformats.org/drawingml/2006/main">
            <a:fillRect l="0" t="0" r="0" b="0"/>
          </a:stretch>
        </p:blipFill>
        <p:spPr>
          <a:xfrm xmlns:a="http://schemas.openxmlformats.org/drawingml/2006/main">
            <a:off x="0" y="0"/>
            <a:ext cx="7477125" cy="539115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AC2DFE0F-A540-43A5-9E6C-85E14C69B0E0}"/>
              </a:ext>
            </a:extLst>
          </p:cNvPr>
          <p:cNvSpPr>
            <a:spLocks xmlns:a="http://schemas.openxmlformats.org/drawingml/2006/main" noGrp="1"/>
          </p:cNvSpPr>
          <p:nvPr/>
        </p:nvSpPr>
        <p:spPr>
          <a:xfrm xmlns:a="http://schemas.openxmlformats.org/drawingml/2006/main">
            <a:off x="361950" y="1362075"/>
            <a:ext cx="2724150" cy="2476500"/>
          </a:xfrm>
          <a:prstGeom xmlns:a="http://schemas.openxmlformats.org/drawingml/2006/main" prst="roundRect">
            <a:avLst>
              <a:gd name="adj" fmla="val 5769"/>
            </a:avLst>
          </a:prstGeom>
          <a:solidFill xmlns:a="http://schemas.openxmlformats.org/drawingml/2006/main">
            <a:srgbClr val="FFFFFF">
              <a:alpha val="92000"/>
            </a:srgbClr>
          </a:solidFill>
          <a:ln xmlns:a="http://schemas.openxmlformats.org/drawingml/2006/main" w="9525">
            <a:solidFill>
              <a:srgbClr val="D8E8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5" name="">
            <a:extLst xmlns:a="http://schemas.openxmlformats.org/drawingml/2006/main">
              <a:ext uri="{FF2B5EF4-FFF2-40B4-BE49-F238E27FC236}">
                <a16:creationId xmlns:a16="http://schemas.microsoft.com/office/drawing/2014/main" id="{FD9BA333-7E89-41B0-B94E-2E6C52DFBDF7}"/>
              </a:ext>
            </a:extLst>
          </p:cNvPr>
          <p:cNvSpPr>
            <a:spLocks xmlns:a="http://schemas.openxmlformats.org/drawingml/2006/main" noGrp="1"/>
          </p:cNvSpPr>
          <p:nvPr/>
        </p:nvSpPr>
        <p:spPr>
          <a:xfrm xmlns:a="http://schemas.openxmlformats.org/drawingml/2006/main">
            <a:off x="361950" y="1381125"/>
            <a:ext cx="47625" cy="2438400"/>
          </a:xfrm>
          <a:prstGeom xmlns:a="http://schemas.openxmlformats.org/drawingml/2006/main" prst="roundRect">
            <a:avLst>
              <a:gd name="adj" fmla="val 50000"/>
            </a:avLst>
          </a:prstGeom>
          <a:solidFill xmlns:a="http://schemas.openxmlformats.org/drawingml/2006/main">
            <a:srgbClr val="168F89"/>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6CCB1A8A-FB01-46B9-B0EA-5FA33E129D53}"/>
              </a:ext>
            </a:extLst>
          </p:cNvPr>
          <p:cNvSpPr>
            <a:spLocks xmlns:a="http://schemas.openxmlformats.org/drawingml/2006/main" noGrp="1"/>
          </p:cNvSpPr>
          <p:nvPr/>
        </p:nvSpPr>
        <p:spPr>
          <a:xfrm xmlns:a="http://schemas.openxmlformats.org/drawingml/2006/main">
            <a:off x="3238500" y="1362075"/>
            <a:ext cx="3876675" cy="1952625"/>
          </a:xfrm>
          <a:prstGeom xmlns:a="http://schemas.openxmlformats.org/drawingml/2006/main" prst="roundRect">
            <a:avLst>
              <a:gd name="adj" fmla="val 7317"/>
            </a:avLst>
          </a:prstGeom>
          <a:solidFill xmlns:a="http://schemas.openxmlformats.org/drawingml/2006/main">
            <a:srgbClr val="FFFFFF">
              <a:alpha val="92000"/>
            </a:srgbClr>
          </a:solidFill>
          <a:ln xmlns:a="http://schemas.openxmlformats.org/drawingml/2006/main" w="9525">
            <a:solidFill>
              <a:srgbClr val="D8E8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BFD24D54-77B6-4573-9B19-BBA589DE2648}"/>
              </a:ext>
            </a:extLst>
          </p:cNvPr>
          <p:cNvSpPr>
            <a:spLocks xmlns:a="http://schemas.openxmlformats.org/drawingml/2006/main" noGrp="1"/>
          </p:cNvSpPr>
          <p:nvPr/>
        </p:nvSpPr>
        <p:spPr>
          <a:xfrm xmlns:a="http://schemas.openxmlformats.org/drawingml/2006/main">
            <a:off x="3238500" y="1381125"/>
            <a:ext cx="47625" cy="1914525"/>
          </a:xfrm>
          <a:prstGeom xmlns:a="http://schemas.openxmlformats.org/drawingml/2006/main" prst="roundRect">
            <a:avLst>
              <a:gd name="adj" fmla="val 50000"/>
            </a:avLst>
          </a:prstGeom>
          <a:solidFill xmlns:a="http://schemas.openxmlformats.org/drawingml/2006/main">
            <a:srgbClr val="1598B7"/>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A16AAB1-59C2-4AAA-B7E7-B369D7C0077A}"/>
              </a:ext>
            </a:extLst>
          </p:cNvPr>
          <p:cNvSpPr>
            <a:spLocks xmlns:a="http://schemas.openxmlformats.org/drawingml/2006/main" noGrp="1"/>
          </p:cNvSpPr>
          <p:nvPr/>
        </p:nvSpPr>
        <p:spPr>
          <a:xfrm xmlns:a="http://schemas.openxmlformats.org/drawingml/2006/main">
            <a:off x="1219200" y="3933825"/>
            <a:ext cx="5895975" cy="600075"/>
          </a:xfrm>
          <a:prstGeom xmlns:a="http://schemas.openxmlformats.org/drawingml/2006/main" prst="roundRect">
            <a:avLst>
              <a:gd name="adj" fmla="val 23810"/>
            </a:avLst>
          </a:prstGeom>
          <a:solidFill xmlns:a="http://schemas.openxmlformats.org/drawingml/2006/main">
            <a:srgbClr val="FFF0ED"/>
          </a:solidFill>
          <a:ln xmlns:a="http://schemas.openxmlformats.org/drawingml/2006/main" w="9525">
            <a:solidFill>
              <a:srgbClr val="F1C6BC"/>
            </a:solidFill>
            <a:prstDash val="solid"/>
          </a:ln>
        </p:spPr>
      </p:sp>
      <p:sp>
        <p:nvSpPr>
          <p:cNvPr id="29" name="">
            <a:extLst xmlns:a="http://schemas.openxmlformats.org/drawingml/2006/main">
              <a:ext uri="{FF2B5EF4-FFF2-40B4-BE49-F238E27FC236}">
                <a16:creationId xmlns:a16="http://schemas.microsoft.com/office/drawing/2014/main" id="{BE6BC395-4169-4A8A-9786-A7BCE50EC8BA}"/>
              </a:ext>
            </a:extLst>
          </p:cNvPr>
          <p:cNvSpPr>
            <a:spLocks xmlns:a="http://schemas.openxmlformats.org/drawingml/2006/main" noGrp="1"/>
          </p:cNvSpPr>
          <p:nvPr/>
        </p:nvSpPr>
        <p:spPr>
          <a:xfrm xmlns:a="http://schemas.openxmlformats.org/drawingml/2006/main">
            <a:off x="1219200" y="3933825"/>
            <a:ext cx="57150" cy="600075"/>
          </a:xfrm>
          <a:prstGeom xmlns:a="http://schemas.openxmlformats.org/drawingml/2006/main" prst="roundRect">
            <a:avLst>
              <a:gd name="adj" fmla="val 50000"/>
            </a:avLst>
          </a:prstGeom>
          <a:solidFill xmlns:a="http://schemas.openxmlformats.org/drawingml/2006/main">
            <a:srgbClr val="D86E52"/>
          </a:solidFill>
          <a:ln xmlns:a="http://schemas.openxmlformats.org/drawingml/2006/main" w="0">
            <a:noFill/>
            <a:prstDash val="solid"/>
          </a:ln>
        </p:spPr>
      </p:sp>
      <p:cxnSp>
        <p:nvCxnSpPr>
          <p:cNvPr id="13" name="">
            <a:extLst xmlns:a="http://schemas.openxmlformats.org/drawingml/2006/main">
              <a:ext uri="{FF2B5EF4-FFF2-40B4-BE49-F238E27FC236}">
                <a16:creationId xmlns:a16="http://schemas.microsoft.com/office/drawing/2014/main" id="{2B75EB71-AE07-49C4-A81B-E5EC0FC9130C}"/>
              </a:ext>
            </a:extLst>
          </p:cNvPr>
          <p:cNvCxnSpPr>
            <a:stCxn xmlns:a="http://schemas.openxmlformats.org/drawingml/2006/main" id="10" idx="3"/>
            <a:endCxn xmlns:a="http://schemas.openxmlformats.org/drawingml/2006/main" id="11" idx="1"/>
          </p:cNvCxnSpPr>
          <p:nvPr/>
        </p:nvCxnSpPr>
        <p:spPr>
          <a:xfrm xmlns:a="http://schemas.openxmlformats.org/drawingml/2006/main">
            <a:off x="5810250" y="2019300"/>
            <a:ext cx="285750" cy="0"/>
          </a:xfrm>
          <a:prstGeom xmlns:a="http://schemas.openxmlformats.org/drawingml/2006/main" prst="straightConnector1">
            <a:avLst/>
          </a:prstGeom>
          <a:ln xmlns:a="http://schemas.openxmlformats.org/drawingml/2006/main" w="19050">
            <a:solidFill>
              <a:srgbClr val="248F8A"/>
            </a:solidFill>
            <a:prstDash val="solid"/>
          </a:ln>
        </p:spPr>
      </p:cxnSp>
      <p:cxnSp>
        <p:nvCxnSpPr>
          <p:cNvPr id="12" name="">
            <a:extLst xmlns:a="http://schemas.openxmlformats.org/drawingml/2006/main">
              <a:ext uri="{FF2B5EF4-FFF2-40B4-BE49-F238E27FC236}">
                <a16:creationId xmlns:a16="http://schemas.microsoft.com/office/drawing/2014/main" id="{5CC0B484-CF3F-4EA5-99CB-379E2184E656}"/>
              </a:ext>
            </a:extLst>
          </p:cNvPr>
          <p:cNvCxnSpPr>
            <a:stCxn xmlns:a="http://schemas.openxmlformats.org/drawingml/2006/main" id="9" idx="3"/>
            <a:endCxn xmlns:a="http://schemas.openxmlformats.org/drawingml/2006/main" id="10" idx="1"/>
          </p:cNvCxnSpPr>
          <p:nvPr/>
        </p:nvCxnSpPr>
        <p:spPr>
          <a:xfrm xmlns:a="http://schemas.openxmlformats.org/drawingml/2006/main">
            <a:off x="4524375" y="2019300"/>
            <a:ext cx="285750" cy="0"/>
          </a:xfrm>
          <a:prstGeom xmlns:a="http://schemas.openxmlformats.org/drawingml/2006/main" prst="straightConnector1">
            <a:avLst/>
          </a:prstGeom>
          <a:ln xmlns:a="http://schemas.openxmlformats.org/drawingml/2006/main" w="19050">
            <a:solidFill>
              <a:srgbClr val="248F8A"/>
            </a:solidFill>
            <a:prstDash val="solid"/>
          </a:ln>
        </p:spPr>
      </p:cxnSp>
      <p:sp>
        <p:nvSpPr>
          <p:cNvPr id="22" name="">
            <a:extLst xmlns:a="http://schemas.openxmlformats.org/drawingml/2006/main">
              <a:ext uri="{FF2B5EF4-FFF2-40B4-BE49-F238E27FC236}">
                <a16:creationId xmlns:a16="http://schemas.microsoft.com/office/drawing/2014/main" id="{7C78ACF3-C110-4079-AF10-45F7F1D77123}"/>
              </a:ext>
            </a:extLst>
          </p:cNvPr>
          <p:cNvSpPr>
            <a:spLocks xmlns:a="http://schemas.openxmlformats.org/drawingml/2006/main" noGrp="1"/>
          </p:cNvSpPr>
          <p:nvPr/>
        </p:nvSpPr>
        <p:spPr>
          <a:xfrm xmlns:a="http://schemas.openxmlformats.org/drawingml/2006/main">
            <a:off x="457200" y="342900"/>
            <a:ext cx="6572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75" b="1" i="0">
                <a:solidFill>
                  <a:srgbClr val="123F50"/>
                </a:solidFill>
                <a:latin typeface="Calibri Light"/>
                <a:ea typeface="Calibri Light"/>
                <a:cs typeface="Calibri Light"/>
              </a:defRPr>
            </a:defPPr>
            <a:lvl1pPr algn="l">
              <a:buNone/>
              <a:defRPr sz="2325" b="1" i="0">
                <a:solidFill>
                  <a:srgbClr val="123F50"/>
                </a:solidFill>
                <a:latin typeface="Calibri Light"/>
                <a:ea typeface="Calibri Light"/>
                <a:cs typeface="Calibri Light"/>
              </a:defRPr>
            </a:lvl1pPr>
            <a:lvl2pPr algn="l">
              <a:buNone/>
              <a:defRPr sz="2325" b="1" i="0">
                <a:solidFill>
                  <a:srgbClr val="123F50"/>
                </a:solidFill>
                <a:latin typeface="Calibri Light"/>
                <a:ea typeface="Calibri Light"/>
                <a:cs typeface="Calibri Light"/>
              </a:defRPr>
            </a:lvl2pPr>
            <a:lvl3pPr algn="l">
              <a:buNone/>
              <a:defRPr sz="2325" b="1" i="0">
                <a:solidFill>
                  <a:srgbClr val="123F50"/>
                </a:solidFill>
                <a:latin typeface="Calibri Light"/>
                <a:ea typeface="Calibri Light"/>
                <a:cs typeface="Calibri Light"/>
              </a:defRPr>
            </a:lvl3pPr>
            <a:lvl4pPr algn="l">
              <a:buNone/>
              <a:defRPr sz="2325" b="1" i="0">
                <a:solidFill>
                  <a:srgbClr val="123F50"/>
                </a:solidFill>
                <a:latin typeface="Calibri Light"/>
                <a:ea typeface="Calibri Light"/>
                <a:cs typeface="Calibri Light"/>
              </a:defRPr>
            </a:lvl4pPr>
            <a:lvl5pPr algn="l">
              <a:buNone/>
              <a:defRPr sz="2325" b="1" i="0">
                <a:solidFill>
                  <a:srgbClr val="123F50"/>
                </a:solidFill>
                <a:latin typeface="Calibri Light"/>
                <a:ea typeface="Calibri Light"/>
                <a:cs typeface="Calibri Light"/>
              </a:defRPr>
            </a:lvl5pPr>
            <a:lvl6pPr algn="l">
              <a:buNone/>
              <a:defRPr sz="2325" b="1" i="0">
                <a:solidFill>
                  <a:srgbClr val="123F50"/>
                </a:solidFill>
                <a:latin typeface="Calibri Light"/>
                <a:ea typeface="Calibri Light"/>
                <a:cs typeface="Calibri Light"/>
              </a:defRPr>
            </a:lvl6pPr>
            <a:lvl7pPr algn="l">
              <a:buNone/>
              <a:defRPr sz="2325" b="1" i="0">
                <a:solidFill>
                  <a:srgbClr val="123F50"/>
                </a:solidFill>
                <a:latin typeface="Calibri Light"/>
                <a:ea typeface="Calibri Light"/>
                <a:cs typeface="Calibri Light"/>
              </a:defRPr>
            </a:lvl7pPr>
            <a:lvl8pPr algn="l">
              <a:buNone/>
              <a:defRPr sz="2325" b="1" i="0">
                <a:solidFill>
                  <a:srgbClr val="123F50"/>
                </a:solidFill>
                <a:latin typeface="Calibri Light"/>
                <a:ea typeface="Calibri Light"/>
                <a:cs typeface="Calibri Light"/>
              </a:defRPr>
            </a:lvl8pPr>
            <a:lvl9pPr algn="l">
              <a:buNone/>
              <a:defRPr sz="2325" b="1" i="0">
                <a:solidFill>
                  <a:srgbClr val="123F50"/>
                </a:solidFill>
                <a:latin typeface="Calibri Light"/>
                <a:ea typeface="Calibri Light"/>
                <a:cs typeface="Calibri Light"/>
              </a:defRPr>
            </a:lvl9pPr>
          </a:lstStyle>
          <a:p xmlns:a="http://schemas.openxmlformats.org/drawingml/2006/main">
            <a:pPr algn="l">
              <a:lnSpc>
                <a:spcPct val="108000"/>
              </a:lnSpc>
              <a:buNone/>
              <a:defRPr sz="2325" b="1" i="0">
                <a:solidFill>
                  <a:srgbClr val="123F50"/>
                </a:solidFill>
                <a:latin typeface="Calibri Light"/>
                <a:ea typeface="Calibri Light"/>
                <a:cs typeface="Calibri Light"/>
              </a:defRPr>
            </a:pPr>
            <a:r>
              <a:rPr sz="2475" b="1" i="0">
                <a:solidFill>
                  <a:srgbClr val="123F50"/>
                </a:solidFill>
                <a:latin typeface="Calibri Light"/>
                <a:ea typeface="Calibri Light"/>
                <a:cs typeface="Calibri Light"/>
              </a:rPr>
              <a:t>The live score is a simplified heuristic</a:t>
            </a:r>
          </a:p>
        </p:txBody>
      </p:sp>
      <p:sp>
        <p:nvSpPr>
          <p:cNvPr id="2" name="">
            <a:extLst xmlns:a="http://schemas.openxmlformats.org/drawingml/2006/main">
              <a:ext uri="{FF2B5EF4-FFF2-40B4-BE49-F238E27FC236}">
                <a16:creationId xmlns:a16="http://schemas.microsoft.com/office/drawing/2014/main" id="{67F5AA67-BFE5-40BA-A498-94F33BCBE83E}"/>
              </a:ext>
            </a:extLst>
          </p:cNvPr>
          <p:cNvSpPr>
            <a:spLocks xmlns:a="http://schemas.openxmlformats.org/drawingml/2006/main" noGrp="1"/>
          </p:cNvSpPr>
          <p:nvPr/>
        </p:nvSpPr>
        <p:spPr>
          <a:xfrm xmlns:a="http://schemas.openxmlformats.org/drawingml/2006/main" flipH="0" flipV="0">
            <a:off x="457200" y="866775"/>
            <a:ext cx="647700" cy="4763"/>
          </a:xfrm>
          <a:prstGeom xmlns:a="http://schemas.openxmlformats.org/drawingml/2006/main" prst="line">
            <a:avLst/>
          </a:prstGeom>
          <a:noFill xmlns:a="http://schemas.openxmlformats.org/drawingml/2006/main"/>
          <a:ln xmlns:a="http://schemas.openxmlformats.org/drawingml/2006/main" w="38100">
            <a:solidFill>
              <a:srgbClr val="168F89"/>
            </a:solidFill>
            <a:prstDash val="solid"/>
          </a:ln>
        </p:spPr>
      </p:sp>
      <p:sp>
        <p:nvSpPr>
          <p:cNvPr id="3" name="">
            <a:extLst xmlns:a="http://schemas.openxmlformats.org/drawingml/2006/main">
              <a:ext uri="{FF2B5EF4-FFF2-40B4-BE49-F238E27FC236}">
                <a16:creationId xmlns:a16="http://schemas.microsoft.com/office/drawing/2014/main" id="{73BEDC34-7557-47E2-A34B-B3339AD6A8D3}"/>
              </a:ext>
            </a:extLst>
          </p:cNvPr>
          <p:cNvSpPr>
            <a:spLocks xmlns:a="http://schemas.openxmlformats.org/drawingml/2006/main" noGrp="1"/>
          </p:cNvSpPr>
          <p:nvPr/>
        </p:nvSpPr>
        <p:spPr>
          <a:xfrm xmlns:a="http://schemas.openxmlformats.org/drawingml/2006/main">
            <a:off x="457200" y="981075"/>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63" b="0" i="0">
                <a:solidFill>
                  <a:srgbClr val="526B73"/>
                </a:solidFill>
                <a:latin typeface="Calibri"/>
                <a:ea typeface="Calibri"/>
                <a:cs typeface="Calibri"/>
              </a:defRPr>
            </a:defPPr>
            <a:lvl1pPr algn="l">
              <a:buNone/>
              <a:defRPr sz="1125" b="0" i="0">
                <a:solidFill>
                  <a:srgbClr val="647781"/>
                </a:solidFill>
                <a:latin typeface="Calibri"/>
                <a:ea typeface="Calibri"/>
                <a:cs typeface="Calibri"/>
              </a:defRPr>
            </a:lvl1pPr>
            <a:lvl2pPr algn="l">
              <a:buNone/>
              <a:defRPr sz="1125" b="0" i="0">
                <a:solidFill>
                  <a:srgbClr val="647781"/>
                </a:solidFill>
                <a:latin typeface="Calibri"/>
                <a:ea typeface="Calibri"/>
                <a:cs typeface="Calibri"/>
              </a:defRPr>
            </a:lvl2pPr>
            <a:lvl3pPr algn="l">
              <a:buNone/>
              <a:defRPr sz="1125" b="0" i="0">
                <a:solidFill>
                  <a:srgbClr val="647781"/>
                </a:solidFill>
                <a:latin typeface="Calibri"/>
                <a:ea typeface="Calibri"/>
                <a:cs typeface="Calibri"/>
              </a:defRPr>
            </a:lvl3pPr>
            <a:lvl4pPr algn="l">
              <a:buNone/>
              <a:defRPr sz="1125" b="0" i="0">
                <a:solidFill>
                  <a:srgbClr val="647781"/>
                </a:solidFill>
                <a:latin typeface="Calibri"/>
                <a:ea typeface="Calibri"/>
                <a:cs typeface="Calibri"/>
              </a:defRPr>
            </a:lvl4pPr>
            <a:lvl5pPr algn="l">
              <a:buNone/>
              <a:defRPr sz="1125" b="0" i="0">
                <a:solidFill>
                  <a:srgbClr val="647781"/>
                </a:solidFill>
                <a:latin typeface="Calibri"/>
                <a:ea typeface="Calibri"/>
                <a:cs typeface="Calibri"/>
              </a:defRPr>
            </a:lvl5pPr>
            <a:lvl6pPr algn="l">
              <a:buNone/>
              <a:defRPr sz="1125" b="0" i="0">
                <a:solidFill>
                  <a:srgbClr val="647781"/>
                </a:solidFill>
                <a:latin typeface="Calibri"/>
                <a:ea typeface="Calibri"/>
                <a:cs typeface="Calibri"/>
              </a:defRPr>
            </a:lvl6pPr>
            <a:lvl7pPr algn="l">
              <a:buNone/>
              <a:defRPr sz="1125" b="0" i="0">
                <a:solidFill>
                  <a:srgbClr val="647781"/>
                </a:solidFill>
                <a:latin typeface="Calibri"/>
                <a:ea typeface="Calibri"/>
                <a:cs typeface="Calibri"/>
              </a:defRPr>
            </a:lvl7pPr>
            <a:lvl8pPr algn="l">
              <a:buNone/>
              <a:defRPr sz="1125" b="0" i="0">
                <a:solidFill>
                  <a:srgbClr val="647781"/>
                </a:solidFill>
                <a:latin typeface="Calibri"/>
                <a:ea typeface="Calibri"/>
                <a:cs typeface="Calibri"/>
              </a:defRPr>
            </a:lvl8pPr>
            <a:lvl9pPr algn="l">
              <a:buNone/>
              <a:defRPr sz="1125" b="0" i="0">
                <a:solidFill>
                  <a:srgbClr val="647781"/>
                </a:solidFill>
                <a:latin typeface="Calibri"/>
                <a:ea typeface="Calibri"/>
                <a:cs typeface="Calibri"/>
              </a:defRPr>
            </a:lvl9pPr>
          </a:lstStyle>
          <a:p xmlns:a="http://schemas.openxmlformats.org/drawingml/2006/main">
            <a:pPr algn="l">
              <a:lnSpc>
                <a:spcPct val="108000"/>
              </a:lnSpc>
              <a:buNone/>
              <a:defRPr sz="1125" b="0" i="0">
                <a:solidFill>
                  <a:srgbClr val="647781"/>
                </a:solidFill>
                <a:latin typeface="Calibri"/>
                <a:ea typeface="Calibri"/>
                <a:cs typeface="Calibri"/>
              </a:defRPr>
            </a:pPr>
            <a:r>
              <a:rPr sz="1163" b="0" i="0">
                <a:solidFill>
                  <a:srgbClr val="526B73"/>
                </a:solidFill>
                <a:latin typeface="Calibri"/>
                <a:ea typeface="Calibri"/>
                <a:cs typeface="Calibri"/>
              </a:rPr>
              <a:t>The API calls its output a probability; the implementation is not calibrated against real outcomes.</a:t>
            </a:r>
          </a:p>
        </p:txBody>
      </p:sp>
      <p:sp>
        <p:nvSpPr>
          <p:cNvPr id="4" name="">
            <a:extLst xmlns:a="http://schemas.openxmlformats.org/drawingml/2006/main">
              <a:ext uri="{FF2B5EF4-FFF2-40B4-BE49-F238E27FC236}">
                <a16:creationId xmlns:a16="http://schemas.microsoft.com/office/drawing/2014/main" id="{A019D029-A432-40DC-BF1B-C8EBD84C6FFB}"/>
              </a:ext>
            </a:extLst>
          </p:cNvPr>
          <p:cNvSpPr>
            <a:spLocks xmlns:a="http://schemas.openxmlformats.org/drawingml/2006/main" noGrp="1"/>
          </p:cNvSpPr>
          <p:nvPr/>
        </p:nvSpPr>
        <p:spPr>
          <a:xfrm xmlns:a="http://schemas.openxmlformats.org/drawingml/2006/main" flipH="0" flipV="0">
            <a:off x="457200" y="5029200"/>
            <a:ext cx="6562725" cy="4763"/>
          </a:xfrm>
          <a:prstGeom xmlns:a="http://schemas.openxmlformats.org/drawingml/2006/main" prst="line">
            <a:avLst/>
          </a:prstGeom>
          <a:noFill xmlns:a="http://schemas.openxmlformats.org/drawingml/2006/main"/>
          <a:ln xmlns:a="http://schemas.openxmlformats.org/drawingml/2006/main" w="9525">
            <a:solidFill>
              <a:srgbClr val="D6E3E2"/>
            </a:solidFill>
            <a:prstDash val="solid"/>
          </a:ln>
        </p:spPr>
      </p:sp>
      <p:sp>
        <p:nvSpPr>
          <p:cNvPr id="5" name="">
            <a:extLst xmlns:a="http://schemas.openxmlformats.org/drawingml/2006/main">
              <a:ext uri="{FF2B5EF4-FFF2-40B4-BE49-F238E27FC236}">
                <a16:creationId xmlns:a16="http://schemas.microsoft.com/office/drawing/2014/main" id="{14374B3B-BE03-4C23-8BBD-AB3E2FC1CB8F}"/>
              </a:ext>
            </a:extLst>
          </p:cNvPr>
          <p:cNvSpPr>
            <a:spLocks xmlns:a="http://schemas.openxmlformats.org/drawingml/2006/main" noGrp="1"/>
          </p:cNvSpPr>
          <p:nvPr/>
        </p:nvSpPr>
        <p:spPr>
          <a:xfrm xmlns:a="http://schemas.openxmlformats.org/drawingml/2006/main">
            <a:off x="457200" y="5105400"/>
            <a:ext cx="2476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13" b="1" i="0">
                <a:solidFill>
                  <a:srgbClr val="486975"/>
                </a:solidFill>
                <a:latin typeface="Calibri"/>
                <a:ea typeface="Calibri"/>
                <a:cs typeface="Calibri"/>
              </a:defRPr>
            </a:defPPr>
            <a:lvl1pPr algn="l">
              <a:buNone/>
              <a:defRPr sz="788" b="1" i="0">
                <a:solidFill>
                  <a:srgbClr val="647781"/>
                </a:solidFill>
                <a:latin typeface="Calibri"/>
                <a:ea typeface="Calibri"/>
                <a:cs typeface="Calibri"/>
              </a:defRPr>
            </a:lvl1pPr>
            <a:lvl2pPr algn="l">
              <a:buNone/>
              <a:defRPr sz="788" b="1" i="0">
                <a:solidFill>
                  <a:srgbClr val="647781"/>
                </a:solidFill>
                <a:latin typeface="Calibri"/>
                <a:ea typeface="Calibri"/>
                <a:cs typeface="Calibri"/>
              </a:defRPr>
            </a:lvl2pPr>
            <a:lvl3pPr algn="l">
              <a:buNone/>
              <a:defRPr sz="788" b="1" i="0">
                <a:solidFill>
                  <a:srgbClr val="647781"/>
                </a:solidFill>
                <a:latin typeface="Calibri"/>
                <a:ea typeface="Calibri"/>
                <a:cs typeface="Calibri"/>
              </a:defRPr>
            </a:lvl3pPr>
            <a:lvl4pPr algn="l">
              <a:buNone/>
              <a:defRPr sz="788" b="1" i="0">
                <a:solidFill>
                  <a:srgbClr val="647781"/>
                </a:solidFill>
                <a:latin typeface="Calibri"/>
                <a:ea typeface="Calibri"/>
                <a:cs typeface="Calibri"/>
              </a:defRPr>
            </a:lvl4pPr>
            <a:lvl5pPr algn="l">
              <a:buNone/>
              <a:defRPr sz="788" b="1" i="0">
                <a:solidFill>
                  <a:srgbClr val="647781"/>
                </a:solidFill>
                <a:latin typeface="Calibri"/>
                <a:ea typeface="Calibri"/>
                <a:cs typeface="Calibri"/>
              </a:defRPr>
            </a:lvl5pPr>
            <a:lvl6pPr algn="l">
              <a:buNone/>
              <a:defRPr sz="788" b="1" i="0">
                <a:solidFill>
                  <a:srgbClr val="647781"/>
                </a:solidFill>
                <a:latin typeface="Calibri"/>
                <a:ea typeface="Calibri"/>
                <a:cs typeface="Calibri"/>
              </a:defRPr>
            </a:lvl6pPr>
            <a:lvl7pPr algn="l">
              <a:buNone/>
              <a:defRPr sz="788" b="1" i="0">
                <a:solidFill>
                  <a:srgbClr val="647781"/>
                </a:solidFill>
                <a:latin typeface="Calibri"/>
                <a:ea typeface="Calibri"/>
                <a:cs typeface="Calibri"/>
              </a:defRPr>
            </a:lvl7pPr>
            <a:lvl8pPr algn="l">
              <a:buNone/>
              <a:defRPr sz="788" b="1" i="0">
                <a:solidFill>
                  <a:srgbClr val="647781"/>
                </a:solidFill>
                <a:latin typeface="Calibri"/>
                <a:ea typeface="Calibri"/>
                <a:cs typeface="Calibri"/>
              </a:defRPr>
            </a:lvl8pPr>
            <a:lvl9pPr algn="l">
              <a:buNone/>
              <a:defRPr sz="788" b="1" i="0">
                <a:solidFill>
                  <a:srgbClr val="647781"/>
                </a:solidFill>
                <a:latin typeface="Calibri"/>
                <a:ea typeface="Calibri"/>
                <a:cs typeface="Calibri"/>
              </a:defRPr>
            </a:lvl9pPr>
          </a:lstStyle>
          <a:p xmlns:a="http://schemas.openxmlformats.org/drawingml/2006/main">
            <a:pPr algn="l">
              <a:lnSpc>
                <a:spcPct val="108000"/>
              </a:lnSpc>
              <a:buNone/>
              <a:defRPr sz="788" b="1" i="0">
                <a:solidFill>
                  <a:srgbClr val="647781"/>
                </a:solidFill>
                <a:latin typeface="Calibri"/>
                <a:ea typeface="Calibri"/>
                <a:cs typeface="Calibri"/>
              </a:defRPr>
            </a:pPr>
            <a:r>
              <a:rPr sz="713" b="1" i="0">
                <a:solidFill>
                  <a:srgbClr val="486975"/>
                </a:solidFill>
                <a:latin typeface="Calibri"/>
                <a:ea typeface="Calibri"/>
                <a:cs typeface="Calibri"/>
              </a:rPr>
              <a:t>SADHYA  ·  CARDIOTWIN</a:t>
            </a:r>
          </a:p>
        </p:txBody>
      </p:sp>
      <p:sp>
        <p:nvSpPr>
          <p:cNvPr id="6" name="">
            <a:extLst xmlns:a="http://schemas.openxmlformats.org/drawingml/2006/main">
              <a:ext uri="{FF2B5EF4-FFF2-40B4-BE49-F238E27FC236}">
                <a16:creationId xmlns:a16="http://schemas.microsoft.com/office/drawing/2014/main" id="{557B92F4-134D-43C5-9CE5-233E354719AD}"/>
              </a:ext>
            </a:extLst>
          </p:cNvPr>
          <p:cNvSpPr>
            <a:spLocks xmlns:a="http://schemas.openxmlformats.org/drawingml/2006/main" noGrp="1"/>
          </p:cNvSpPr>
          <p:nvPr/>
        </p:nvSpPr>
        <p:spPr>
          <a:xfrm xmlns:a="http://schemas.openxmlformats.org/drawingml/2006/main">
            <a:off x="6724650" y="5105400"/>
            <a:ext cx="2952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750" b="1" i="0">
                <a:solidFill>
                  <a:srgbClr val="168D89"/>
                </a:solidFill>
                <a:latin typeface="Calibri"/>
                <a:ea typeface="Calibri"/>
                <a:cs typeface="Calibri"/>
              </a:defRPr>
            </a:defPPr>
            <a:lvl1pPr algn="r">
              <a:buNone/>
              <a:defRPr sz="788" b="0" i="0">
                <a:solidFill>
                  <a:srgbClr val="647781"/>
                </a:solidFill>
                <a:latin typeface="Calibri"/>
                <a:ea typeface="Calibri"/>
                <a:cs typeface="Calibri"/>
              </a:defRPr>
            </a:lvl1pPr>
            <a:lvl2pPr algn="r">
              <a:buNone/>
              <a:defRPr sz="788" b="0" i="0">
                <a:solidFill>
                  <a:srgbClr val="647781"/>
                </a:solidFill>
                <a:latin typeface="Calibri"/>
                <a:ea typeface="Calibri"/>
                <a:cs typeface="Calibri"/>
              </a:defRPr>
            </a:lvl2pPr>
            <a:lvl3pPr algn="r">
              <a:buNone/>
              <a:defRPr sz="788" b="0" i="0">
                <a:solidFill>
                  <a:srgbClr val="647781"/>
                </a:solidFill>
                <a:latin typeface="Calibri"/>
                <a:ea typeface="Calibri"/>
                <a:cs typeface="Calibri"/>
              </a:defRPr>
            </a:lvl3pPr>
            <a:lvl4pPr algn="r">
              <a:buNone/>
              <a:defRPr sz="788" b="0" i="0">
                <a:solidFill>
                  <a:srgbClr val="647781"/>
                </a:solidFill>
                <a:latin typeface="Calibri"/>
                <a:ea typeface="Calibri"/>
                <a:cs typeface="Calibri"/>
              </a:defRPr>
            </a:lvl4pPr>
            <a:lvl5pPr algn="r">
              <a:buNone/>
              <a:defRPr sz="788" b="0" i="0">
                <a:solidFill>
                  <a:srgbClr val="647781"/>
                </a:solidFill>
                <a:latin typeface="Calibri"/>
                <a:ea typeface="Calibri"/>
                <a:cs typeface="Calibri"/>
              </a:defRPr>
            </a:lvl5pPr>
            <a:lvl6pPr algn="r">
              <a:buNone/>
              <a:defRPr sz="788" b="0" i="0">
                <a:solidFill>
                  <a:srgbClr val="647781"/>
                </a:solidFill>
                <a:latin typeface="Calibri"/>
                <a:ea typeface="Calibri"/>
                <a:cs typeface="Calibri"/>
              </a:defRPr>
            </a:lvl6pPr>
            <a:lvl7pPr algn="r">
              <a:buNone/>
              <a:defRPr sz="788" b="0" i="0">
                <a:solidFill>
                  <a:srgbClr val="647781"/>
                </a:solidFill>
                <a:latin typeface="Calibri"/>
                <a:ea typeface="Calibri"/>
                <a:cs typeface="Calibri"/>
              </a:defRPr>
            </a:lvl7pPr>
            <a:lvl8pPr algn="r">
              <a:buNone/>
              <a:defRPr sz="788" b="0" i="0">
                <a:solidFill>
                  <a:srgbClr val="647781"/>
                </a:solidFill>
                <a:latin typeface="Calibri"/>
                <a:ea typeface="Calibri"/>
                <a:cs typeface="Calibri"/>
              </a:defRPr>
            </a:lvl8pPr>
            <a:lvl9pPr algn="r">
              <a:buNone/>
              <a:defRPr sz="788" b="0" i="0">
                <a:solidFill>
                  <a:srgbClr val="647781"/>
                </a:solidFill>
                <a:latin typeface="Calibri"/>
                <a:ea typeface="Calibri"/>
                <a:cs typeface="Calibri"/>
              </a:defRPr>
            </a:lvl9pPr>
          </a:lstStyle>
          <a:p xmlns:a="http://schemas.openxmlformats.org/drawingml/2006/main">
            <a:pPr algn="r">
              <a:lnSpc>
                <a:spcPct val="108000"/>
              </a:lnSpc>
              <a:buNone/>
              <a:defRPr sz="788" b="0" i="0">
                <a:solidFill>
                  <a:srgbClr val="647781"/>
                </a:solidFill>
                <a:latin typeface="Calibri"/>
                <a:ea typeface="Calibri"/>
                <a:cs typeface="Calibri"/>
              </a:defRPr>
            </a:pPr>
            <a:r>
              <a:rPr sz="750" b="1" i="0">
                <a:solidFill>
                  <a:srgbClr val="168D89"/>
                </a:solidFill>
                <a:latin typeface="Calibri"/>
                <a:ea typeface="Calibri"/>
                <a:cs typeface="Calibri"/>
              </a:rPr>
              <a:t>06</a:t>
            </a:r>
          </a:p>
        </p:txBody>
      </p:sp>
      <p:sp>
        <p:nvSpPr>
          <p:cNvPr id="7" name="">
            <a:extLst xmlns:a="http://schemas.openxmlformats.org/drawingml/2006/main">
              <a:ext uri="{FF2B5EF4-FFF2-40B4-BE49-F238E27FC236}">
                <a16:creationId xmlns:a16="http://schemas.microsoft.com/office/drawing/2014/main" id="{276784A7-8BD5-4FAA-A3E4-187330ADC641}"/>
              </a:ext>
            </a:extLst>
          </p:cNvPr>
          <p:cNvSpPr>
            <a:spLocks xmlns:a="http://schemas.openxmlformats.org/drawingml/2006/main" noGrp="1"/>
          </p:cNvSpPr>
          <p:nvPr/>
        </p:nvSpPr>
        <p:spPr>
          <a:xfrm xmlns:a="http://schemas.openxmlformats.org/drawingml/2006/main">
            <a:off x="523875" y="1438275"/>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087E83"/>
                </a:solidFill>
                <a:latin typeface="Calibri"/>
                <a:ea typeface="Calibri"/>
                <a:cs typeface="Calibri"/>
              </a:defRPr>
            </a:defPPr>
            <a:lvl1pPr algn="l">
              <a:buNone/>
              <a:defRPr sz="1350" b="1" i="0">
                <a:solidFill>
                  <a:srgbClr val="0D6F73"/>
                </a:solidFill>
                <a:latin typeface="Calibri"/>
                <a:ea typeface="Calibri"/>
                <a:cs typeface="Calibri"/>
              </a:defRPr>
            </a:lvl1pPr>
            <a:lvl2pPr algn="l">
              <a:buNone/>
              <a:defRPr sz="1350" b="1" i="0">
                <a:solidFill>
                  <a:srgbClr val="0D6F73"/>
                </a:solidFill>
                <a:latin typeface="Calibri"/>
                <a:ea typeface="Calibri"/>
                <a:cs typeface="Calibri"/>
              </a:defRPr>
            </a:lvl2pPr>
            <a:lvl3pPr algn="l">
              <a:buNone/>
              <a:defRPr sz="1350" b="1" i="0">
                <a:solidFill>
                  <a:srgbClr val="0D6F73"/>
                </a:solidFill>
                <a:latin typeface="Calibri"/>
                <a:ea typeface="Calibri"/>
                <a:cs typeface="Calibri"/>
              </a:defRPr>
            </a:lvl3pPr>
            <a:lvl4pPr algn="l">
              <a:buNone/>
              <a:defRPr sz="1350" b="1" i="0">
                <a:solidFill>
                  <a:srgbClr val="0D6F73"/>
                </a:solidFill>
                <a:latin typeface="Calibri"/>
                <a:ea typeface="Calibri"/>
                <a:cs typeface="Calibri"/>
              </a:defRPr>
            </a:lvl4pPr>
            <a:lvl5pPr algn="l">
              <a:buNone/>
              <a:defRPr sz="1350" b="1" i="0">
                <a:solidFill>
                  <a:srgbClr val="0D6F73"/>
                </a:solidFill>
                <a:latin typeface="Calibri"/>
                <a:ea typeface="Calibri"/>
                <a:cs typeface="Calibri"/>
              </a:defRPr>
            </a:lvl5pPr>
            <a:lvl6pPr algn="l">
              <a:buNone/>
              <a:defRPr sz="1350" b="1" i="0">
                <a:solidFill>
                  <a:srgbClr val="0D6F73"/>
                </a:solidFill>
                <a:latin typeface="Calibri"/>
                <a:ea typeface="Calibri"/>
                <a:cs typeface="Calibri"/>
              </a:defRPr>
            </a:lvl6pPr>
            <a:lvl7pPr algn="l">
              <a:buNone/>
              <a:defRPr sz="1350" b="1" i="0">
                <a:solidFill>
                  <a:srgbClr val="0D6F73"/>
                </a:solidFill>
                <a:latin typeface="Calibri"/>
                <a:ea typeface="Calibri"/>
                <a:cs typeface="Calibri"/>
              </a:defRPr>
            </a:lvl7pPr>
            <a:lvl8pPr algn="l">
              <a:buNone/>
              <a:defRPr sz="1350" b="1" i="0">
                <a:solidFill>
                  <a:srgbClr val="0D6F73"/>
                </a:solidFill>
                <a:latin typeface="Calibri"/>
                <a:ea typeface="Calibri"/>
                <a:cs typeface="Calibri"/>
              </a:defRPr>
            </a:lvl8pPr>
            <a:lvl9pPr algn="l">
              <a:buNone/>
              <a:defRPr sz="1350" b="1" i="0">
                <a:solidFill>
                  <a:srgbClr val="0D6F73"/>
                </a:solidFill>
                <a:latin typeface="Calibri"/>
                <a:ea typeface="Calibri"/>
                <a:cs typeface="Calibri"/>
              </a:defRPr>
            </a:lvl9pPr>
          </a:lstStyle>
          <a:p xmlns:a="http://schemas.openxmlformats.org/drawingml/2006/main">
            <a:pPr algn="l">
              <a:lnSpc>
                <a:spcPct val="108000"/>
              </a:lnSpc>
              <a:buNone/>
              <a:defRPr sz="1350" b="1" i="0">
                <a:solidFill>
                  <a:srgbClr val="0D6F73"/>
                </a:solidFill>
                <a:latin typeface="Calibri"/>
                <a:ea typeface="Calibri"/>
                <a:cs typeface="Calibri"/>
              </a:defRPr>
            </a:pPr>
            <a:r>
              <a:rPr sz="1425" b="1" i="0">
                <a:solidFill>
                  <a:srgbClr val="087E83"/>
                </a:solidFill>
                <a:latin typeface="Calibri"/>
                <a:ea typeface="Calibri"/>
                <a:cs typeface="Calibri"/>
              </a:rPr>
              <a:t>Inputs used by the active API</a:t>
            </a:r>
          </a:p>
        </p:txBody>
      </p:sp>
      <p:sp>
        <p:nvSpPr>
          <p:cNvPr id="8" name="">
            <a:extLst xmlns:a="http://schemas.openxmlformats.org/drawingml/2006/main">
              <a:ext uri="{FF2B5EF4-FFF2-40B4-BE49-F238E27FC236}">
                <a16:creationId xmlns:a16="http://schemas.microsoft.com/office/drawing/2014/main" id="{50F3EA56-3973-4A1D-8AE4-DE7572040109}"/>
              </a:ext>
            </a:extLst>
          </p:cNvPr>
          <p:cNvSpPr>
            <a:spLocks xmlns:a="http://schemas.openxmlformats.org/drawingml/2006/main" noGrp="1"/>
          </p:cNvSpPr>
          <p:nvPr/>
        </p:nvSpPr>
        <p:spPr>
          <a:xfrm xmlns:a="http://schemas.openxmlformats.org/drawingml/2006/main">
            <a:off x="523875" y="1819275"/>
            <a:ext cx="24384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294E5A"/>
                </a:solidFill>
                <a:latin typeface="Calibri"/>
                <a:ea typeface="Calibri"/>
                <a:cs typeface="Calibri"/>
              </a:defRPr>
            </a:defPPr>
            <a:lvl1pPr algn="l">
              <a:buNone/>
              <a:defRPr sz="1350" b="0" i="0">
                <a:solidFill>
                  <a:srgbClr val="263C45"/>
                </a:solidFill>
                <a:latin typeface="Calibri"/>
                <a:ea typeface="Calibri"/>
                <a:cs typeface="Calibri"/>
              </a:defRPr>
            </a:lvl1pPr>
            <a:lvl2pPr algn="l">
              <a:buNone/>
              <a:defRPr sz="1350" b="0" i="0">
                <a:solidFill>
                  <a:srgbClr val="263C45"/>
                </a:solidFill>
                <a:latin typeface="Calibri"/>
                <a:ea typeface="Calibri"/>
                <a:cs typeface="Calibri"/>
              </a:defRPr>
            </a:lvl2pPr>
            <a:lvl3pPr algn="l">
              <a:buNone/>
              <a:defRPr sz="1350" b="0" i="0">
                <a:solidFill>
                  <a:srgbClr val="263C45"/>
                </a:solidFill>
                <a:latin typeface="Calibri"/>
                <a:ea typeface="Calibri"/>
                <a:cs typeface="Calibri"/>
              </a:defRPr>
            </a:lvl3pPr>
            <a:lvl4pPr algn="l">
              <a:buNone/>
              <a:defRPr sz="1350" b="0" i="0">
                <a:solidFill>
                  <a:srgbClr val="263C45"/>
                </a:solidFill>
                <a:latin typeface="Calibri"/>
                <a:ea typeface="Calibri"/>
                <a:cs typeface="Calibri"/>
              </a:defRPr>
            </a:lvl4pPr>
            <a:lvl5pPr algn="l">
              <a:buNone/>
              <a:defRPr sz="1350" b="0" i="0">
                <a:solidFill>
                  <a:srgbClr val="263C45"/>
                </a:solidFill>
                <a:latin typeface="Calibri"/>
                <a:ea typeface="Calibri"/>
                <a:cs typeface="Calibri"/>
              </a:defRPr>
            </a:lvl5pPr>
            <a:lvl6pPr algn="l">
              <a:buNone/>
              <a:defRPr sz="1350" b="0" i="0">
                <a:solidFill>
                  <a:srgbClr val="263C45"/>
                </a:solidFill>
                <a:latin typeface="Calibri"/>
                <a:ea typeface="Calibri"/>
                <a:cs typeface="Calibri"/>
              </a:defRPr>
            </a:lvl6pPr>
            <a:lvl7pPr algn="l">
              <a:buNone/>
              <a:defRPr sz="1350" b="0" i="0">
                <a:solidFill>
                  <a:srgbClr val="263C45"/>
                </a:solidFill>
                <a:latin typeface="Calibri"/>
                <a:ea typeface="Calibri"/>
                <a:cs typeface="Calibri"/>
              </a:defRPr>
            </a:lvl7pPr>
            <a:lvl8pPr algn="l">
              <a:buNone/>
              <a:defRPr sz="1350" b="0" i="0">
                <a:solidFill>
                  <a:srgbClr val="263C45"/>
                </a:solidFill>
                <a:latin typeface="Calibri"/>
                <a:ea typeface="Calibri"/>
                <a:cs typeface="Calibri"/>
              </a:defRPr>
            </a:lvl8pPr>
            <a:lvl9pPr algn="l">
              <a:buNone/>
              <a:defRPr sz="1350" b="0" i="0">
                <a:solidFill>
                  <a:srgbClr val="263C45"/>
                </a:solidFill>
                <a:latin typeface="Calibri"/>
                <a:ea typeface="Calibri"/>
                <a:cs typeface="Calibri"/>
              </a:defRPr>
            </a:lvl9pPr>
          </a:lstStyle>
          <a:p xmlns:a="http://schemas.openxmlformats.org/drawingml/2006/main">
            <a:pPr algn="l">
              <a:lnSpc>
                <a:spcPct val="120000"/>
              </a:lnSpc>
              <a:buNone/>
              <a:defRPr sz="1350" b="0" i="0">
                <a:solidFill>
                  <a:srgbClr val="263C45"/>
                </a:solidFill>
                <a:latin typeface="Calibri"/>
                <a:ea typeface="Calibri"/>
                <a:cs typeface="Calibri"/>
              </a:defRPr>
            </a:pPr>
            <a:r>
              <a:rPr sz="1275" b="0" i="0">
                <a:solidFill>
                  <a:srgbClr val="294E5A"/>
                </a:solidFill>
                <a:latin typeface="Calibri"/>
                <a:ea typeface="Calibri"/>
                <a:cs typeface="Calibri"/>
              </a:rPr>
              <a:t>Age · sex · smoking · diabetes</a:t>
            </a:r>
          </a:p>
          <a:p xmlns:a="http://schemas.openxmlformats.org/drawingml/2006/main">
            <a:pPr algn="l">
              <a:lnSpc>
                <a:spcPct val="120000"/>
              </a:lnSpc>
              <a:buNone/>
              <a:defRPr sz="1350" b="0" i="0">
                <a:solidFill>
                  <a:srgbClr val="263C45"/>
                </a:solidFill>
                <a:latin typeface="Calibri"/>
                <a:ea typeface="Calibri"/>
                <a:cs typeface="Calibri"/>
              </a:defRPr>
            </a:pPr>
            <a:r>
              <a:rPr sz="1275" b="0" i="0">
                <a:solidFill>
                  <a:srgbClr val="294E5A"/>
                </a:solidFill>
                <a:latin typeface="Calibri"/>
                <a:ea typeface="Calibri"/>
                <a:cs typeface="Calibri"/>
              </a:rPr>
              <a:t>Systolic BP · total cholesterol</a:t>
            </a:r>
          </a:p>
          <a:p xmlns:a="http://schemas.openxmlformats.org/drawingml/2006/main">
            <a:pPr algn="l">
              <a:lnSpc>
                <a:spcPct val="120000"/>
              </a:lnSpc>
              <a:buNone/>
              <a:defRPr sz="1350" b="0" i="0">
                <a:solidFill>
                  <a:srgbClr val="263C45"/>
                </a:solidFill>
                <a:latin typeface="Calibri"/>
                <a:ea typeface="Calibri"/>
                <a:cs typeface="Calibri"/>
              </a:defRPr>
            </a:pPr>
            <a:r>
              <a:rPr sz="1275" b="0" i="0">
                <a:solidFill>
                  <a:srgbClr val="294E5A"/>
                </a:solidFill>
                <a:latin typeface="Calibri"/>
                <a:ea typeface="Calibri"/>
                <a:cs typeface="Calibri"/>
              </a:rPr>
              <a:t>HDL cholesterol</a:t>
            </a:r>
          </a:p>
        </p:txBody>
      </p:sp>
      <p:sp>
        <p:nvSpPr>
          <p:cNvPr id="9" name="">
            <a:extLst xmlns:a="http://schemas.openxmlformats.org/drawingml/2006/main">
              <a:ext uri="{FF2B5EF4-FFF2-40B4-BE49-F238E27FC236}">
                <a16:creationId xmlns:a16="http://schemas.microsoft.com/office/drawing/2014/main" id="{57B11B08-42A2-4BBF-AD7C-EDB45944992A}"/>
              </a:ext>
            </a:extLst>
          </p:cNvPr>
          <p:cNvSpPr>
            <a:spLocks xmlns:a="http://schemas.openxmlformats.org/drawingml/2006/main" noGrp="1"/>
          </p:cNvSpPr>
          <p:nvPr/>
        </p:nvSpPr>
        <p:spPr>
          <a:xfrm xmlns:a="http://schemas.openxmlformats.org/drawingml/2006/main">
            <a:off x="3371850" y="1590675"/>
            <a:ext cx="1152525" cy="857250"/>
          </a:xfrm>
          <a:prstGeom xmlns:a="http://schemas.openxmlformats.org/drawingml/2006/main" prst="roundRect">
            <a:avLst>
              <a:gd name="adj" fmla="val 8889"/>
            </a:avLst>
          </a:prstGeom>
          <a:solidFill xmlns:a="http://schemas.openxmlformats.org/drawingml/2006/main">
            <a:srgbClr val="E5F2F1"/>
          </a:solidFill>
          <a:ln xmlns:a="http://schemas.openxmlformats.org/drawingml/2006/main" w="11430">
            <a:solidFill>
              <a:srgbClr val="BDD8D6"/>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238" b="1">
                <a:solidFill>
                  <a:srgbClr val="123F50"/>
                </a:solidFill>
                <a:latin typeface="Calibri"/>
                <a:ea typeface="Calibri"/>
                <a:cs typeface="Calibri"/>
              </a:defRPr>
            </a:defPPr>
            <a:lvl1pPr algn="ctr">
              <a:buNone/>
              <a:defRPr sz="1275" b="1">
                <a:solidFill>
                  <a:srgbClr val="123F50"/>
                </a:solidFill>
                <a:latin typeface="Calibri"/>
                <a:ea typeface="Calibri"/>
                <a:cs typeface="Calibri"/>
              </a:defRPr>
            </a:lvl1pPr>
            <a:lvl2pPr algn="ctr">
              <a:buNone/>
              <a:defRPr sz="1275" b="1">
                <a:solidFill>
                  <a:srgbClr val="123F50"/>
                </a:solidFill>
                <a:latin typeface="Calibri"/>
                <a:ea typeface="Calibri"/>
                <a:cs typeface="Calibri"/>
              </a:defRPr>
            </a:lvl2pPr>
            <a:lvl3pPr algn="ctr">
              <a:buNone/>
              <a:defRPr sz="1275" b="1">
                <a:solidFill>
                  <a:srgbClr val="123F50"/>
                </a:solidFill>
                <a:latin typeface="Calibri"/>
                <a:ea typeface="Calibri"/>
                <a:cs typeface="Calibri"/>
              </a:defRPr>
            </a:lvl3pPr>
            <a:lvl4pPr algn="ctr">
              <a:buNone/>
              <a:defRPr sz="1275" b="1">
                <a:solidFill>
                  <a:srgbClr val="123F50"/>
                </a:solidFill>
                <a:latin typeface="Calibri"/>
                <a:ea typeface="Calibri"/>
                <a:cs typeface="Calibri"/>
              </a:defRPr>
            </a:lvl4pPr>
            <a:lvl5pPr algn="ctr">
              <a:buNone/>
              <a:defRPr sz="1275" b="1">
                <a:solidFill>
                  <a:srgbClr val="123F50"/>
                </a:solidFill>
                <a:latin typeface="Calibri"/>
                <a:ea typeface="Calibri"/>
                <a:cs typeface="Calibri"/>
              </a:defRPr>
            </a:lvl5pPr>
            <a:lvl6pPr algn="ctr">
              <a:buNone/>
              <a:defRPr sz="1275" b="1">
                <a:solidFill>
                  <a:srgbClr val="123F50"/>
                </a:solidFill>
                <a:latin typeface="Calibri"/>
                <a:ea typeface="Calibri"/>
                <a:cs typeface="Calibri"/>
              </a:defRPr>
            </a:lvl6pPr>
            <a:lvl7pPr algn="ctr">
              <a:buNone/>
              <a:defRPr sz="1275" b="1">
                <a:solidFill>
                  <a:srgbClr val="123F50"/>
                </a:solidFill>
                <a:latin typeface="Calibri"/>
                <a:ea typeface="Calibri"/>
                <a:cs typeface="Calibri"/>
              </a:defRPr>
            </a:lvl7pPr>
            <a:lvl8pPr algn="ctr">
              <a:buNone/>
              <a:defRPr sz="1275" b="1">
                <a:solidFill>
                  <a:srgbClr val="123F50"/>
                </a:solidFill>
                <a:latin typeface="Calibri"/>
                <a:ea typeface="Calibri"/>
                <a:cs typeface="Calibri"/>
              </a:defRPr>
            </a:lvl8pPr>
            <a:lvl9pPr algn="ctr">
              <a:buNone/>
              <a:defRPr sz="1275" b="1">
                <a:solidFill>
                  <a:srgbClr val="123F50"/>
                </a:solidFill>
                <a:latin typeface="Calibri"/>
                <a:ea typeface="Calibri"/>
                <a:cs typeface="Calibri"/>
              </a:defRPr>
            </a:lvl9pPr>
          </a:lstStyle>
          <a:p xmlns:a="http://schemas.openxmlformats.org/drawingml/2006/main">
            <a:pPr algn="ctr">
              <a:buNone/>
              <a:defRPr sz="1275" b="1">
                <a:solidFill>
                  <a:srgbClr val="123F50"/>
                </a:solidFill>
                <a:latin typeface="Calibri"/>
                <a:ea typeface="Calibri"/>
                <a:cs typeface="Calibri"/>
              </a:defRPr>
            </a:pPr>
            <a:r>
              <a:rPr sz="1238" b="1">
                <a:solidFill>
                  <a:srgbClr val="123F50"/>
                </a:solidFill>
                <a:latin typeface="Calibri"/>
                <a:ea typeface="Calibri"/>
                <a:cs typeface="Calibri"/>
              </a:rPr>
              <a:t>Banded</a:t>
            </a:r>
          </a:p>
          <a:p xmlns:a="http://schemas.openxmlformats.org/drawingml/2006/main">
            <a:pPr algn="ctr">
              <a:buNone/>
              <a:defRPr sz="1275" b="1">
                <a:solidFill>
                  <a:srgbClr val="123F50"/>
                </a:solidFill>
                <a:latin typeface="Calibri"/>
                <a:ea typeface="Calibri"/>
                <a:cs typeface="Calibri"/>
              </a:defRPr>
            </a:pPr>
            <a:r>
              <a:rPr sz="1238" b="1">
                <a:solidFill>
                  <a:srgbClr val="123F50"/>
                </a:solidFill>
                <a:latin typeface="Calibri"/>
                <a:ea typeface="Calibri"/>
                <a:cs typeface="Calibri"/>
              </a:rPr>
              <a:t>point rules</a:t>
            </a:r>
          </a:p>
        </p:txBody>
      </p:sp>
      <p:sp>
        <p:nvSpPr>
          <p:cNvPr id="10" name="">
            <a:extLst xmlns:a="http://schemas.openxmlformats.org/drawingml/2006/main">
              <a:ext uri="{FF2B5EF4-FFF2-40B4-BE49-F238E27FC236}">
                <a16:creationId xmlns:a16="http://schemas.microsoft.com/office/drawing/2014/main" id="{EB7D51CE-8AFD-4DD3-848B-FC6FCECC5BF1}"/>
              </a:ext>
            </a:extLst>
          </p:cNvPr>
          <p:cNvSpPr>
            <a:spLocks xmlns:a="http://schemas.openxmlformats.org/drawingml/2006/main" noGrp="1"/>
          </p:cNvSpPr>
          <p:nvPr/>
        </p:nvSpPr>
        <p:spPr>
          <a:xfrm xmlns:a="http://schemas.openxmlformats.org/drawingml/2006/main">
            <a:off x="4810125" y="1590675"/>
            <a:ext cx="1000125" cy="857250"/>
          </a:xfrm>
          <a:prstGeom xmlns:a="http://schemas.openxmlformats.org/drawingml/2006/main" prst="roundRect">
            <a:avLst>
              <a:gd name="adj" fmla="val 8889"/>
            </a:avLst>
          </a:prstGeom>
          <a:solidFill xmlns:a="http://schemas.openxmlformats.org/drawingml/2006/main">
            <a:srgbClr val="E5F2F1"/>
          </a:solidFill>
          <a:ln xmlns:a="http://schemas.openxmlformats.org/drawingml/2006/main" w="11430">
            <a:solidFill>
              <a:srgbClr val="BDD8D6"/>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238" b="1">
                <a:solidFill>
                  <a:srgbClr val="123F50"/>
                </a:solidFill>
                <a:latin typeface="Calibri"/>
                <a:ea typeface="Calibri"/>
                <a:cs typeface="Calibri"/>
              </a:defRPr>
            </a:defPPr>
            <a:lvl1pPr algn="ctr">
              <a:buNone/>
              <a:defRPr sz="1275" b="1">
                <a:solidFill>
                  <a:srgbClr val="123F50"/>
                </a:solidFill>
                <a:latin typeface="Calibri"/>
                <a:ea typeface="Calibri"/>
                <a:cs typeface="Calibri"/>
              </a:defRPr>
            </a:lvl1pPr>
            <a:lvl2pPr algn="ctr">
              <a:buNone/>
              <a:defRPr sz="1275" b="1">
                <a:solidFill>
                  <a:srgbClr val="123F50"/>
                </a:solidFill>
                <a:latin typeface="Calibri"/>
                <a:ea typeface="Calibri"/>
                <a:cs typeface="Calibri"/>
              </a:defRPr>
            </a:lvl2pPr>
            <a:lvl3pPr algn="ctr">
              <a:buNone/>
              <a:defRPr sz="1275" b="1">
                <a:solidFill>
                  <a:srgbClr val="123F50"/>
                </a:solidFill>
                <a:latin typeface="Calibri"/>
                <a:ea typeface="Calibri"/>
                <a:cs typeface="Calibri"/>
              </a:defRPr>
            </a:lvl3pPr>
            <a:lvl4pPr algn="ctr">
              <a:buNone/>
              <a:defRPr sz="1275" b="1">
                <a:solidFill>
                  <a:srgbClr val="123F50"/>
                </a:solidFill>
                <a:latin typeface="Calibri"/>
                <a:ea typeface="Calibri"/>
                <a:cs typeface="Calibri"/>
              </a:defRPr>
            </a:lvl4pPr>
            <a:lvl5pPr algn="ctr">
              <a:buNone/>
              <a:defRPr sz="1275" b="1">
                <a:solidFill>
                  <a:srgbClr val="123F50"/>
                </a:solidFill>
                <a:latin typeface="Calibri"/>
                <a:ea typeface="Calibri"/>
                <a:cs typeface="Calibri"/>
              </a:defRPr>
            </a:lvl5pPr>
            <a:lvl6pPr algn="ctr">
              <a:buNone/>
              <a:defRPr sz="1275" b="1">
                <a:solidFill>
                  <a:srgbClr val="123F50"/>
                </a:solidFill>
                <a:latin typeface="Calibri"/>
                <a:ea typeface="Calibri"/>
                <a:cs typeface="Calibri"/>
              </a:defRPr>
            </a:lvl6pPr>
            <a:lvl7pPr algn="ctr">
              <a:buNone/>
              <a:defRPr sz="1275" b="1">
                <a:solidFill>
                  <a:srgbClr val="123F50"/>
                </a:solidFill>
                <a:latin typeface="Calibri"/>
                <a:ea typeface="Calibri"/>
                <a:cs typeface="Calibri"/>
              </a:defRPr>
            </a:lvl7pPr>
            <a:lvl8pPr algn="ctr">
              <a:buNone/>
              <a:defRPr sz="1275" b="1">
                <a:solidFill>
                  <a:srgbClr val="123F50"/>
                </a:solidFill>
                <a:latin typeface="Calibri"/>
                <a:ea typeface="Calibri"/>
                <a:cs typeface="Calibri"/>
              </a:defRPr>
            </a:lvl8pPr>
            <a:lvl9pPr algn="ctr">
              <a:buNone/>
              <a:defRPr sz="1275" b="1">
                <a:solidFill>
                  <a:srgbClr val="123F50"/>
                </a:solidFill>
                <a:latin typeface="Calibri"/>
                <a:ea typeface="Calibri"/>
                <a:cs typeface="Calibri"/>
              </a:defRPr>
            </a:lvl9pPr>
          </a:lstStyle>
          <a:p xmlns:a="http://schemas.openxmlformats.org/drawingml/2006/main">
            <a:pPr algn="ctr">
              <a:buNone/>
              <a:defRPr sz="1275" b="1">
                <a:solidFill>
                  <a:srgbClr val="123F50"/>
                </a:solidFill>
                <a:latin typeface="Calibri"/>
                <a:ea typeface="Calibri"/>
                <a:cs typeface="Calibri"/>
              </a:defRPr>
            </a:pPr>
            <a:r>
              <a:rPr sz="1238" b="1">
                <a:solidFill>
                  <a:srgbClr val="123F50"/>
                </a:solidFill>
                <a:latin typeface="Calibri"/>
                <a:ea typeface="Calibri"/>
                <a:cs typeface="Calibri"/>
              </a:rPr>
              <a:t>Score ÷ 45</a:t>
            </a:r>
          </a:p>
        </p:txBody>
      </p:sp>
      <p:sp>
        <p:nvSpPr>
          <p:cNvPr id="11" name="">
            <a:extLst xmlns:a="http://schemas.openxmlformats.org/drawingml/2006/main">
              <a:ext uri="{FF2B5EF4-FFF2-40B4-BE49-F238E27FC236}">
                <a16:creationId xmlns:a16="http://schemas.microsoft.com/office/drawing/2014/main" id="{3F2007B6-3BFE-49C1-B5FB-48A975E0182B}"/>
              </a:ext>
            </a:extLst>
          </p:cNvPr>
          <p:cNvSpPr>
            <a:spLocks xmlns:a="http://schemas.openxmlformats.org/drawingml/2006/main" noGrp="1"/>
          </p:cNvSpPr>
          <p:nvPr/>
        </p:nvSpPr>
        <p:spPr>
          <a:xfrm xmlns:a="http://schemas.openxmlformats.org/drawingml/2006/main">
            <a:off x="6096000" y="1590675"/>
            <a:ext cx="952500" cy="857250"/>
          </a:xfrm>
          <a:prstGeom xmlns:a="http://schemas.openxmlformats.org/drawingml/2006/main" prst="roundRect">
            <a:avLst>
              <a:gd name="adj" fmla="val 8889"/>
            </a:avLst>
          </a:prstGeom>
          <a:solidFill xmlns:a="http://schemas.openxmlformats.org/drawingml/2006/main">
            <a:srgbClr val="123F50"/>
          </a:solidFill>
          <a:ln xmlns:a="http://schemas.openxmlformats.org/drawingml/2006/main" w="11430">
            <a:solidFill>
              <a:srgbClr val="123F50"/>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238" b="1">
                <a:solidFill>
                  <a:srgbClr val="FFFFFF"/>
                </a:solidFill>
                <a:latin typeface="Calibri"/>
                <a:ea typeface="Calibri"/>
                <a:cs typeface="Calibri"/>
              </a:defRPr>
            </a:defPPr>
            <a:lvl1pPr algn="ctr">
              <a:buNone/>
              <a:defRPr sz="1275" b="1">
                <a:solidFill>
                  <a:srgbClr val="FFFFFF"/>
                </a:solidFill>
                <a:latin typeface="Calibri"/>
                <a:ea typeface="Calibri"/>
                <a:cs typeface="Calibri"/>
              </a:defRPr>
            </a:lvl1pPr>
            <a:lvl2pPr algn="ctr">
              <a:buNone/>
              <a:defRPr sz="1275" b="1">
                <a:solidFill>
                  <a:srgbClr val="FFFFFF"/>
                </a:solidFill>
                <a:latin typeface="Calibri"/>
                <a:ea typeface="Calibri"/>
                <a:cs typeface="Calibri"/>
              </a:defRPr>
            </a:lvl2pPr>
            <a:lvl3pPr algn="ctr">
              <a:buNone/>
              <a:defRPr sz="1275" b="1">
                <a:solidFill>
                  <a:srgbClr val="FFFFFF"/>
                </a:solidFill>
                <a:latin typeface="Calibri"/>
                <a:ea typeface="Calibri"/>
                <a:cs typeface="Calibri"/>
              </a:defRPr>
            </a:lvl3pPr>
            <a:lvl4pPr algn="ctr">
              <a:buNone/>
              <a:defRPr sz="1275" b="1">
                <a:solidFill>
                  <a:srgbClr val="FFFFFF"/>
                </a:solidFill>
                <a:latin typeface="Calibri"/>
                <a:ea typeface="Calibri"/>
                <a:cs typeface="Calibri"/>
              </a:defRPr>
            </a:lvl4pPr>
            <a:lvl5pPr algn="ctr">
              <a:buNone/>
              <a:defRPr sz="1275" b="1">
                <a:solidFill>
                  <a:srgbClr val="FFFFFF"/>
                </a:solidFill>
                <a:latin typeface="Calibri"/>
                <a:ea typeface="Calibri"/>
                <a:cs typeface="Calibri"/>
              </a:defRPr>
            </a:lvl5pPr>
            <a:lvl6pPr algn="ctr">
              <a:buNone/>
              <a:defRPr sz="1275" b="1">
                <a:solidFill>
                  <a:srgbClr val="FFFFFF"/>
                </a:solidFill>
                <a:latin typeface="Calibri"/>
                <a:ea typeface="Calibri"/>
                <a:cs typeface="Calibri"/>
              </a:defRPr>
            </a:lvl6pPr>
            <a:lvl7pPr algn="ctr">
              <a:buNone/>
              <a:defRPr sz="1275" b="1">
                <a:solidFill>
                  <a:srgbClr val="FFFFFF"/>
                </a:solidFill>
                <a:latin typeface="Calibri"/>
                <a:ea typeface="Calibri"/>
                <a:cs typeface="Calibri"/>
              </a:defRPr>
            </a:lvl7pPr>
            <a:lvl8pPr algn="ctr">
              <a:buNone/>
              <a:defRPr sz="1275" b="1">
                <a:solidFill>
                  <a:srgbClr val="FFFFFF"/>
                </a:solidFill>
                <a:latin typeface="Calibri"/>
                <a:ea typeface="Calibri"/>
                <a:cs typeface="Calibri"/>
              </a:defRPr>
            </a:lvl8pPr>
            <a:lvl9pPr algn="ctr">
              <a:buNone/>
              <a:defRPr sz="1275" b="1">
                <a:solidFill>
                  <a:srgbClr val="FFFFFF"/>
                </a:solidFill>
                <a:latin typeface="Calibri"/>
                <a:ea typeface="Calibri"/>
                <a:cs typeface="Calibri"/>
              </a:defRPr>
            </a:lvl9pPr>
          </a:lstStyle>
          <a:p xmlns:a="http://schemas.openxmlformats.org/drawingml/2006/main">
            <a:pPr algn="ctr">
              <a:buNone/>
              <a:defRPr sz="1275" b="1">
                <a:solidFill>
                  <a:srgbClr val="FFFFFF"/>
                </a:solidFill>
                <a:latin typeface="Calibri"/>
                <a:ea typeface="Calibri"/>
                <a:cs typeface="Calibri"/>
              </a:defRPr>
            </a:pPr>
            <a:r>
              <a:rPr sz="1238" b="1">
                <a:solidFill>
                  <a:srgbClr val="FFFFFF"/>
                </a:solidFill>
                <a:latin typeface="Calibri"/>
                <a:ea typeface="Calibri"/>
                <a:cs typeface="Calibri"/>
              </a:rPr>
              <a:t>Risk band</a:t>
            </a:r>
          </a:p>
        </p:txBody>
      </p:sp>
      <p:sp>
        <p:nvSpPr>
          <p:cNvPr id="14" name="">
            <a:extLst xmlns:a="http://schemas.openxmlformats.org/drawingml/2006/main">
              <a:ext uri="{FF2B5EF4-FFF2-40B4-BE49-F238E27FC236}">
                <a16:creationId xmlns:a16="http://schemas.microsoft.com/office/drawing/2014/main" id="{3C239912-2BED-4FA0-8A34-2E22DB04D674}"/>
              </a:ext>
            </a:extLst>
          </p:cNvPr>
          <p:cNvSpPr>
            <a:spLocks xmlns:a="http://schemas.openxmlformats.org/drawingml/2006/main" noGrp="1"/>
          </p:cNvSpPr>
          <p:nvPr/>
        </p:nvSpPr>
        <p:spPr>
          <a:xfrm xmlns:a="http://schemas.openxmlformats.org/drawingml/2006/main">
            <a:off x="4438650" y="1866900"/>
            <a:ext cx="361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6451"/>
          </a:bodyPr>
          <a:lstStyle xmlns:a="http://schemas.openxmlformats.org/drawingml/2006/main">
            <a:defPPr algn="ctr">
              <a:defRPr sz="1800" b="1" i="0">
                <a:solidFill>
                  <a:srgbClr val="0D6F73"/>
                </a:solidFill>
                <a:latin typeface="Calibri"/>
                <a:ea typeface="Calibri"/>
                <a:cs typeface="Calibri"/>
              </a:defRPr>
            </a:defPPr>
            <a:lvl1pPr algn="ctr">
              <a:buNone/>
              <a:defRPr sz="1800" b="1" i="0">
                <a:solidFill>
                  <a:srgbClr val="0D6F73"/>
                </a:solidFill>
                <a:latin typeface="Calibri"/>
                <a:ea typeface="Calibri"/>
                <a:cs typeface="Calibri"/>
              </a:defRPr>
            </a:lvl1pPr>
            <a:lvl2pPr algn="ctr">
              <a:buNone/>
              <a:defRPr sz="1800" b="1" i="0">
                <a:solidFill>
                  <a:srgbClr val="0D6F73"/>
                </a:solidFill>
                <a:latin typeface="Calibri"/>
                <a:ea typeface="Calibri"/>
                <a:cs typeface="Calibri"/>
              </a:defRPr>
            </a:lvl2pPr>
            <a:lvl3pPr algn="ctr">
              <a:buNone/>
              <a:defRPr sz="1800" b="1" i="0">
                <a:solidFill>
                  <a:srgbClr val="0D6F73"/>
                </a:solidFill>
                <a:latin typeface="Calibri"/>
                <a:ea typeface="Calibri"/>
                <a:cs typeface="Calibri"/>
              </a:defRPr>
            </a:lvl3pPr>
            <a:lvl4pPr algn="ctr">
              <a:buNone/>
              <a:defRPr sz="1800" b="1" i="0">
                <a:solidFill>
                  <a:srgbClr val="0D6F73"/>
                </a:solidFill>
                <a:latin typeface="Calibri"/>
                <a:ea typeface="Calibri"/>
                <a:cs typeface="Calibri"/>
              </a:defRPr>
            </a:lvl4pPr>
            <a:lvl5pPr algn="ctr">
              <a:buNone/>
              <a:defRPr sz="1800" b="1" i="0">
                <a:solidFill>
                  <a:srgbClr val="0D6F73"/>
                </a:solidFill>
                <a:latin typeface="Calibri"/>
                <a:ea typeface="Calibri"/>
                <a:cs typeface="Calibri"/>
              </a:defRPr>
            </a:lvl5pPr>
            <a:lvl6pPr algn="ctr">
              <a:buNone/>
              <a:defRPr sz="1800" b="1" i="0">
                <a:solidFill>
                  <a:srgbClr val="0D6F73"/>
                </a:solidFill>
                <a:latin typeface="Calibri"/>
                <a:ea typeface="Calibri"/>
                <a:cs typeface="Calibri"/>
              </a:defRPr>
            </a:lvl6pPr>
            <a:lvl7pPr algn="ctr">
              <a:buNone/>
              <a:defRPr sz="1800" b="1" i="0">
                <a:solidFill>
                  <a:srgbClr val="0D6F73"/>
                </a:solidFill>
                <a:latin typeface="Calibri"/>
                <a:ea typeface="Calibri"/>
                <a:cs typeface="Calibri"/>
              </a:defRPr>
            </a:lvl7pPr>
            <a:lvl8pPr algn="ctr">
              <a:buNone/>
              <a:defRPr sz="1800" b="1" i="0">
                <a:solidFill>
                  <a:srgbClr val="0D6F73"/>
                </a:solidFill>
                <a:latin typeface="Calibri"/>
                <a:ea typeface="Calibri"/>
                <a:cs typeface="Calibri"/>
              </a:defRPr>
            </a:lvl8pPr>
            <a:lvl9pPr algn="ctr">
              <a:buNone/>
              <a:defRPr sz="1800" b="1" i="0">
                <a:solidFill>
                  <a:srgbClr val="0D6F73"/>
                </a:solidFill>
                <a:latin typeface="Calibri"/>
                <a:ea typeface="Calibri"/>
                <a:cs typeface="Calibri"/>
              </a:defRPr>
            </a:lvl9pPr>
          </a:lstStyle>
          <a:p xmlns:a="http://schemas.openxmlformats.org/drawingml/2006/main">
            <a:pPr algn="ctr">
              <a:lnSpc>
                <a:spcPct val="108000"/>
              </a:lnSpc>
              <a:buNone/>
              <a:defRPr sz="1800" b="1" i="0">
                <a:solidFill>
                  <a:srgbClr val="0D6F73"/>
                </a:solidFill>
                <a:latin typeface="Calibri"/>
                <a:ea typeface="Calibri"/>
                <a:cs typeface="Calibri"/>
              </a:defRPr>
            </a:pPr>
            <a:r>
              <a:rPr sz="1800" b="1" i="0">
                <a:solidFill>
                  <a:srgbClr val="0D6F73"/>
                </a:solidFill>
                <a:latin typeface="Calibri"/>
                <a:ea typeface="Calibri"/>
                <a:cs typeface="Calibri"/>
              </a:rPr>
              <a:t>→</a:t>
            </a:r>
          </a:p>
        </p:txBody>
      </p:sp>
      <p:sp>
        <p:nvSpPr>
          <p:cNvPr id="15" name="">
            <a:extLst xmlns:a="http://schemas.openxmlformats.org/drawingml/2006/main">
              <a:ext uri="{FF2B5EF4-FFF2-40B4-BE49-F238E27FC236}">
                <a16:creationId xmlns:a16="http://schemas.microsoft.com/office/drawing/2014/main" id="{AF8C1A64-9ECC-4F37-81DD-45FC862885DE}"/>
              </a:ext>
            </a:extLst>
          </p:cNvPr>
          <p:cNvSpPr>
            <a:spLocks xmlns:a="http://schemas.openxmlformats.org/drawingml/2006/main" noGrp="1"/>
          </p:cNvSpPr>
          <p:nvPr/>
        </p:nvSpPr>
        <p:spPr>
          <a:xfrm xmlns:a="http://schemas.openxmlformats.org/drawingml/2006/main">
            <a:off x="5762625" y="1866900"/>
            <a:ext cx="3143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6451"/>
          </a:bodyPr>
          <a:lstStyle xmlns:a="http://schemas.openxmlformats.org/drawingml/2006/main">
            <a:defPPr algn="ctr">
              <a:defRPr sz="1800" b="1" i="0">
                <a:solidFill>
                  <a:srgbClr val="0D6F73"/>
                </a:solidFill>
                <a:latin typeface="Calibri"/>
                <a:ea typeface="Calibri"/>
                <a:cs typeface="Calibri"/>
              </a:defRPr>
            </a:defPPr>
            <a:lvl1pPr algn="ctr">
              <a:buNone/>
              <a:defRPr sz="1800" b="1" i="0">
                <a:solidFill>
                  <a:srgbClr val="0D6F73"/>
                </a:solidFill>
                <a:latin typeface="Calibri"/>
                <a:ea typeface="Calibri"/>
                <a:cs typeface="Calibri"/>
              </a:defRPr>
            </a:lvl1pPr>
            <a:lvl2pPr algn="ctr">
              <a:buNone/>
              <a:defRPr sz="1800" b="1" i="0">
                <a:solidFill>
                  <a:srgbClr val="0D6F73"/>
                </a:solidFill>
                <a:latin typeface="Calibri"/>
                <a:ea typeface="Calibri"/>
                <a:cs typeface="Calibri"/>
              </a:defRPr>
            </a:lvl2pPr>
            <a:lvl3pPr algn="ctr">
              <a:buNone/>
              <a:defRPr sz="1800" b="1" i="0">
                <a:solidFill>
                  <a:srgbClr val="0D6F73"/>
                </a:solidFill>
                <a:latin typeface="Calibri"/>
                <a:ea typeface="Calibri"/>
                <a:cs typeface="Calibri"/>
              </a:defRPr>
            </a:lvl3pPr>
            <a:lvl4pPr algn="ctr">
              <a:buNone/>
              <a:defRPr sz="1800" b="1" i="0">
                <a:solidFill>
                  <a:srgbClr val="0D6F73"/>
                </a:solidFill>
                <a:latin typeface="Calibri"/>
                <a:ea typeface="Calibri"/>
                <a:cs typeface="Calibri"/>
              </a:defRPr>
            </a:lvl4pPr>
            <a:lvl5pPr algn="ctr">
              <a:buNone/>
              <a:defRPr sz="1800" b="1" i="0">
                <a:solidFill>
                  <a:srgbClr val="0D6F73"/>
                </a:solidFill>
                <a:latin typeface="Calibri"/>
                <a:ea typeface="Calibri"/>
                <a:cs typeface="Calibri"/>
              </a:defRPr>
            </a:lvl5pPr>
            <a:lvl6pPr algn="ctr">
              <a:buNone/>
              <a:defRPr sz="1800" b="1" i="0">
                <a:solidFill>
                  <a:srgbClr val="0D6F73"/>
                </a:solidFill>
                <a:latin typeface="Calibri"/>
                <a:ea typeface="Calibri"/>
                <a:cs typeface="Calibri"/>
              </a:defRPr>
            </a:lvl6pPr>
            <a:lvl7pPr algn="ctr">
              <a:buNone/>
              <a:defRPr sz="1800" b="1" i="0">
                <a:solidFill>
                  <a:srgbClr val="0D6F73"/>
                </a:solidFill>
                <a:latin typeface="Calibri"/>
                <a:ea typeface="Calibri"/>
                <a:cs typeface="Calibri"/>
              </a:defRPr>
            </a:lvl7pPr>
            <a:lvl8pPr algn="ctr">
              <a:buNone/>
              <a:defRPr sz="1800" b="1" i="0">
                <a:solidFill>
                  <a:srgbClr val="0D6F73"/>
                </a:solidFill>
                <a:latin typeface="Calibri"/>
                <a:ea typeface="Calibri"/>
                <a:cs typeface="Calibri"/>
              </a:defRPr>
            </a:lvl8pPr>
            <a:lvl9pPr algn="ctr">
              <a:buNone/>
              <a:defRPr sz="1800" b="1" i="0">
                <a:solidFill>
                  <a:srgbClr val="0D6F73"/>
                </a:solidFill>
                <a:latin typeface="Calibri"/>
                <a:ea typeface="Calibri"/>
                <a:cs typeface="Calibri"/>
              </a:defRPr>
            </a:lvl9pPr>
          </a:lstStyle>
          <a:p xmlns:a="http://schemas.openxmlformats.org/drawingml/2006/main">
            <a:pPr algn="ctr">
              <a:lnSpc>
                <a:spcPct val="108000"/>
              </a:lnSpc>
              <a:buNone/>
              <a:defRPr sz="1800" b="1" i="0">
                <a:solidFill>
                  <a:srgbClr val="0D6F73"/>
                </a:solidFill>
                <a:latin typeface="Calibri"/>
                <a:ea typeface="Calibri"/>
                <a:cs typeface="Calibri"/>
              </a:defRPr>
            </a:pPr>
            <a:r>
              <a:rPr sz="1800" b="1" i="0">
                <a:solidFill>
                  <a:srgbClr val="0D6F73"/>
                </a:solidFill>
                <a:latin typeface="Calibri"/>
                <a:ea typeface="Calibri"/>
                <a:cs typeface="Calibri"/>
              </a:rPr>
              <a:t>→</a:t>
            </a:r>
          </a:p>
        </p:txBody>
      </p:sp>
      <p:sp>
        <p:nvSpPr>
          <p:cNvPr id="16" name="">
            <a:extLst xmlns:a="http://schemas.openxmlformats.org/drawingml/2006/main">
              <a:ext uri="{FF2B5EF4-FFF2-40B4-BE49-F238E27FC236}">
                <a16:creationId xmlns:a16="http://schemas.microsoft.com/office/drawing/2014/main" id="{B51ADEFF-B30A-4382-89A9-BC26758BB0BC}"/>
              </a:ext>
            </a:extLst>
          </p:cNvPr>
          <p:cNvSpPr>
            <a:spLocks xmlns:a="http://schemas.openxmlformats.org/drawingml/2006/main" noGrp="1"/>
          </p:cNvSpPr>
          <p:nvPr/>
        </p:nvSpPr>
        <p:spPr>
          <a:xfrm xmlns:a="http://schemas.openxmlformats.org/drawingml/2006/main">
            <a:off x="3371850" y="2638425"/>
            <a:ext cx="36766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0" i="0">
                <a:solidFill>
                  <a:srgbClr val="263C45"/>
                </a:solidFill>
                <a:latin typeface="Calibri"/>
                <a:ea typeface="Calibri"/>
                <a:cs typeface="Calibri"/>
              </a:defRPr>
            </a:defPPr>
            <a:lvl1pPr algn="ctr">
              <a:buNone/>
              <a:defRPr sz="1125" b="0" i="0">
                <a:solidFill>
                  <a:srgbClr val="263C45"/>
                </a:solidFill>
                <a:latin typeface="Calibri"/>
                <a:ea typeface="Calibri"/>
                <a:cs typeface="Calibri"/>
              </a:defRPr>
            </a:lvl1pPr>
            <a:lvl2pPr algn="ctr">
              <a:buNone/>
              <a:defRPr sz="1125" b="0" i="0">
                <a:solidFill>
                  <a:srgbClr val="263C45"/>
                </a:solidFill>
                <a:latin typeface="Calibri"/>
                <a:ea typeface="Calibri"/>
                <a:cs typeface="Calibri"/>
              </a:defRPr>
            </a:lvl2pPr>
            <a:lvl3pPr algn="ctr">
              <a:buNone/>
              <a:defRPr sz="1125" b="0" i="0">
                <a:solidFill>
                  <a:srgbClr val="263C45"/>
                </a:solidFill>
                <a:latin typeface="Calibri"/>
                <a:ea typeface="Calibri"/>
                <a:cs typeface="Calibri"/>
              </a:defRPr>
            </a:lvl3pPr>
            <a:lvl4pPr algn="ctr">
              <a:buNone/>
              <a:defRPr sz="1125" b="0" i="0">
                <a:solidFill>
                  <a:srgbClr val="263C45"/>
                </a:solidFill>
                <a:latin typeface="Calibri"/>
                <a:ea typeface="Calibri"/>
                <a:cs typeface="Calibri"/>
              </a:defRPr>
            </a:lvl4pPr>
            <a:lvl5pPr algn="ctr">
              <a:buNone/>
              <a:defRPr sz="1125" b="0" i="0">
                <a:solidFill>
                  <a:srgbClr val="263C45"/>
                </a:solidFill>
                <a:latin typeface="Calibri"/>
                <a:ea typeface="Calibri"/>
                <a:cs typeface="Calibri"/>
              </a:defRPr>
            </a:lvl5pPr>
            <a:lvl6pPr algn="ctr">
              <a:buNone/>
              <a:defRPr sz="1125" b="0" i="0">
                <a:solidFill>
                  <a:srgbClr val="263C45"/>
                </a:solidFill>
                <a:latin typeface="Calibri"/>
                <a:ea typeface="Calibri"/>
                <a:cs typeface="Calibri"/>
              </a:defRPr>
            </a:lvl6pPr>
            <a:lvl7pPr algn="ctr">
              <a:buNone/>
              <a:defRPr sz="1125" b="0" i="0">
                <a:solidFill>
                  <a:srgbClr val="263C45"/>
                </a:solidFill>
                <a:latin typeface="Calibri"/>
                <a:ea typeface="Calibri"/>
                <a:cs typeface="Calibri"/>
              </a:defRPr>
            </a:lvl7pPr>
            <a:lvl8pPr algn="ctr">
              <a:buNone/>
              <a:defRPr sz="1125" b="0" i="0">
                <a:solidFill>
                  <a:srgbClr val="263C45"/>
                </a:solidFill>
                <a:latin typeface="Calibri"/>
                <a:ea typeface="Calibri"/>
                <a:cs typeface="Calibri"/>
              </a:defRPr>
            </a:lvl8pPr>
            <a:lvl9pPr algn="ctr">
              <a:buNone/>
              <a:defRPr sz="1125" b="0" i="0">
                <a:solidFill>
                  <a:srgbClr val="263C45"/>
                </a:solidFill>
                <a:latin typeface="Calibri"/>
                <a:ea typeface="Calibri"/>
                <a:cs typeface="Calibri"/>
              </a:defRPr>
            </a:lvl9pPr>
          </a:lstStyle>
          <a:p xmlns:a="http://schemas.openxmlformats.org/drawingml/2006/main">
            <a:pPr algn="ctr">
              <a:lnSpc>
                <a:spcPct val="108000"/>
              </a:lnSpc>
              <a:buNone/>
              <a:defRPr sz="1125" b="0" i="0">
                <a:solidFill>
                  <a:srgbClr val="263C45"/>
                </a:solidFill>
                <a:latin typeface="Calibri"/>
                <a:ea typeface="Calibri"/>
                <a:cs typeface="Calibri"/>
              </a:defRPr>
            </a:pPr>
            <a:r>
              <a:rPr sz="1125" b="0" i="0">
                <a:solidFill>
                  <a:srgbClr val="263C45"/>
                </a:solidFill>
                <a:latin typeface="Calibri"/>
                <a:ea typeface="Calibri"/>
                <a:cs typeface="Calibri"/>
              </a:rPr>
              <a:t>Overall risk also considers rhythm severity and a rule-based blood-pressure trend.</a:t>
            </a:r>
          </a:p>
        </p:txBody>
      </p:sp>
      <p:sp>
        <p:nvSpPr>
          <p:cNvPr id="17" name="">
            <a:extLst xmlns:a="http://schemas.openxmlformats.org/drawingml/2006/main">
              <a:ext uri="{FF2B5EF4-FFF2-40B4-BE49-F238E27FC236}">
                <a16:creationId xmlns:a16="http://schemas.microsoft.com/office/drawing/2014/main" id="{9646A9A8-CF52-40BC-A3D2-B2CBD2BFF7F2}"/>
              </a:ext>
            </a:extLst>
          </p:cNvPr>
          <p:cNvSpPr>
            <a:spLocks xmlns:a="http://schemas.openxmlformats.org/drawingml/2006/main" noGrp="1"/>
          </p:cNvSpPr>
          <p:nvPr/>
        </p:nvSpPr>
        <p:spPr>
          <a:xfrm xmlns:a="http://schemas.openxmlformats.org/drawingml/2006/main">
            <a:off x="3381375" y="3400425"/>
            <a:ext cx="857250" cy="333375"/>
          </a:xfrm>
          <a:prstGeom xmlns:a="http://schemas.openxmlformats.org/drawingml/2006/main" prst="roundRect">
            <a:avLst>
              <a:gd name="adj" fmla="val 17143"/>
            </a:avLst>
          </a:prstGeom>
          <a:solidFill xmlns:a="http://schemas.openxmlformats.org/drawingml/2006/main">
            <a:srgbClr val="4D8A68"/>
          </a:solidFill>
          <a:ln xmlns:a="http://schemas.openxmlformats.org/drawingml/2006/main" w="11430">
            <a:solidFill>
              <a:srgbClr val="4D8A68"/>
            </a:solidFill>
            <a:prstDash val="solid"/>
          </a:ln>
        </p:spPr>
        <p:txBody>
          <a:bodyPr xmlns:a="http://schemas.openxmlformats.org/drawingml/2006/main" wrap="square" lIns="95250" tIns="76200" rIns="95250" bIns="76200" anchor="ctr">
            <a:normAutofit fontScale="92174"/>
          </a:bodyPr>
          <a:lstStyle xmlns:a="http://schemas.openxmlformats.org/drawingml/2006/main">
            <a:defPPr algn="ctr">
              <a:defRPr sz="1050" b="1">
                <a:solidFill>
                  <a:srgbClr val="FFFFFF"/>
                </a:solidFill>
                <a:latin typeface="Calibri"/>
                <a:ea typeface="Calibri"/>
                <a:cs typeface="Calibri"/>
              </a:defRPr>
            </a:defPPr>
            <a:lvl1pPr algn="ctr">
              <a:buNone/>
              <a:defRPr sz="975" b="1">
                <a:solidFill>
                  <a:srgbClr val="FFFFFF"/>
                </a:solidFill>
                <a:latin typeface="Calibri"/>
                <a:ea typeface="Calibri"/>
                <a:cs typeface="Calibri"/>
              </a:defRPr>
            </a:lvl1pPr>
            <a:lvl2pPr algn="ctr">
              <a:buNone/>
              <a:defRPr sz="975" b="1">
                <a:solidFill>
                  <a:srgbClr val="FFFFFF"/>
                </a:solidFill>
                <a:latin typeface="Calibri"/>
                <a:ea typeface="Calibri"/>
                <a:cs typeface="Calibri"/>
              </a:defRPr>
            </a:lvl2pPr>
            <a:lvl3pPr algn="ctr">
              <a:buNone/>
              <a:defRPr sz="975" b="1">
                <a:solidFill>
                  <a:srgbClr val="FFFFFF"/>
                </a:solidFill>
                <a:latin typeface="Calibri"/>
                <a:ea typeface="Calibri"/>
                <a:cs typeface="Calibri"/>
              </a:defRPr>
            </a:lvl3pPr>
            <a:lvl4pPr algn="ctr">
              <a:buNone/>
              <a:defRPr sz="975" b="1">
                <a:solidFill>
                  <a:srgbClr val="FFFFFF"/>
                </a:solidFill>
                <a:latin typeface="Calibri"/>
                <a:ea typeface="Calibri"/>
                <a:cs typeface="Calibri"/>
              </a:defRPr>
            </a:lvl4pPr>
            <a:lvl5pPr algn="ctr">
              <a:buNone/>
              <a:defRPr sz="975" b="1">
                <a:solidFill>
                  <a:srgbClr val="FFFFFF"/>
                </a:solidFill>
                <a:latin typeface="Calibri"/>
                <a:ea typeface="Calibri"/>
                <a:cs typeface="Calibri"/>
              </a:defRPr>
            </a:lvl5pPr>
            <a:lvl6pPr algn="ctr">
              <a:buNone/>
              <a:defRPr sz="975" b="1">
                <a:solidFill>
                  <a:srgbClr val="FFFFFF"/>
                </a:solidFill>
                <a:latin typeface="Calibri"/>
                <a:ea typeface="Calibri"/>
                <a:cs typeface="Calibri"/>
              </a:defRPr>
            </a:lvl6pPr>
            <a:lvl7pPr algn="ctr">
              <a:buNone/>
              <a:defRPr sz="975" b="1">
                <a:solidFill>
                  <a:srgbClr val="FFFFFF"/>
                </a:solidFill>
                <a:latin typeface="Calibri"/>
                <a:ea typeface="Calibri"/>
                <a:cs typeface="Calibri"/>
              </a:defRPr>
            </a:lvl7pPr>
            <a:lvl8pPr algn="ctr">
              <a:buNone/>
              <a:defRPr sz="975" b="1">
                <a:solidFill>
                  <a:srgbClr val="FFFFFF"/>
                </a:solidFill>
                <a:latin typeface="Calibri"/>
                <a:ea typeface="Calibri"/>
                <a:cs typeface="Calibri"/>
              </a:defRPr>
            </a:lvl8pPr>
            <a:lvl9pPr algn="ctr">
              <a:buNone/>
              <a:defRPr sz="975" b="1">
                <a:solidFill>
                  <a:srgbClr val="FFFFFF"/>
                </a:solidFill>
                <a:latin typeface="Calibri"/>
                <a:ea typeface="Calibri"/>
                <a:cs typeface="Calibri"/>
              </a:defRPr>
            </a:lvl9pPr>
          </a:lstStyle>
          <a:p xmlns:a="http://schemas.openxmlformats.org/drawingml/2006/main">
            <a:pPr algn="ctr">
              <a:buNone/>
              <a:defRPr sz="975" b="1">
                <a:solidFill>
                  <a:srgbClr val="FFFFFF"/>
                </a:solidFill>
                <a:latin typeface="Calibri"/>
                <a:ea typeface="Calibri"/>
                <a:cs typeface="Calibri"/>
              </a:defRPr>
            </a:pPr>
            <a:r>
              <a:rPr sz="1050" b="1">
                <a:solidFill>
                  <a:srgbClr val="FFFFFF"/>
                </a:solidFill>
                <a:latin typeface="Calibri"/>
                <a:ea typeface="Calibri"/>
                <a:cs typeface="Calibri"/>
              </a:rPr>
              <a:t>LOW</a:t>
            </a:r>
          </a:p>
        </p:txBody>
      </p:sp>
      <p:sp>
        <p:nvSpPr>
          <p:cNvPr id="18" name="">
            <a:extLst xmlns:a="http://schemas.openxmlformats.org/drawingml/2006/main">
              <a:ext uri="{FF2B5EF4-FFF2-40B4-BE49-F238E27FC236}">
                <a16:creationId xmlns:a16="http://schemas.microsoft.com/office/drawing/2014/main" id="{4FC36598-BB2F-4CAC-9E55-665312CF554D}"/>
              </a:ext>
            </a:extLst>
          </p:cNvPr>
          <p:cNvSpPr>
            <a:spLocks xmlns:a="http://schemas.openxmlformats.org/drawingml/2006/main" noGrp="1"/>
          </p:cNvSpPr>
          <p:nvPr/>
        </p:nvSpPr>
        <p:spPr>
          <a:xfrm xmlns:a="http://schemas.openxmlformats.org/drawingml/2006/main">
            <a:off x="4314825" y="3400425"/>
            <a:ext cx="857250" cy="333375"/>
          </a:xfrm>
          <a:prstGeom xmlns:a="http://schemas.openxmlformats.org/drawingml/2006/main" prst="roundRect">
            <a:avLst>
              <a:gd name="adj" fmla="val 17143"/>
            </a:avLst>
          </a:prstGeom>
          <a:solidFill xmlns:a="http://schemas.openxmlformats.org/drawingml/2006/main">
            <a:srgbClr val="D99A37"/>
          </a:solidFill>
          <a:ln xmlns:a="http://schemas.openxmlformats.org/drawingml/2006/main" w="11430">
            <a:solidFill>
              <a:srgbClr val="D99A37"/>
            </a:solidFill>
            <a:prstDash val="solid"/>
          </a:ln>
        </p:spPr>
        <p:txBody>
          <a:bodyPr xmlns:a="http://schemas.openxmlformats.org/drawingml/2006/main" wrap="square" lIns="95250" tIns="76200" rIns="95250" bIns="76200" anchor="ctr">
            <a:normAutofit fontScale="92174"/>
          </a:bodyPr>
          <a:lstStyle xmlns:a="http://schemas.openxmlformats.org/drawingml/2006/main">
            <a:defPPr algn="ctr">
              <a:defRPr sz="1050" b="1">
                <a:solidFill>
                  <a:srgbClr val="FFFFFF"/>
                </a:solidFill>
                <a:latin typeface="Calibri"/>
                <a:ea typeface="Calibri"/>
                <a:cs typeface="Calibri"/>
              </a:defRPr>
            </a:defPPr>
            <a:lvl1pPr algn="ctr">
              <a:buNone/>
              <a:defRPr sz="975" b="1">
                <a:solidFill>
                  <a:srgbClr val="FFFFFF"/>
                </a:solidFill>
                <a:latin typeface="Calibri"/>
                <a:ea typeface="Calibri"/>
                <a:cs typeface="Calibri"/>
              </a:defRPr>
            </a:lvl1pPr>
            <a:lvl2pPr algn="ctr">
              <a:buNone/>
              <a:defRPr sz="975" b="1">
                <a:solidFill>
                  <a:srgbClr val="FFFFFF"/>
                </a:solidFill>
                <a:latin typeface="Calibri"/>
                <a:ea typeface="Calibri"/>
                <a:cs typeface="Calibri"/>
              </a:defRPr>
            </a:lvl2pPr>
            <a:lvl3pPr algn="ctr">
              <a:buNone/>
              <a:defRPr sz="975" b="1">
                <a:solidFill>
                  <a:srgbClr val="FFFFFF"/>
                </a:solidFill>
                <a:latin typeface="Calibri"/>
                <a:ea typeface="Calibri"/>
                <a:cs typeface="Calibri"/>
              </a:defRPr>
            </a:lvl3pPr>
            <a:lvl4pPr algn="ctr">
              <a:buNone/>
              <a:defRPr sz="975" b="1">
                <a:solidFill>
                  <a:srgbClr val="FFFFFF"/>
                </a:solidFill>
                <a:latin typeface="Calibri"/>
                <a:ea typeface="Calibri"/>
                <a:cs typeface="Calibri"/>
              </a:defRPr>
            </a:lvl4pPr>
            <a:lvl5pPr algn="ctr">
              <a:buNone/>
              <a:defRPr sz="975" b="1">
                <a:solidFill>
                  <a:srgbClr val="FFFFFF"/>
                </a:solidFill>
                <a:latin typeface="Calibri"/>
                <a:ea typeface="Calibri"/>
                <a:cs typeface="Calibri"/>
              </a:defRPr>
            </a:lvl5pPr>
            <a:lvl6pPr algn="ctr">
              <a:buNone/>
              <a:defRPr sz="975" b="1">
                <a:solidFill>
                  <a:srgbClr val="FFFFFF"/>
                </a:solidFill>
                <a:latin typeface="Calibri"/>
                <a:ea typeface="Calibri"/>
                <a:cs typeface="Calibri"/>
              </a:defRPr>
            </a:lvl6pPr>
            <a:lvl7pPr algn="ctr">
              <a:buNone/>
              <a:defRPr sz="975" b="1">
                <a:solidFill>
                  <a:srgbClr val="FFFFFF"/>
                </a:solidFill>
                <a:latin typeface="Calibri"/>
                <a:ea typeface="Calibri"/>
                <a:cs typeface="Calibri"/>
              </a:defRPr>
            </a:lvl7pPr>
            <a:lvl8pPr algn="ctr">
              <a:buNone/>
              <a:defRPr sz="975" b="1">
                <a:solidFill>
                  <a:srgbClr val="FFFFFF"/>
                </a:solidFill>
                <a:latin typeface="Calibri"/>
                <a:ea typeface="Calibri"/>
                <a:cs typeface="Calibri"/>
              </a:defRPr>
            </a:lvl8pPr>
            <a:lvl9pPr algn="ctr">
              <a:buNone/>
              <a:defRPr sz="975" b="1">
                <a:solidFill>
                  <a:srgbClr val="FFFFFF"/>
                </a:solidFill>
                <a:latin typeface="Calibri"/>
                <a:ea typeface="Calibri"/>
                <a:cs typeface="Calibri"/>
              </a:defRPr>
            </a:lvl9pPr>
          </a:lstStyle>
          <a:p xmlns:a="http://schemas.openxmlformats.org/drawingml/2006/main">
            <a:pPr algn="ctr">
              <a:buNone/>
              <a:defRPr sz="975" b="1">
                <a:solidFill>
                  <a:srgbClr val="FFFFFF"/>
                </a:solidFill>
                <a:latin typeface="Calibri"/>
                <a:ea typeface="Calibri"/>
                <a:cs typeface="Calibri"/>
              </a:defRPr>
            </a:pPr>
            <a:r>
              <a:rPr sz="1050" b="1">
                <a:solidFill>
                  <a:srgbClr val="FFFFFF"/>
                </a:solidFill>
                <a:latin typeface="Calibri"/>
                <a:ea typeface="Calibri"/>
                <a:cs typeface="Calibri"/>
              </a:rPr>
              <a:t>MODERATE</a:t>
            </a:r>
          </a:p>
        </p:txBody>
      </p:sp>
      <p:sp>
        <p:nvSpPr>
          <p:cNvPr id="19" name="">
            <a:extLst xmlns:a="http://schemas.openxmlformats.org/drawingml/2006/main">
              <a:ext uri="{FF2B5EF4-FFF2-40B4-BE49-F238E27FC236}">
                <a16:creationId xmlns:a16="http://schemas.microsoft.com/office/drawing/2014/main" id="{B79BCAA0-EA1E-4EC0-97AA-EE327D0C5C4C}"/>
              </a:ext>
            </a:extLst>
          </p:cNvPr>
          <p:cNvSpPr>
            <a:spLocks xmlns:a="http://schemas.openxmlformats.org/drawingml/2006/main" noGrp="1"/>
          </p:cNvSpPr>
          <p:nvPr/>
        </p:nvSpPr>
        <p:spPr>
          <a:xfrm xmlns:a="http://schemas.openxmlformats.org/drawingml/2006/main">
            <a:off x="5248275" y="3400425"/>
            <a:ext cx="857250" cy="333375"/>
          </a:xfrm>
          <a:prstGeom xmlns:a="http://schemas.openxmlformats.org/drawingml/2006/main" prst="roundRect">
            <a:avLst>
              <a:gd name="adj" fmla="val 17143"/>
            </a:avLst>
          </a:prstGeom>
          <a:solidFill xmlns:a="http://schemas.openxmlformats.org/drawingml/2006/main">
            <a:srgbClr val="D86F42"/>
          </a:solidFill>
          <a:ln xmlns:a="http://schemas.openxmlformats.org/drawingml/2006/main" w="11430">
            <a:solidFill>
              <a:srgbClr val="D86F42"/>
            </a:solidFill>
            <a:prstDash val="solid"/>
          </a:ln>
        </p:spPr>
        <p:txBody>
          <a:bodyPr xmlns:a="http://schemas.openxmlformats.org/drawingml/2006/main" wrap="square" lIns="95250" tIns="76200" rIns="95250" bIns="76200" anchor="ctr">
            <a:normAutofit fontScale="92174"/>
          </a:bodyPr>
          <a:lstStyle xmlns:a="http://schemas.openxmlformats.org/drawingml/2006/main">
            <a:defPPr algn="ctr">
              <a:defRPr sz="1050" b="1">
                <a:solidFill>
                  <a:srgbClr val="FFFFFF"/>
                </a:solidFill>
                <a:latin typeface="Calibri"/>
                <a:ea typeface="Calibri"/>
                <a:cs typeface="Calibri"/>
              </a:defRPr>
            </a:defPPr>
            <a:lvl1pPr algn="ctr">
              <a:buNone/>
              <a:defRPr sz="975" b="1">
                <a:solidFill>
                  <a:srgbClr val="FFFFFF"/>
                </a:solidFill>
                <a:latin typeface="Calibri"/>
                <a:ea typeface="Calibri"/>
                <a:cs typeface="Calibri"/>
              </a:defRPr>
            </a:lvl1pPr>
            <a:lvl2pPr algn="ctr">
              <a:buNone/>
              <a:defRPr sz="975" b="1">
                <a:solidFill>
                  <a:srgbClr val="FFFFFF"/>
                </a:solidFill>
                <a:latin typeface="Calibri"/>
                <a:ea typeface="Calibri"/>
                <a:cs typeface="Calibri"/>
              </a:defRPr>
            </a:lvl2pPr>
            <a:lvl3pPr algn="ctr">
              <a:buNone/>
              <a:defRPr sz="975" b="1">
                <a:solidFill>
                  <a:srgbClr val="FFFFFF"/>
                </a:solidFill>
                <a:latin typeface="Calibri"/>
                <a:ea typeface="Calibri"/>
                <a:cs typeface="Calibri"/>
              </a:defRPr>
            </a:lvl3pPr>
            <a:lvl4pPr algn="ctr">
              <a:buNone/>
              <a:defRPr sz="975" b="1">
                <a:solidFill>
                  <a:srgbClr val="FFFFFF"/>
                </a:solidFill>
                <a:latin typeface="Calibri"/>
                <a:ea typeface="Calibri"/>
                <a:cs typeface="Calibri"/>
              </a:defRPr>
            </a:lvl4pPr>
            <a:lvl5pPr algn="ctr">
              <a:buNone/>
              <a:defRPr sz="975" b="1">
                <a:solidFill>
                  <a:srgbClr val="FFFFFF"/>
                </a:solidFill>
                <a:latin typeface="Calibri"/>
                <a:ea typeface="Calibri"/>
                <a:cs typeface="Calibri"/>
              </a:defRPr>
            </a:lvl5pPr>
            <a:lvl6pPr algn="ctr">
              <a:buNone/>
              <a:defRPr sz="975" b="1">
                <a:solidFill>
                  <a:srgbClr val="FFFFFF"/>
                </a:solidFill>
                <a:latin typeface="Calibri"/>
                <a:ea typeface="Calibri"/>
                <a:cs typeface="Calibri"/>
              </a:defRPr>
            </a:lvl6pPr>
            <a:lvl7pPr algn="ctr">
              <a:buNone/>
              <a:defRPr sz="975" b="1">
                <a:solidFill>
                  <a:srgbClr val="FFFFFF"/>
                </a:solidFill>
                <a:latin typeface="Calibri"/>
                <a:ea typeface="Calibri"/>
                <a:cs typeface="Calibri"/>
              </a:defRPr>
            </a:lvl7pPr>
            <a:lvl8pPr algn="ctr">
              <a:buNone/>
              <a:defRPr sz="975" b="1">
                <a:solidFill>
                  <a:srgbClr val="FFFFFF"/>
                </a:solidFill>
                <a:latin typeface="Calibri"/>
                <a:ea typeface="Calibri"/>
                <a:cs typeface="Calibri"/>
              </a:defRPr>
            </a:lvl8pPr>
            <a:lvl9pPr algn="ctr">
              <a:buNone/>
              <a:defRPr sz="975" b="1">
                <a:solidFill>
                  <a:srgbClr val="FFFFFF"/>
                </a:solidFill>
                <a:latin typeface="Calibri"/>
                <a:ea typeface="Calibri"/>
                <a:cs typeface="Calibri"/>
              </a:defRPr>
            </a:lvl9pPr>
          </a:lstStyle>
          <a:p xmlns:a="http://schemas.openxmlformats.org/drawingml/2006/main">
            <a:pPr algn="ctr">
              <a:buNone/>
              <a:defRPr sz="975" b="1">
                <a:solidFill>
                  <a:srgbClr val="FFFFFF"/>
                </a:solidFill>
                <a:latin typeface="Calibri"/>
                <a:ea typeface="Calibri"/>
                <a:cs typeface="Calibri"/>
              </a:defRPr>
            </a:pPr>
            <a:r>
              <a:rPr sz="1050" b="1">
                <a:solidFill>
                  <a:srgbClr val="FFFFFF"/>
                </a:solidFill>
                <a:latin typeface="Calibri"/>
                <a:ea typeface="Calibri"/>
                <a:cs typeface="Calibri"/>
              </a:rPr>
              <a:t>HIGH</a:t>
            </a:r>
          </a:p>
        </p:txBody>
      </p:sp>
      <p:sp>
        <p:nvSpPr>
          <p:cNvPr id="20" name="">
            <a:extLst xmlns:a="http://schemas.openxmlformats.org/drawingml/2006/main">
              <a:ext uri="{FF2B5EF4-FFF2-40B4-BE49-F238E27FC236}">
                <a16:creationId xmlns:a16="http://schemas.microsoft.com/office/drawing/2014/main" id="{C59B1DAC-FC48-48DF-B779-8ABA61EC1D39}"/>
              </a:ext>
            </a:extLst>
          </p:cNvPr>
          <p:cNvSpPr>
            <a:spLocks xmlns:a="http://schemas.openxmlformats.org/drawingml/2006/main" noGrp="1"/>
          </p:cNvSpPr>
          <p:nvPr/>
        </p:nvSpPr>
        <p:spPr>
          <a:xfrm xmlns:a="http://schemas.openxmlformats.org/drawingml/2006/main">
            <a:off x="6181725" y="3400425"/>
            <a:ext cx="857250" cy="333375"/>
          </a:xfrm>
          <a:prstGeom xmlns:a="http://schemas.openxmlformats.org/drawingml/2006/main" prst="roundRect">
            <a:avLst>
              <a:gd name="adj" fmla="val 17143"/>
            </a:avLst>
          </a:prstGeom>
          <a:solidFill xmlns:a="http://schemas.openxmlformats.org/drawingml/2006/main">
            <a:srgbClr val="B94B4B"/>
          </a:solidFill>
          <a:ln xmlns:a="http://schemas.openxmlformats.org/drawingml/2006/main" w="11430">
            <a:solidFill>
              <a:srgbClr val="B94B4B"/>
            </a:solidFill>
            <a:prstDash val="solid"/>
          </a:ln>
        </p:spPr>
        <p:txBody>
          <a:bodyPr xmlns:a="http://schemas.openxmlformats.org/drawingml/2006/main" wrap="square" lIns="95250" tIns="76200" rIns="95250" bIns="76200" anchor="ctr">
            <a:normAutofit fontScale="92174"/>
          </a:bodyPr>
          <a:lstStyle xmlns:a="http://schemas.openxmlformats.org/drawingml/2006/main">
            <a:defPPr algn="ctr">
              <a:defRPr sz="1050" b="1">
                <a:solidFill>
                  <a:srgbClr val="FFFFFF"/>
                </a:solidFill>
                <a:latin typeface="Calibri"/>
                <a:ea typeface="Calibri"/>
                <a:cs typeface="Calibri"/>
              </a:defRPr>
            </a:defPPr>
            <a:lvl1pPr algn="ctr">
              <a:buNone/>
              <a:defRPr sz="975" b="1">
                <a:solidFill>
                  <a:srgbClr val="FFFFFF"/>
                </a:solidFill>
                <a:latin typeface="Calibri"/>
                <a:ea typeface="Calibri"/>
                <a:cs typeface="Calibri"/>
              </a:defRPr>
            </a:lvl1pPr>
            <a:lvl2pPr algn="ctr">
              <a:buNone/>
              <a:defRPr sz="975" b="1">
                <a:solidFill>
                  <a:srgbClr val="FFFFFF"/>
                </a:solidFill>
                <a:latin typeface="Calibri"/>
                <a:ea typeface="Calibri"/>
                <a:cs typeface="Calibri"/>
              </a:defRPr>
            </a:lvl2pPr>
            <a:lvl3pPr algn="ctr">
              <a:buNone/>
              <a:defRPr sz="975" b="1">
                <a:solidFill>
                  <a:srgbClr val="FFFFFF"/>
                </a:solidFill>
                <a:latin typeface="Calibri"/>
                <a:ea typeface="Calibri"/>
                <a:cs typeface="Calibri"/>
              </a:defRPr>
            </a:lvl3pPr>
            <a:lvl4pPr algn="ctr">
              <a:buNone/>
              <a:defRPr sz="975" b="1">
                <a:solidFill>
                  <a:srgbClr val="FFFFFF"/>
                </a:solidFill>
                <a:latin typeface="Calibri"/>
                <a:ea typeface="Calibri"/>
                <a:cs typeface="Calibri"/>
              </a:defRPr>
            </a:lvl4pPr>
            <a:lvl5pPr algn="ctr">
              <a:buNone/>
              <a:defRPr sz="975" b="1">
                <a:solidFill>
                  <a:srgbClr val="FFFFFF"/>
                </a:solidFill>
                <a:latin typeface="Calibri"/>
                <a:ea typeface="Calibri"/>
                <a:cs typeface="Calibri"/>
              </a:defRPr>
            </a:lvl5pPr>
            <a:lvl6pPr algn="ctr">
              <a:buNone/>
              <a:defRPr sz="975" b="1">
                <a:solidFill>
                  <a:srgbClr val="FFFFFF"/>
                </a:solidFill>
                <a:latin typeface="Calibri"/>
                <a:ea typeface="Calibri"/>
                <a:cs typeface="Calibri"/>
              </a:defRPr>
            </a:lvl6pPr>
            <a:lvl7pPr algn="ctr">
              <a:buNone/>
              <a:defRPr sz="975" b="1">
                <a:solidFill>
                  <a:srgbClr val="FFFFFF"/>
                </a:solidFill>
                <a:latin typeface="Calibri"/>
                <a:ea typeface="Calibri"/>
                <a:cs typeface="Calibri"/>
              </a:defRPr>
            </a:lvl7pPr>
            <a:lvl8pPr algn="ctr">
              <a:buNone/>
              <a:defRPr sz="975" b="1">
                <a:solidFill>
                  <a:srgbClr val="FFFFFF"/>
                </a:solidFill>
                <a:latin typeface="Calibri"/>
                <a:ea typeface="Calibri"/>
                <a:cs typeface="Calibri"/>
              </a:defRPr>
            </a:lvl8pPr>
            <a:lvl9pPr algn="ctr">
              <a:buNone/>
              <a:defRPr sz="975" b="1">
                <a:solidFill>
                  <a:srgbClr val="FFFFFF"/>
                </a:solidFill>
                <a:latin typeface="Calibri"/>
                <a:ea typeface="Calibri"/>
                <a:cs typeface="Calibri"/>
              </a:defRPr>
            </a:lvl9pPr>
          </a:lstStyle>
          <a:p xmlns:a="http://schemas.openxmlformats.org/drawingml/2006/main">
            <a:pPr algn="ctr">
              <a:buNone/>
              <a:defRPr sz="975" b="1">
                <a:solidFill>
                  <a:srgbClr val="FFFFFF"/>
                </a:solidFill>
                <a:latin typeface="Calibri"/>
                <a:ea typeface="Calibri"/>
                <a:cs typeface="Calibri"/>
              </a:defRPr>
            </a:pPr>
            <a:r>
              <a:rPr sz="1050" b="1">
                <a:solidFill>
                  <a:srgbClr val="FFFFFF"/>
                </a:solidFill>
                <a:latin typeface="Calibri"/>
                <a:ea typeface="Calibri"/>
                <a:cs typeface="Calibri"/>
              </a:rPr>
              <a:t>CRITICAL</a:t>
            </a:r>
          </a:p>
        </p:txBody>
      </p:sp>
      <p:sp>
        <p:nvSpPr>
          <p:cNvPr id="21" name="">
            <a:extLst xmlns:a="http://schemas.openxmlformats.org/drawingml/2006/main">
              <a:ext uri="{FF2B5EF4-FFF2-40B4-BE49-F238E27FC236}">
                <a16:creationId xmlns:a16="http://schemas.microsoft.com/office/drawing/2014/main" id="{5D07034D-B205-4236-A0FF-A820B9859699}"/>
              </a:ext>
            </a:extLst>
          </p:cNvPr>
          <p:cNvSpPr>
            <a:spLocks xmlns:a="http://schemas.openxmlformats.org/drawingml/2006/main" noGrp="1"/>
          </p:cNvSpPr>
          <p:nvPr/>
        </p:nvSpPr>
        <p:spPr>
          <a:xfrm xmlns:a="http://schemas.openxmlformats.org/drawingml/2006/main">
            <a:off x="971550" y="4105275"/>
            <a:ext cx="55530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i="0">
                <a:solidFill>
                  <a:srgbClr val="B8404A"/>
                </a:solidFill>
                <a:latin typeface="Calibri"/>
                <a:ea typeface="Calibri"/>
                <a:cs typeface="Calibri"/>
              </a:defRPr>
            </a:defPPr>
            <a:lvl1pPr algn="ctr">
              <a:buNone/>
              <a:defRPr sz="1425" b="1" i="0">
                <a:solidFill>
                  <a:srgbClr val="B94B4B"/>
                </a:solidFill>
                <a:latin typeface="Calibri"/>
                <a:ea typeface="Calibri"/>
                <a:cs typeface="Calibri"/>
              </a:defRPr>
            </a:lvl1pPr>
            <a:lvl2pPr algn="ctr">
              <a:buNone/>
              <a:defRPr sz="1425" b="1" i="0">
                <a:solidFill>
                  <a:srgbClr val="B94B4B"/>
                </a:solidFill>
                <a:latin typeface="Calibri"/>
                <a:ea typeface="Calibri"/>
                <a:cs typeface="Calibri"/>
              </a:defRPr>
            </a:lvl2pPr>
            <a:lvl3pPr algn="ctr">
              <a:buNone/>
              <a:defRPr sz="1425" b="1" i="0">
                <a:solidFill>
                  <a:srgbClr val="B94B4B"/>
                </a:solidFill>
                <a:latin typeface="Calibri"/>
                <a:ea typeface="Calibri"/>
                <a:cs typeface="Calibri"/>
              </a:defRPr>
            </a:lvl3pPr>
            <a:lvl4pPr algn="ctr">
              <a:buNone/>
              <a:defRPr sz="1425" b="1" i="0">
                <a:solidFill>
                  <a:srgbClr val="B94B4B"/>
                </a:solidFill>
                <a:latin typeface="Calibri"/>
                <a:ea typeface="Calibri"/>
                <a:cs typeface="Calibri"/>
              </a:defRPr>
            </a:lvl4pPr>
            <a:lvl5pPr algn="ctr">
              <a:buNone/>
              <a:defRPr sz="1425" b="1" i="0">
                <a:solidFill>
                  <a:srgbClr val="B94B4B"/>
                </a:solidFill>
                <a:latin typeface="Calibri"/>
                <a:ea typeface="Calibri"/>
                <a:cs typeface="Calibri"/>
              </a:defRPr>
            </a:lvl5pPr>
            <a:lvl6pPr algn="ctr">
              <a:buNone/>
              <a:defRPr sz="1425" b="1" i="0">
                <a:solidFill>
                  <a:srgbClr val="B94B4B"/>
                </a:solidFill>
                <a:latin typeface="Calibri"/>
                <a:ea typeface="Calibri"/>
                <a:cs typeface="Calibri"/>
              </a:defRPr>
            </a:lvl6pPr>
            <a:lvl7pPr algn="ctr">
              <a:buNone/>
              <a:defRPr sz="1425" b="1" i="0">
                <a:solidFill>
                  <a:srgbClr val="B94B4B"/>
                </a:solidFill>
                <a:latin typeface="Calibri"/>
                <a:ea typeface="Calibri"/>
                <a:cs typeface="Calibri"/>
              </a:defRPr>
            </a:lvl7pPr>
            <a:lvl8pPr algn="ctr">
              <a:buNone/>
              <a:defRPr sz="1425" b="1" i="0">
                <a:solidFill>
                  <a:srgbClr val="B94B4B"/>
                </a:solidFill>
                <a:latin typeface="Calibri"/>
                <a:ea typeface="Calibri"/>
                <a:cs typeface="Calibri"/>
              </a:defRPr>
            </a:lvl8pPr>
            <a:lvl9pPr algn="ctr">
              <a:buNone/>
              <a:defRPr sz="1425" b="1" i="0">
                <a:solidFill>
                  <a:srgbClr val="B94B4B"/>
                </a:solidFill>
                <a:latin typeface="Calibri"/>
                <a:ea typeface="Calibri"/>
                <a:cs typeface="Calibri"/>
              </a:defRPr>
            </a:lvl9pPr>
          </a:lstStyle>
          <a:p xmlns:a="http://schemas.openxmlformats.org/drawingml/2006/main">
            <a:pPr algn="ctr">
              <a:lnSpc>
                <a:spcPct val="108000"/>
              </a:lnSpc>
              <a:buNone/>
              <a:defRPr sz="1425" b="1" i="0">
                <a:solidFill>
                  <a:srgbClr val="B94B4B"/>
                </a:solidFill>
                <a:latin typeface="Calibri"/>
                <a:ea typeface="Calibri"/>
                <a:cs typeface="Calibri"/>
              </a:defRPr>
            </a:pPr>
            <a:r>
              <a:rPr sz="1350" b="1" i="0">
                <a:solidFill>
                  <a:srgbClr val="B8404A"/>
                </a:solidFill>
                <a:latin typeface="Calibri"/>
                <a:ea typeface="Calibri"/>
                <a:cs typeface="Calibri"/>
              </a:rPr>
              <a:t>A rule score is not a clinically validated event probability.</a:t>
            </a:r>
          </a:p>
        </p:txBody>
      </p:sp>
    </p:spTree>
    <p:extLst>
      <p:ext uri="{BB962C8B-B14F-4D97-AF65-F5344CB8AC3E}">
        <p14:creationId xmlns:p14="http://schemas.microsoft.com/office/powerpoint/2010/main" val="673106505"/>
      </p:ext>
    </p:extLst>
  </p:cSld>
</p:sld>
</file>

<file path=ppt/slides/slide7.xml><?xml version="1.0" encoding="utf-8"?>
<p:sld xmlns:p="http://schemas.openxmlformats.org/presentationml/2006/main">
  <p:cSld>
    <p:bg>
      <p:bgPr>
        <a:solidFill xmlns:a="http://schemas.openxmlformats.org/drawingml/2006/main">
          <a:srgbClr val="F5FAF9"/>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88FF98B8-AD26-4517-BB4A-2BA2C57AD20E}"/>
              </a:ext>
            </a:extLst>
          </p:cNvPr>
          <p:cNvPicPr>
            <a:picLocks xmlns:a="http://schemas.openxmlformats.org/drawingml/2006/main" noChangeAspect="1"/>
          </p:cNvPicPr>
          <p:nvPr/>
        </p:nvPicPr>
        <p:blipFill>
          <a:blip xmlns:r="http://schemas.openxmlformats.org/officeDocument/2006/relationships" xmlns:a="http://schemas.openxmlformats.org/drawingml/2006/main" r:embed="R6fe5b4dcf7b3463c"/>
          <a:srcRect xmlns:a="http://schemas.openxmlformats.org/drawingml/2006/main" l="0" t="1932" r="0" b="1932"/>
          <a:stretch xmlns:a="http://schemas.openxmlformats.org/drawingml/2006/main">
            <a:fillRect l="0" t="0" r="0" b="0"/>
          </a:stretch>
        </p:blipFill>
        <p:spPr>
          <a:xfrm xmlns:a="http://schemas.openxmlformats.org/drawingml/2006/main">
            <a:off x="0" y="0"/>
            <a:ext cx="7477125" cy="53911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9D897124-6B8E-4CC0-9A21-C0CABC2B4540}"/>
              </a:ext>
            </a:extLst>
          </p:cNvPr>
          <p:cNvSpPr>
            <a:spLocks xmlns:a="http://schemas.openxmlformats.org/drawingml/2006/main" noGrp="1"/>
          </p:cNvSpPr>
          <p:nvPr/>
        </p:nvSpPr>
        <p:spPr>
          <a:xfrm xmlns:a="http://schemas.openxmlformats.org/drawingml/2006/main">
            <a:off x="361950" y="1381125"/>
            <a:ext cx="3257550" cy="2333625"/>
          </a:xfrm>
          <a:prstGeom xmlns:a="http://schemas.openxmlformats.org/drawingml/2006/main" prst="roundRect">
            <a:avLst>
              <a:gd name="adj" fmla="val 6122"/>
            </a:avLst>
          </a:prstGeom>
          <a:solidFill xmlns:a="http://schemas.openxmlformats.org/drawingml/2006/main">
            <a:srgbClr val="FFFFFF">
              <a:alpha val="92000"/>
            </a:srgbClr>
          </a:solidFill>
          <a:ln xmlns:a="http://schemas.openxmlformats.org/drawingml/2006/main" w="9525">
            <a:solidFill>
              <a:srgbClr val="D8E8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25FC2AE5-46AD-40F7-9561-154E5DDBC3D0}"/>
              </a:ext>
            </a:extLst>
          </p:cNvPr>
          <p:cNvSpPr>
            <a:spLocks xmlns:a="http://schemas.openxmlformats.org/drawingml/2006/main" noGrp="1"/>
          </p:cNvSpPr>
          <p:nvPr/>
        </p:nvSpPr>
        <p:spPr>
          <a:xfrm xmlns:a="http://schemas.openxmlformats.org/drawingml/2006/main">
            <a:off x="361950" y="1400175"/>
            <a:ext cx="47625" cy="2295525"/>
          </a:xfrm>
          <a:prstGeom xmlns:a="http://schemas.openxmlformats.org/drawingml/2006/main" prst="roundRect">
            <a:avLst>
              <a:gd name="adj" fmla="val 50000"/>
            </a:avLst>
          </a:prstGeom>
          <a:solidFill xmlns:a="http://schemas.openxmlformats.org/drawingml/2006/main">
            <a:srgbClr val="168F8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B4FF9CC-2C82-49BC-B11F-8DB33D13B109}"/>
              </a:ext>
            </a:extLst>
          </p:cNvPr>
          <p:cNvSpPr>
            <a:spLocks xmlns:a="http://schemas.openxmlformats.org/drawingml/2006/main" noGrp="1"/>
          </p:cNvSpPr>
          <p:nvPr/>
        </p:nvSpPr>
        <p:spPr>
          <a:xfrm xmlns:a="http://schemas.openxmlformats.org/drawingml/2006/main">
            <a:off x="3829050" y="1381125"/>
            <a:ext cx="3286125" cy="2333625"/>
          </a:xfrm>
          <a:prstGeom xmlns:a="http://schemas.openxmlformats.org/drawingml/2006/main" prst="roundRect">
            <a:avLst>
              <a:gd name="adj" fmla="val 6122"/>
            </a:avLst>
          </a:prstGeom>
          <a:solidFill xmlns:a="http://schemas.openxmlformats.org/drawingml/2006/main">
            <a:srgbClr val="FFFFFF">
              <a:alpha val="92000"/>
            </a:srgbClr>
          </a:solidFill>
          <a:ln xmlns:a="http://schemas.openxmlformats.org/drawingml/2006/main" w="9525">
            <a:solidFill>
              <a:srgbClr val="D8E8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95269C15-7DB7-4453-90A4-92652A8735AA}"/>
              </a:ext>
            </a:extLst>
          </p:cNvPr>
          <p:cNvSpPr>
            <a:spLocks xmlns:a="http://schemas.openxmlformats.org/drawingml/2006/main" noGrp="1"/>
          </p:cNvSpPr>
          <p:nvPr/>
        </p:nvSpPr>
        <p:spPr>
          <a:xfrm xmlns:a="http://schemas.openxmlformats.org/drawingml/2006/main">
            <a:off x="3829050" y="1400175"/>
            <a:ext cx="47625" cy="2295525"/>
          </a:xfrm>
          <a:prstGeom xmlns:a="http://schemas.openxmlformats.org/drawingml/2006/main" prst="roundRect">
            <a:avLst>
              <a:gd name="adj" fmla="val 50000"/>
            </a:avLst>
          </a:prstGeom>
          <a:solidFill xmlns:a="http://schemas.openxmlformats.org/drawingml/2006/main">
            <a:srgbClr val="C78A26"/>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8FEE5E5-5F47-4F35-B5B4-AAD5A4FACC92}"/>
              </a:ext>
            </a:extLst>
          </p:cNvPr>
          <p:cNvSpPr>
            <a:spLocks xmlns:a="http://schemas.openxmlformats.org/drawingml/2006/main" noGrp="1"/>
          </p:cNvSpPr>
          <p:nvPr/>
        </p:nvSpPr>
        <p:spPr>
          <a:xfrm xmlns:a="http://schemas.openxmlformats.org/drawingml/2006/main">
            <a:off x="714375" y="3943350"/>
            <a:ext cx="6076950" cy="647700"/>
          </a:xfrm>
          <a:prstGeom xmlns:a="http://schemas.openxmlformats.org/drawingml/2006/main" prst="roundRect">
            <a:avLst>
              <a:gd name="adj" fmla="val 22059"/>
            </a:avLst>
          </a:prstGeom>
          <a:solidFill xmlns:a="http://schemas.openxmlformats.org/drawingml/2006/main">
            <a:srgbClr val="FFF0ED"/>
          </a:solidFill>
          <a:ln xmlns:a="http://schemas.openxmlformats.org/drawingml/2006/main" w="9525">
            <a:solidFill>
              <a:srgbClr val="F1C6BC"/>
            </a:solidFill>
            <a:prstDash val="solid"/>
          </a:ln>
        </p:spPr>
      </p:sp>
      <p:sp>
        <p:nvSpPr>
          <p:cNvPr id="20" name="">
            <a:extLst xmlns:a="http://schemas.openxmlformats.org/drawingml/2006/main">
              <a:ext uri="{FF2B5EF4-FFF2-40B4-BE49-F238E27FC236}">
                <a16:creationId xmlns:a16="http://schemas.microsoft.com/office/drawing/2014/main" id="{9B0F97BC-04AE-417E-9FAC-FA4F5FD7931A}"/>
              </a:ext>
            </a:extLst>
          </p:cNvPr>
          <p:cNvSpPr>
            <a:spLocks xmlns:a="http://schemas.openxmlformats.org/drawingml/2006/main" noGrp="1"/>
          </p:cNvSpPr>
          <p:nvPr/>
        </p:nvSpPr>
        <p:spPr>
          <a:xfrm xmlns:a="http://schemas.openxmlformats.org/drawingml/2006/main">
            <a:off x="714375" y="3943350"/>
            <a:ext cx="57150" cy="647700"/>
          </a:xfrm>
          <a:prstGeom xmlns:a="http://schemas.openxmlformats.org/drawingml/2006/main" prst="roundRect">
            <a:avLst>
              <a:gd name="adj" fmla="val 50000"/>
            </a:avLst>
          </a:prstGeom>
          <a:solidFill xmlns:a="http://schemas.openxmlformats.org/drawingml/2006/main">
            <a:srgbClr val="D86E5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0462F96-89C9-4FFE-80FF-872190535A0B}"/>
              </a:ext>
            </a:extLst>
          </p:cNvPr>
          <p:cNvSpPr>
            <a:spLocks xmlns:a="http://schemas.openxmlformats.org/drawingml/2006/main" noGrp="1"/>
          </p:cNvSpPr>
          <p:nvPr/>
        </p:nvSpPr>
        <p:spPr>
          <a:xfrm xmlns:a="http://schemas.openxmlformats.org/drawingml/2006/main">
            <a:off x="457200" y="342900"/>
            <a:ext cx="6572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75" b="1" i="0">
                <a:solidFill>
                  <a:srgbClr val="123F50"/>
                </a:solidFill>
                <a:latin typeface="Calibri Light"/>
                <a:ea typeface="Calibri Light"/>
                <a:cs typeface="Calibri Light"/>
              </a:defRPr>
            </a:defPPr>
            <a:lvl1pPr algn="l">
              <a:buNone/>
              <a:defRPr sz="2325" b="1" i="0">
                <a:solidFill>
                  <a:srgbClr val="123F50"/>
                </a:solidFill>
                <a:latin typeface="Calibri Light"/>
                <a:ea typeface="Calibri Light"/>
                <a:cs typeface="Calibri Light"/>
              </a:defRPr>
            </a:lvl1pPr>
            <a:lvl2pPr algn="l">
              <a:buNone/>
              <a:defRPr sz="2325" b="1" i="0">
                <a:solidFill>
                  <a:srgbClr val="123F50"/>
                </a:solidFill>
                <a:latin typeface="Calibri Light"/>
                <a:ea typeface="Calibri Light"/>
                <a:cs typeface="Calibri Light"/>
              </a:defRPr>
            </a:lvl2pPr>
            <a:lvl3pPr algn="l">
              <a:buNone/>
              <a:defRPr sz="2325" b="1" i="0">
                <a:solidFill>
                  <a:srgbClr val="123F50"/>
                </a:solidFill>
                <a:latin typeface="Calibri Light"/>
                <a:ea typeface="Calibri Light"/>
                <a:cs typeface="Calibri Light"/>
              </a:defRPr>
            </a:lvl3pPr>
            <a:lvl4pPr algn="l">
              <a:buNone/>
              <a:defRPr sz="2325" b="1" i="0">
                <a:solidFill>
                  <a:srgbClr val="123F50"/>
                </a:solidFill>
                <a:latin typeface="Calibri Light"/>
                <a:ea typeface="Calibri Light"/>
                <a:cs typeface="Calibri Light"/>
              </a:defRPr>
            </a:lvl4pPr>
            <a:lvl5pPr algn="l">
              <a:buNone/>
              <a:defRPr sz="2325" b="1" i="0">
                <a:solidFill>
                  <a:srgbClr val="123F50"/>
                </a:solidFill>
                <a:latin typeface="Calibri Light"/>
                <a:ea typeface="Calibri Light"/>
                <a:cs typeface="Calibri Light"/>
              </a:defRPr>
            </a:lvl5pPr>
            <a:lvl6pPr algn="l">
              <a:buNone/>
              <a:defRPr sz="2325" b="1" i="0">
                <a:solidFill>
                  <a:srgbClr val="123F50"/>
                </a:solidFill>
                <a:latin typeface="Calibri Light"/>
                <a:ea typeface="Calibri Light"/>
                <a:cs typeface="Calibri Light"/>
              </a:defRPr>
            </a:lvl6pPr>
            <a:lvl7pPr algn="l">
              <a:buNone/>
              <a:defRPr sz="2325" b="1" i="0">
                <a:solidFill>
                  <a:srgbClr val="123F50"/>
                </a:solidFill>
                <a:latin typeface="Calibri Light"/>
                <a:ea typeface="Calibri Light"/>
                <a:cs typeface="Calibri Light"/>
              </a:defRPr>
            </a:lvl7pPr>
            <a:lvl8pPr algn="l">
              <a:buNone/>
              <a:defRPr sz="2325" b="1" i="0">
                <a:solidFill>
                  <a:srgbClr val="123F50"/>
                </a:solidFill>
                <a:latin typeface="Calibri Light"/>
                <a:ea typeface="Calibri Light"/>
                <a:cs typeface="Calibri Light"/>
              </a:defRPr>
            </a:lvl8pPr>
            <a:lvl9pPr algn="l">
              <a:buNone/>
              <a:defRPr sz="2325" b="1" i="0">
                <a:solidFill>
                  <a:srgbClr val="123F50"/>
                </a:solidFill>
                <a:latin typeface="Calibri Light"/>
                <a:ea typeface="Calibri Light"/>
                <a:cs typeface="Calibri Light"/>
              </a:defRPr>
            </a:lvl9pPr>
          </a:lstStyle>
          <a:p xmlns:a="http://schemas.openxmlformats.org/drawingml/2006/main">
            <a:pPr algn="l">
              <a:lnSpc>
                <a:spcPct val="108000"/>
              </a:lnSpc>
              <a:buNone/>
              <a:defRPr sz="2325" b="1" i="0">
                <a:solidFill>
                  <a:srgbClr val="123F50"/>
                </a:solidFill>
                <a:latin typeface="Calibri Light"/>
                <a:ea typeface="Calibri Light"/>
                <a:cs typeface="Calibri Light"/>
              </a:defRPr>
            </a:pPr>
            <a:r>
              <a:rPr sz="2475" b="1" i="0">
                <a:solidFill>
                  <a:srgbClr val="123F50"/>
                </a:solidFill>
                <a:latin typeface="Calibri Light"/>
                <a:ea typeface="Calibri Light"/>
                <a:cs typeface="Calibri Light"/>
              </a:rPr>
              <a:t>The ML trainer is separate from the live API</a:t>
            </a:r>
          </a:p>
        </p:txBody>
      </p:sp>
      <p:sp>
        <p:nvSpPr>
          <p:cNvPr id="2" name="">
            <a:extLst xmlns:a="http://schemas.openxmlformats.org/drawingml/2006/main">
              <a:ext uri="{FF2B5EF4-FFF2-40B4-BE49-F238E27FC236}">
                <a16:creationId xmlns:a16="http://schemas.microsoft.com/office/drawing/2014/main" id="{B01DB060-2379-4732-BDDD-D608DE908BF8}"/>
              </a:ext>
            </a:extLst>
          </p:cNvPr>
          <p:cNvSpPr>
            <a:spLocks xmlns:a="http://schemas.openxmlformats.org/drawingml/2006/main" noGrp="1"/>
          </p:cNvSpPr>
          <p:nvPr/>
        </p:nvSpPr>
        <p:spPr>
          <a:xfrm xmlns:a="http://schemas.openxmlformats.org/drawingml/2006/main" flipH="0" flipV="0">
            <a:off x="457200" y="866775"/>
            <a:ext cx="647700" cy="4763"/>
          </a:xfrm>
          <a:prstGeom xmlns:a="http://schemas.openxmlformats.org/drawingml/2006/main" prst="line">
            <a:avLst/>
          </a:prstGeom>
          <a:noFill xmlns:a="http://schemas.openxmlformats.org/drawingml/2006/main"/>
          <a:ln xmlns:a="http://schemas.openxmlformats.org/drawingml/2006/main" w="38100">
            <a:solidFill>
              <a:srgbClr val="168F89"/>
            </a:solidFill>
            <a:prstDash val="solid"/>
          </a:ln>
        </p:spPr>
      </p:sp>
      <p:sp>
        <p:nvSpPr>
          <p:cNvPr id="3" name="">
            <a:extLst xmlns:a="http://schemas.openxmlformats.org/drawingml/2006/main">
              <a:ext uri="{FF2B5EF4-FFF2-40B4-BE49-F238E27FC236}">
                <a16:creationId xmlns:a16="http://schemas.microsoft.com/office/drawing/2014/main" id="{BED530C4-DFCF-43E7-95BC-3515581919F0}"/>
              </a:ext>
            </a:extLst>
          </p:cNvPr>
          <p:cNvSpPr>
            <a:spLocks xmlns:a="http://schemas.openxmlformats.org/drawingml/2006/main" noGrp="1"/>
          </p:cNvSpPr>
          <p:nvPr/>
        </p:nvSpPr>
        <p:spPr>
          <a:xfrm xmlns:a="http://schemas.openxmlformats.org/drawingml/2006/main">
            <a:off x="457200" y="981075"/>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63" b="0" i="0">
                <a:solidFill>
                  <a:srgbClr val="526B73"/>
                </a:solidFill>
                <a:latin typeface="Calibri"/>
                <a:ea typeface="Calibri"/>
                <a:cs typeface="Calibri"/>
              </a:defRPr>
            </a:defPPr>
            <a:lvl1pPr algn="l">
              <a:buNone/>
              <a:defRPr sz="1125" b="0" i="0">
                <a:solidFill>
                  <a:srgbClr val="647781"/>
                </a:solidFill>
                <a:latin typeface="Calibri"/>
                <a:ea typeface="Calibri"/>
                <a:cs typeface="Calibri"/>
              </a:defRPr>
            </a:lvl1pPr>
            <a:lvl2pPr algn="l">
              <a:buNone/>
              <a:defRPr sz="1125" b="0" i="0">
                <a:solidFill>
                  <a:srgbClr val="647781"/>
                </a:solidFill>
                <a:latin typeface="Calibri"/>
                <a:ea typeface="Calibri"/>
                <a:cs typeface="Calibri"/>
              </a:defRPr>
            </a:lvl2pPr>
            <a:lvl3pPr algn="l">
              <a:buNone/>
              <a:defRPr sz="1125" b="0" i="0">
                <a:solidFill>
                  <a:srgbClr val="647781"/>
                </a:solidFill>
                <a:latin typeface="Calibri"/>
                <a:ea typeface="Calibri"/>
                <a:cs typeface="Calibri"/>
              </a:defRPr>
            </a:lvl3pPr>
            <a:lvl4pPr algn="l">
              <a:buNone/>
              <a:defRPr sz="1125" b="0" i="0">
                <a:solidFill>
                  <a:srgbClr val="647781"/>
                </a:solidFill>
                <a:latin typeface="Calibri"/>
                <a:ea typeface="Calibri"/>
                <a:cs typeface="Calibri"/>
              </a:defRPr>
            </a:lvl4pPr>
            <a:lvl5pPr algn="l">
              <a:buNone/>
              <a:defRPr sz="1125" b="0" i="0">
                <a:solidFill>
                  <a:srgbClr val="647781"/>
                </a:solidFill>
                <a:latin typeface="Calibri"/>
                <a:ea typeface="Calibri"/>
                <a:cs typeface="Calibri"/>
              </a:defRPr>
            </a:lvl5pPr>
            <a:lvl6pPr algn="l">
              <a:buNone/>
              <a:defRPr sz="1125" b="0" i="0">
                <a:solidFill>
                  <a:srgbClr val="647781"/>
                </a:solidFill>
                <a:latin typeface="Calibri"/>
                <a:ea typeface="Calibri"/>
                <a:cs typeface="Calibri"/>
              </a:defRPr>
            </a:lvl6pPr>
            <a:lvl7pPr algn="l">
              <a:buNone/>
              <a:defRPr sz="1125" b="0" i="0">
                <a:solidFill>
                  <a:srgbClr val="647781"/>
                </a:solidFill>
                <a:latin typeface="Calibri"/>
                <a:ea typeface="Calibri"/>
                <a:cs typeface="Calibri"/>
              </a:defRPr>
            </a:lvl7pPr>
            <a:lvl8pPr algn="l">
              <a:buNone/>
              <a:defRPr sz="1125" b="0" i="0">
                <a:solidFill>
                  <a:srgbClr val="647781"/>
                </a:solidFill>
                <a:latin typeface="Calibri"/>
                <a:ea typeface="Calibri"/>
                <a:cs typeface="Calibri"/>
              </a:defRPr>
            </a:lvl8pPr>
            <a:lvl9pPr algn="l">
              <a:buNone/>
              <a:defRPr sz="1125" b="0" i="0">
                <a:solidFill>
                  <a:srgbClr val="647781"/>
                </a:solidFill>
                <a:latin typeface="Calibri"/>
                <a:ea typeface="Calibri"/>
                <a:cs typeface="Calibri"/>
              </a:defRPr>
            </a:lvl9pPr>
          </a:lstStyle>
          <a:p xmlns:a="http://schemas.openxmlformats.org/drawingml/2006/main">
            <a:pPr algn="l">
              <a:lnSpc>
                <a:spcPct val="108000"/>
              </a:lnSpc>
              <a:buNone/>
              <a:defRPr sz="1125" b="0" i="0">
                <a:solidFill>
                  <a:srgbClr val="647781"/>
                </a:solidFill>
                <a:latin typeface="Calibri"/>
                <a:ea typeface="Calibri"/>
                <a:cs typeface="Calibri"/>
              </a:defRPr>
            </a:pPr>
            <a:r>
              <a:rPr sz="1163" b="0" i="0">
                <a:solidFill>
                  <a:srgbClr val="526B73"/>
                </a:solidFill>
                <a:latin typeface="Calibri"/>
                <a:ea typeface="Calibri"/>
                <a:cs typeface="Calibri"/>
              </a:rPr>
              <a:t>This distinction matters when describing model capability and validation.</a:t>
            </a:r>
          </a:p>
        </p:txBody>
      </p:sp>
      <p:sp>
        <p:nvSpPr>
          <p:cNvPr id="4" name="">
            <a:extLst xmlns:a="http://schemas.openxmlformats.org/drawingml/2006/main">
              <a:ext uri="{FF2B5EF4-FFF2-40B4-BE49-F238E27FC236}">
                <a16:creationId xmlns:a16="http://schemas.microsoft.com/office/drawing/2014/main" id="{1536D76E-CEE6-48CD-9179-B7FA718DD884}"/>
              </a:ext>
            </a:extLst>
          </p:cNvPr>
          <p:cNvSpPr>
            <a:spLocks xmlns:a="http://schemas.openxmlformats.org/drawingml/2006/main" noGrp="1"/>
          </p:cNvSpPr>
          <p:nvPr/>
        </p:nvSpPr>
        <p:spPr>
          <a:xfrm xmlns:a="http://schemas.openxmlformats.org/drawingml/2006/main" flipH="0" flipV="0">
            <a:off x="457200" y="5029200"/>
            <a:ext cx="6562725" cy="4763"/>
          </a:xfrm>
          <a:prstGeom xmlns:a="http://schemas.openxmlformats.org/drawingml/2006/main" prst="line">
            <a:avLst/>
          </a:prstGeom>
          <a:noFill xmlns:a="http://schemas.openxmlformats.org/drawingml/2006/main"/>
          <a:ln xmlns:a="http://schemas.openxmlformats.org/drawingml/2006/main" w="9525">
            <a:solidFill>
              <a:srgbClr val="D6E3E2"/>
            </a:solidFill>
            <a:prstDash val="solid"/>
          </a:ln>
        </p:spPr>
      </p:sp>
      <p:sp>
        <p:nvSpPr>
          <p:cNvPr id="5" name="">
            <a:extLst xmlns:a="http://schemas.openxmlformats.org/drawingml/2006/main">
              <a:ext uri="{FF2B5EF4-FFF2-40B4-BE49-F238E27FC236}">
                <a16:creationId xmlns:a16="http://schemas.microsoft.com/office/drawing/2014/main" id="{412C3F19-176A-4082-88C2-29648149350D}"/>
              </a:ext>
            </a:extLst>
          </p:cNvPr>
          <p:cNvSpPr>
            <a:spLocks xmlns:a="http://schemas.openxmlformats.org/drawingml/2006/main" noGrp="1"/>
          </p:cNvSpPr>
          <p:nvPr/>
        </p:nvSpPr>
        <p:spPr>
          <a:xfrm xmlns:a="http://schemas.openxmlformats.org/drawingml/2006/main">
            <a:off x="457200" y="5105400"/>
            <a:ext cx="2476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13" b="1" i="0">
                <a:solidFill>
                  <a:srgbClr val="486975"/>
                </a:solidFill>
                <a:latin typeface="Calibri"/>
                <a:ea typeface="Calibri"/>
                <a:cs typeface="Calibri"/>
              </a:defRPr>
            </a:defPPr>
            <a:lvl1pPr algn="l">
              <a:buNone/>
              <a:defRPr sz="788" b="1" i="0">
                <a:solidFill>
                  <a:srgbClr val="647781"/>
                </a:solidFill>
                <a:latin typeface="Calibri"/>
                <a:ea typeface="Calibri"/>
                <a:cs typeface="Calibri"/>
              </a:defRPr>
            </a:lvl1pPr>
            <a:lvl2pPr algn="l">
              <a:buNone/>
              <a:defRPr sz="788" b="1" i="0">
                <a:solidFill>
                  <a:srgbClr val="647781"/>
                </a:solidFill>
                <a:latin typeface="Calibri"/>
                <a:ea typeface="Calibri"/>
                <a:cs typeface="Calibri"/>
              </a:defRPr>
            </a:lvl2pPr>
            <a:lvl3pPr algn="l">
              <a:buNone/>
              <a:defRPr sz="788" b="1" i="0">
                <a:solidFill>
                  <a:srgbClr val="647781"/>
                </a:solidFill>
                <a:latin typeface="Calibri"/>
                <a:ea typeface="Calibri"/>
                <a:cs typeface="Calibri"/>
              </a:defRPr>
            </a:lvl3pPr>
            <a:lvl4pPr algn="l">
              <a:buNone/>
              <a:defRPr sz="788" b="1" i="0">
                <a:solidFill>
                  <a:srgbClr val="647781"/>
                </a:solidFill>
                <a:latin typeface="Calibri"/>
                <a:ea typeface="Calibri"/>
                <a:cs typeface="Calibri"/>
              </a:defRPr>
            </a:lvl4pPr>
            <a:lvl5pPr algn="l">
              <a:buNone/>
              <a:defRPr sz="788" b="1" i="0">
                <a:solidFill>
                  <a:srgbClr val="647781"/>
                </a:solidFill>
                <a:latin typeface="Calibri"/>
                <a:ea typeface="Calibri"/>
                <a:cs typeface="Calibri"/>
              </a:defRPr>
            </a:lvl5pPr>
            <a:lvl6pPr algn="l">
              <a:buNone/>
              <a:defRPr sz="788" b="1" i="0">
                <a:solidFill>
                  <a:srgbClr val="647781"/>
                </a:solidFill>
                <a:latin typeface="Calibri"/>
                <a:ea typeface="Calibri"/>
                <a:cs typeface="Calibri"/>
              </a:defRPr>
            </a:lvl6pPr>
            <a:lvl7pPr algn="l">
              <a:buNone/>
              <a:defRPr sz="788" b="1" i="0">
                <a:solidFill>
                  <a:srgbClr val="647781"/>
                </a:solidFill>
                <a:latin typeface="Calibri"/>
                <a:ea typeface="Calibri"/>
                <a:cs typeface="Calibri"/>
              </a:defRPr>
            </a:lvl7pPr>
            <a:lvl8pPr algn="l">
              <a:buNone/>
              <a:defRPr sz="788" b="1" i="0">
                <a:solidFill>
                  <a:srgbClr val="647781"/>
                </a:solidFill>
                <a:latin typeface="Calibri"/>
                <a:ea typeface="Calibri"/>
                <a:cs typeface="Calibri"/>
              </a:defRPr>
            </a:lvl8pPr>
            <a:lvl9pPr algn="l">
              <a:buNone/>
              <a:defRPr sz="788" b="1" i="0">
                <a:solidFill>
                  <a:srgbClr val="647781"/>
                </a:solidFill>
                <a:latin typeface="Calibri"/>
                <a:ea typeface="Calibri"/>
                <a:cs typeface="Calibri"/>
              </a:defRPr>
            </a:lvl9pPr>
          </a:lstStyle>
          <a:p xmlns:a="http://schemas.openxmlformats.org/drawingml/2006/main">
            <a:pPr algn="l">
              <a:lnSpc>
                <a:spcPct val="108000"/>
              </a:lnSpc>
              <a:buNone/>
              <a:defRPr sz="788" b="1" i="0">
                <a:solidFill>
                  <a:srgbClr val="647781"/>
                </a:solidFill>
                <a:latin typeface="Calibri"/>
                <a:ea typeface="Calibri"/>
                <a:cs typeface="Calibri"/>
              </a:defRPr>
            </a:pPr>
            <a:r>
              <a:rPr sz="713" b="1" i="0">
                <a:solidFill>
                  <a:srgbClr val="486975"/>
                </a:solidFill>
                <a:latin typeface="Calibri"/>
                <a:ea typeface="Calibri"/>
                <a:cs typeface="Calibri"/>
              </a:rPr>
              <a:t>SADHYA  ·  CARDIOTWIN</a:t>
            </a:r>
          </a:p>
        </p:txBody>
      </p:sp>
      <p:sp>
        <p:nvSpPr>
          <p:cNvPr id="6" name="">
            <a:extLst xmlns:a="http://schemas.openxmlformats.org/drawingml/2006/main">
              <a:ext uri="{FF2B5EF4-FFF2-40B4-BE49-F238E27FC236}">
                <a16:creationId xmlns:a16="http://schemas.microsoft.com/office/drawing/2014/main" id="{F8F81D1E-F208-4DEE-A5AB-0482B4E15F5B}"/>
              </a:ext>
            </a:extLst>
          </p:cNvPr>
          <p:cNvSpPr>
            <a:spLocks xmlns:a="http://schemas.openxmlformats.org/drawingml/2006/main" noGrp="1"/>
          </p:cNvSpPr>
          <p:nvPr/>
        </p:nvSpPr>
        <p:spPr>
          <a:xfrm xmlns:a="http://schemas.openxmlformats.org/drawingml/2006/main">
            <a:off x="6724650" y="5105400"/>
            <a:ext cx="2952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750" b="1" i="0">
                <a:solidFill>
                  <a:srgbClr val="168D89"/>
                </a:solidFill>
                <a:latin typeface="Calibri"/>
                <a:ea typeface="Calibri"/>
                <a:cs typeface="Calibri"/>
              </a:defRPr>
            </a:defPPr>
            <a:lvl1pPr algn="r">
              <a:buNone/>
              <a:defRPr sz="788" b="0" i="0">
                <a:solidFill>
                  <a:srgbClr val="647781"/>
                </a:solidFill>
                <a:latin typeface="Calibri"/>
                <a:ea typeface="Calibri"/>
                <a:cs typeface="Calibri"/>
              </a:defRPr>
            </a:lvl1pPr>
            <a:lvl2pPr algn="r">
              <a:buNone/>
              <a:defRPr sz="788" b="0" i="0">
                <a:solidFill>
                  <a:srgbClr val="647781"/>
                </a:solidFill>
                <a:latin typeface="Calibri"/>
                <a:ea typeface="Calibri"/>
                <a:cs typeface="Calibri"/>
              </a:defRPr>
            </a:lvl2pPr>
            <a:lvl3pPr algn="r">
              <a:buNone/>
              <a:defRPr sz="788" b="0" i="0">
                <a:solidFill>
                  <a:srgbClr val="647781"/>
                </a:solidFill>
                <a:latin typeface="Calibri"/>
                <a:ea typeface="Calibri"/>
                <a:cs typeface="Calibri"/>
              </a:defRPr>
            </a:lvl3pPr>
            <a:lvl4pPr algn="r">
              <a:buNone/>
              <a:defRPr sz="788" b="0" i="0">
                <a:solidFill>
                  <a:srgbClr val="647781"/>
                </a:solidFill>
                <a:latin typeface="Calibri"/>
                <a:ea typeface="Calibri"/>
                <a:cs typeface="Calibri"/>
              </a:defRPr>
            </a:lvl4pPr>
            <a:lvl5pPr algn="r">
              <a:buNone/>
              <a:defRPr sz="788" b="0" i="0">
                <a:solidFill>
                  <a:srgbClr val="647781"/>
                </a:solidFill>
                <a:latin typeface="Calibri"/>
                <a:ea typeface="Calibri"/>
                <a:cs typeface="Calibri"/>
              </a:defRPr>
            </a:lvl5pPr>
            <a:lvl6pPr algn="r">
              <a:buNone/>
              <a:defRPr sz="788" b="0" i="0">
                <a:solidFill>
                  <a:srgbClr val="647781"/>
                </a:solidFill>
                <a:latin typeface="Calibri"/>
                <a:ea typeface="Calibri"/>
                <a:cs typeface="Calibri"/>
              </a:defRPr>
            </a:lvl6pPr>
            <a:lvl7pPr algn="r">
              <a:buNone/>
              <a:defRPr sz="788" b="0" i="0">
                <a:solidFill>
                  <a:srgbClr val="647781"/>
                </a:solidFill>
                <a:latin typeface="Calibri"/>
                <a:ea typeface="Calibri"/>
                <a:cs typeface="Calibri"/>
              </a:defRPr>
            </a:lvl7pPr>
            <a:lvl8pPr algn="r">
              <a:buNone/>
              <a:defRPr sz="788" b="0" i="0">
                <a:solidFill>
                  <a:srgbClr val="647781"/>
                </a:solidFill>
                <a:latin typeface="Calibri"/>
                <a:ea typeface="Calibri"/>
                <a:cs typeface="Calibri"/>
              </a:defRPr>
            </a:lvl8pPr>
            <a:lvl9pPr algn="r">
              <a:buNone/>
              <a:defRPr sz="788" b="0" i="0">
                <a:solidFill>
                  <a:srgbClr val="647781"/>
                </a:solidFill>
                <a:latin typeface="Calibri"/>
                <a:ea typeface="Calibri"/>
                <a:cs typeface="Calibri"/>
              </a:defRPr>
            </a:lvl9pPr>
          </a:lstStyle>
          <a:p xmlns:a="http://schemas.openxmlformats.org/drawingml/2006/main">
            <a:pPr algn="r">
              <a:lnSpc>
                <a:spcPct val="108000"/>
              </a:lnSpc>
              <a:buNone/>
              <a:defRPr sz="788" b="0" i="0">
                <a:solidFill>
                  <a:srgbClr val="647781"/>
                </a:solidFill>
                <a:latin typeface="Calibri"/>
                <a:ea typeface="Calibri"/>
                <a:cs typeface="Calibri"/>
              </a:defRPr>
            </a:pPr>
            <a:r>
              <a:rPr sz="750" b="1" i="0">
                <a:solidFill>
                  <a:srgbClr val="168D89"/>
                </a:solidFill>
                <a:latin typeface="Calibri"/>
                <a:ea typeface="Calibri"/>
                <a:cs typeface="Calibri"/>
              </a:rPr>
              <a:t>07</a:t>
            </a:r>
          </a:p>
        </p:txBody>
      </p:sp>
      <p:sp>
        <p:nvSpPr>
          <p:cNvPr id="7" name="">
            <a:extLst xmlns:a="http://schemas.openxmlformats.org/drawingml/2006/main">
              <a:ext uri="{FF2B5EF4-FFF2-40B4-BE49-F238E27FC236}">
                <a16:creationId xmlns:a16="http://schemas.microsoft.com/office/drawing/2014/main" id="{486FBCC4-D365-4CCF-BD0B-C4A37E89EB4F}"/>
              </a:ext>
            </a:extLst>
          </p:cNvPr>
          <p:cNvSpPr>
            <a:spLocks xmlns:a="http://schemas.openxmlformats.org/drawingml/2006/main" noGrp="1"/>
          </p:cNvSpPr>
          <p:nvPr/>
        </p:nvSpPr>
        <p:spPr>
          <a:xfrm xmlns:a="http://schemas.openxmlformats.org/drawingml/2006/main">
            <a:off x="533400" y="1438275"/>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087E83"/>
                </a:solidFill>
                <a:latin typeface="Calibri"/>
                <a:ea typeface="Calibri"/>
                <a:cs typeface="Calibri"/>
              </a:defRPr>
            </a:defPPr>
            <a:lvl1pPr algn="l">
              <a:buNone/>
              <a:defRPr sz="1050" b="1" i="0">
                <a:solidFill>
                  <a:srgbClr val="0D6F73"/>
                </a:solidFill>
                <a:latin typeface="Calibri"/>
                <a:ea typeface="Calibri"/>
                <a:cs typeface="Calibri"/>
              </a:defRPr>
            </a:lvl1pPr>
            <a:lvl2pPr algn="l">
              <a:buNone/>
              <a:defRPr sz="1050" b="1" i="0">
                <a:solidFill>
                  <a:srgbClr val="0D6F73"/>
                </a:solidFill>
                <a:latin typeface="Calibri"/>
                <a:ea typeface="Calibri"/>
                <a:cs typeface="Calibri"/>
              </a:defRPr>
            </a:lvl2pPr>
            <a:lvl3pPr algn="l">
              <a:buNone/>
              <a:defRPr sz="1050" b="1" i="0">
                <a:solidFill>
                  <a:srgbClr val="0D6F73"/>
                </a:solidFill>
                <a:latin typeface="Calibri"/>
                <a:ea typeface="Calibri"/>
                <a:cs typeface="Calibri"/>
              </a:defRPr>
            </a:lvl3pPr>
            <a:lvl4pPr algn="l">
              <a:buNone/>
              <a:defRPr sz="1050" b="1" i="0">
                <a:solidFill>
                  <a:srgbClr val="0D6F73"/>
                </a:solidFill>
                <a:latin typeface="Calibri"/>
                <a:ea typeface="Calibri"/>
                <a:cs typeface="Calibri"/>
              </a:defRPr>
            </a:lvl4pPr>
            <a:lvl5pPr algn="l">
              <a:buNone/>
              <a:defRPr sz="1050" b="1" i="0">
                <a:solidFill>
                  <a:srgbClr val="0D6F73"/>
                </a:solidFill>
                <a:latin typeface="Calibri"/>
                <a:ea typeface="Calibri"/>
                <a:cs typeface="Calibri"/>
              </a:defRPr>
            </a:lvl5pPr>
            <a:lvl6pPr algn="l">
              <a:buNone/>
              <a:defRPr sz="1050" b="1" i="0">
                <a:solidFill>
                  <a:srgbClr val="0D6F73"/>
                </a:solidFill>
                <a:latin typeface="Calibri"/>
                <a:ea typeface="Calibri"/>
                <a:cs typeface="Calibri"/>
              </a:defRPr>
            </a:lvl6pPr>
            <a:lvl7pPr algn="l">
              <a:buNone/>
              <a:defRPr sz="1050" b="1" i="0">
                <a:solidFill>
                  <a:srgbClr val="0D6F73"/>
                </a:solidFill>
                <a:latin typeface="Calibri"/>
                <a:ea typeface="Calibri"/>
                <a:cs typeface="Calibri"/>
              </a:defRPr>
            </a:lvl7pPr>
            <a:lvl8pPr algn="l">
              <a:buNone/>
              <a:defRPr sz="1050" b="1" i="0">
                <a:solidFill>
                  <a:srgbClr val="0D6F73"/>
                </a:solidFill>
                <a:latin typeface="Calibri"/>
                <a:ea typeface="Calibri"/>
                <a:cs typeface="Calibri"/>
              </a:defRPr>
            </a:lvl8pPr>
            <a:lvl9pPr algn="l">
              <a:buNone/>
              <a:defRPr sz="1050" b="1" i="0">
                <a:solidFill>
                  <a:srgbClr val="0D6F73"/>
                </a:solidFill>
                <a:latin typeface="Calibri"/>
                <a:ea typeface="Calibri"/>
                <a:cs typeface="Calibri"/>
              </a:defRPr>
            </a:lvl9pPr>
          </a:lstStyle>
          <a:p xmlns:a="http://schemas.openxmlformats.org/drawingml/2006/main">
            <a:pPr algn="l">
              <a:lnSpc>
                <a:spcPct val="108000"/>
              </a:lnSpc>
              <a:buNone/>
              <a:defRPr sz="1050" b="1" i="0">
                <a:solidFill>
                  <a:srgbClr val="0D6F73"/>
                </a:solidFill>
                <a:latin typeface="Calibri"/>
                <a:ea typeface="Calibri"/>
                <a:cs typeface="Calibri"/>
              </a:defRPr>
            </a:pPr>
            <a:r>
              <a:rPr sz="1125" b="1" i="0">
                <a:solidFill>
                  <a:srgbClr val="087E83"/>
                </a:solidFill>
                <a:latin typeface="Calibri"/>
                <a:ea typeface="Calibri"/>
                <a:cs typeface="Calibri"/>
              </a:rPr>
              <a:t>LIVE API PATH</a:t>
            </a:r>
          </a:p>
        </p:txBody>
      </p:sp>
      <p:sp>
        <p:nvSpPr>
          <p:cNvPr id="8" name="">
            <a:extLst xmlns:a="http://schemas.openxmlformats.org/drawingml/2006/main">
              <a:ext uri="{FF2B5EF4-FFF2-40B4-BE49-F238E27FC236}">
                <a16:creationId xmlns:a16="http://schemas.microsoft.com/office/drawing/2014/main" id="{A7FF200C-5646-46FF-BC5E-D32F0AB36316}"/>
              </a:ext>
            </a:extLst>
          </p:cNvPr>
          <p:cNvSpPr>
            <a:spLocks xmlns:a="http://schemas.openxmlformats.org/drawingml/2006/main" noGrp="1"/>
          </p:cNvSpPr>
          <p:nvPr/>
        </p:nvSpPr>
        <p:spPr>
          <a:xfrm xmlns:a="http://schemas.openxmlformats.org/drawingml/2006/main">
            <a:off x="533400" y="1828800"/>
            <a:ext cx="283845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234D59"/>
                </a:solidFill>
                <a:latin typeface="Calibri"/>
                <a:ea typeface="Calibri"/>
                <a:cs typeface="Calibri"/>
              </a:defRPr>
            </a:defPPr>
            <a:lvl1pPr algn="l">
              <a:buNone/>
              <a:defRPr sz="1350" b="0" i="0">
                <a:solidFill>
                  <a:srgbClr val="263C45"/>
                </a:solidFill>
                <a:latin typeface="Calibri"/>
                <a:ea typeface="Calibri"/>
                <a:cs typeface="Calibri"/>
              </a:defRPr>
            </a:lvl1pPr>
            <a:lvl2pPr algn="l">
              <a:buNone/>
              <a:defRPr sz="1350" b="0" i="0">
                <a:solidFill>
                  <a:srgbClr val="263C45"/>
                </a:solidFill>
                <a:latin typeface="Calibri"/>
                <a:ea typeface="Calibri"/>
                <a:cs typeface="Calibri"/>
              </a:defRPr>
            </a:lvl2pPr>
            <a:lvl3pPr algn="l">
              <a:buNone/>
              <a:defRPr sz="1350" b="0" i="0">
                <a:solidFill>
                  <a:srgbClr val="263C45"/>
                </a:solidFill>
                <a:latin typeface="Calibri"/>
                <a:ea typeface="Calibri"/>
                <a:cs typeface="Calibri"/>
              </a:defRPr>
            </a:lvl3pPr>
            <a:lvl4pPr algn="l">
              <a:buNone/>
              <a:defRPr sz="1350" b="0" i="0">
                <a:solidFill>
                  <a:srgbClr val="263C45"/>
                </a:solidFill>
                <a:latin typeface="Calibri"/>
                <a:ea typeface="Calibri"/>
                <a:cs typeface="Calibri"/>
              </a:defRPr>
            </a:lvl4pPr>
            <a:lvl5pPr algn="l">
              <a:buNone/>
              <a:defRPr sz="1350" b="0" i="0">
                <a:solidFill>
                  <a:srgbClr val="263C45"/>
                </a:solidFill>
                <a:latin typeface="Calibri"/>
                <a:ea typeface="Calibri"/>
                <a:cs typeface="Calibri"/>
              </a:defRPr>
            </a:lvl5pPr>
            <a:lvl6pPr algn="l">
              <a:buNone/>
              <a:defRPr sz="1350" b="0" i="0">
                <a:solidFill>
                  <a:srgbClr val="263C45"/>
                </a:solidFill>
                <a:latin typeface="Calibri"/>
                <a:ea typeface="Calibri"/>
                <a:cs typeface="Calibri"/>
              </a:defRPr>
            </a:lvl6pPr>
            <a:lvl7pPr algn="l">
              <a:buNone/>
              <a:defRPr sz="1350" b="0" i="0">
                <a:solidFill>
                  <a:srgbClr val="263C45"/>
                </a:solidFill>
                <a:latin typeface="Calibri"/>
                <a:ea typeface="Calibri"/>
                <a:cs typeface="Calibri"/>
              </a:defRPr>
            </a:lvl7pPr>
            <a:lvl8pPr algn="l">
              <a:buNone/>
              <a:defRPr sz="1350" b="0" i="0">
                <a:solidFill>
                  <a:srgbClr val="263C45"/>
                </a:solidFill>
                <a:latin typeface="Calibri"/>
                <a:ea typeface="Calibri"/>
                <a:cs typeface="Calibri"/>
              </a:defRPr>
            </a:lvl8pPr>
            <a:lvl9pPr algn="l">
              <a:buNone/>
              <a:defRPr sz="1350" b="0" i="0">
                <a:solidFill>
                  <a:srgbClr val="263C45"/>
                </a:solidFill>
                <a:latin typeface="Calibri"/>
                <a:ea typeface="Calibri"/>
                <a:cs typeface="Calibri"/>
              </a:defRPr>
            </a:lvl9pPr>
          </a:lstStyle>
          <a:p xmlns:a="http://schemas.openxmlformats.org/drawingml/2006/main">
            <a:pPr algn="l">
              <a:lnSpc>
                <a:spcPct val="120000"/>
              </a:lnSpc>
              <a:buNone/>
              <a:defRPr sz="1350" b="0" i="0">
                <a:solidFill>
                  <a:srgbClr val="263C45"/>
                </a:solidFill>
                <a:latin typeface="Calibri"/>
                <a:ea typeface="Calibri"/>
                <a:cs typeface="Calibri"/>
              </a:defRPr>
            </a:pPr>
            <a:r>
              <a:rPr sz="1350" b="0" i="0">
                <a:solidFill>
                  <a:srgbClr val="234D59"/>
                </a:solidFill>
                <a:latin typeface="Calibri"/>
                <a:ea typeface="Calibri"/>
                <a:cs typeface="Calibri"/>
              </a:rPr>
              <a:t>Banded risk points</a:t>
            </a:r>
          </a:p>
          <a:p xmlns:a="http://schemas.openxmlformats.org/drawingml/2006/main">
            <a:pPr algn="l">
              <a:lnSpc>
                <a:spcPct val="120000"/>
              </a:lnSpc>
              <a:buNone/>
              <a:defRPr sz="1350" b="0" i="0">
                <a:solidFill>
                  <a:srgbClr val="263C45"/>
                </a:solidFill>
                <a:latin typeface="Calibri"/>
                <a:ea typeface="Calibri"/>
                <a:cs typeface="Calibri"/>
              </a:defRPr>
            </a:pPr>
            <a:r>
              <a:rPr sz="1350" b="0" i="0">
                <a:solidFill>
                  <a:srgbClr val="234D59"/>
                </a:solidFill>
                <a:latin typeface="Calibri"/>
                <a:ea typeface="Calibri"/>
                <a:cs typeface="Calibri"/>
              </a:rPr>
              <a:t>Heart-rate / ECG labels</a:t>
            </a:r>
          </a:p>
          <a:p xmlns:a="http://schemas.openxmlformats.org/drawingml/2006/main">
            <a:pPr algn="l">
              <a:lnSpc>
                <a:spcPct val="120000"/>
              </a:lnSpc>
              <a:buNone/>
              <a:defRPr sz="1350" b="0" i="0">
                <a:solidFill>
                  <a:srgbClr val="263C45"/>
                </a:solidFill>
                <a:latin typeface="Calibri"/>
                <a:ea typeface="Calibri"/>
                <a:cs typeface="Calibri"/>
              </a:defRPr>
            </a:pPr>
            <a:r>
              <a:rPr sz="1350" b="0" i="0">
                <a:solidFill>
                  <a:srgbClr val="234D59"/>
                </a:solidFill>
                <a:latin typeface="Calibri"/>
                <a:ea typeface="Calibri"/>
                <a:cs typeface="Calibri"/>
              </a:rPr>
              <a:t>Blood-pressure trend thresholds</a:t>
            </a:r>
          </a:p>
          <a:p xmlns:a="http://schemas.openxmlformats.org/drawingml/2006/main">
            <a:pPr algn="l">
              <a:lnSpc>
                <a:spcPct val="120000"/>
              </a:lnSpc>
              <a:buNone/>
              <a:defRPr sz="1350" b="0" i="0">
                <a:solidFill>
                  <a:srgbClr val="263C45"/>
                </a:solidFill>
                <a:latin typeface="Calibri"/>
                <a:ea typeface="Calibri"/>
                <a:cs typeface="Calibri"/>
              </a:defRPr>
            </a:pPr>
            <a:r>
              <a:rPr sz="1350" b="0" i="0">
                <a:solidFill>
                  <a:srgbClr val="234D59"/>
                </a:solidFill>
                <a:latin typeface="Calibri"/>
                <a:ea typeface="Calibri"/>
                <a:cs typeface="Calibri"/>
              </a:rPr>
              <a:t>Immediate vital-sign alert rules</a:t>
            </a:r>
          </a:p>
        </p:txBody>
      </p:sp>
      <p:sp>
        <p:nvSpPr>
          <p:cNvPr id="9" name="">
            <a:extLst xmlns:a="http://schemas.openxmlformats.org/drawingml/2006/main">
              <a:ext uri="{FF2B5EF4-FFF2-40B4-BE49-F238E27FC236}">
                <a16:creationId xmlns:a16="http://schemas.microsoft.com/office/drawing/2014/main" id="{56E23DA9-E368-4995-8256-A45C4947BD83}"/>
              </a:ext>
            </a:extLst>
          </p:cNvPr>
          <p:cNvSpPr>
            <a:spLocks xmlns:a="http://schemas.openxmlformats.org/drawingml/2006/main" noGrp="1"/>
          </p:cNvSpPr>
          <p:nvPr/>
        </p:nvSpPr>
        <p:spPr>
          <a:xfrm xmlns:a="http://schemas.openxmlformats.org/drawingml/2006/main" flipH="0" flipV="0">
            <a:off x="3733800" y="1447800"/>
            <a:ext cx="4763" cy="2466975"/>
          </a:xfrm>
          <a:prstGeom xmlns:a="http://schemas.openxmlformats.org/drawingml/2006/main" prst="line">
            <a:avLst/>
          </a:prstGeom>
          <a:noFill xmlns:a="http://schemas.openxmlformats.org/drawingml/2006/main"/>
          <a:ln xmlns:a="http://schemas.openxmlformats.org/drawingml/2006/main" w="11430">
            <a:solidFill>
              <a:srgbClr val="C7D8D8"/>
            </a:solidFill>
            <a:prstDash val="solid"/>
          </a:ln>
        </p:spPr>
      </p:sp>
      <p:sp>
        <p:nvSpPr>
          <p:cNvPr id="10" name="">
            <a:extLst xmlns:a="http://schemas.openxmlformats.org/drawingml/2006/main">
              <a:ext uri="{FF2B5EF4-FFF2-40B4-BE49-F238E27FC236}">
                <a16:creationId xmlns:a16="http://schemas.microsoft.com/office/drawing/2014/main" id="{F7D8D3C3-401A-4219-AF72-CC5C545B2FA7}"/>
              </a:ext>
            </a:extLst>
          </p:cNvPr>
          <p:cNvSpPr>
            <a:spLocks xmlns:a="http://schemas.openxmlformats.org/drawingml/2006/main" noGrp="1"/>
          </p:cNvSpPr>
          <p:nvPr/>
        </p:nvSpPr>
        <p:spPr>
          <a:xfrm xmlns:a="http://schemas.openxmlformats.org/drawingml/2006/main">
            <a:off x="4057650" y="1438275"/>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BD7B25"/>
                </a:solidFill>
                <a:latin typeface="Calibri"/>
                <a:ea typeface="Calibri"/>
                <a:cs typeface="Calibri"/>
              </a:defRPr>
            </a:defPPr>
            <a:lvl1pPr algn="l">
              <a:buNone/>
              <a:defRPr sz="1050" b="1" i="0">
                <a:solidFill>
                  <a:srgbClr val="0D6F73"/>
                </a:solidFill>
                <a:latin typeface="Calibri"/>
                <a:ea typeface="Calibri"/>
                <a:cs typeface="Calibri"/>
              </a:defRPr>
            </a:lvl1pPr>
            <a:lvl2pPr algn="l">
              <a:buNone/>
              <a:defRPr sz="1050" b="1" i="0">
                <a:solidFill>
                  <a:srgbClr val="0D6F73"/>
                </a:solidFill>
                <a:latin typeface="Calibri"/>
                <a:ea typeface="Calibri"/>
                <a:cs typeface="Calibri"/>
              </a:defRPr>
            </a:lvl2pPr>
            <a:lvl3pPr algn="l">
              <a:buNone/>
              <a:defRPr sz="1050" b="1" i="0">
                <a:solidFill>
                  <a:srgbClr val="0D6F73"/>
                </a:solidFill>
                <a:latin typeface="Calibri"/>
                <a:ea typeface="Calibri"/>
                <a:cs typeface="Calibri"/>
              </a:defRPr>
            </a:lvl3pPr>
            <a:lvl4pPr algn="l">
              <a:buNone/>
              <a:defRPr sz="1050" b="1" i="0">
                <a:solidFill>
                  <a:srgbClr val="0D6F73"/>
                </a:solidFill>
                <a:latin typeface="Calibri"/>
                <a:ea typeface="Calibri"/>
                <a:cs typeface="Calibri"/>
              </a:defRPr>
            </a:lvl4pPr>
            <a:lvl5pPr algn="l">
              <a:buNone/>
              <a:defRPr sz="1050" b="1" i="0">
                <a:solidFill>
                  <a:srgbClr val="0D6F73"/>
                </a:solidFill>
                <a:latin typeface="Calibri"/>
                <a:ea typeface="Calibri"/>
                <a:cs typeface="Calibri"/>
              </a:defRPr>
            </a:lvl5pPr>
            <a:lvl6pPr algn="l">
              <a:buNone/>
              <a:defRPr sz="1050" b="1" i="0">
                <a:solidFill>
                  <a:srgbClr val="0D6F73"/>
                </a:solidFill>
                <a:latin typeface="Calibri"/>
                <a:ea typeface="Calibri"/>
                <a:cs typeface="Calibri"/>
              </a:defRPr>
            </a:lvl6pPr>
            <a:lvl7pPr algn="l">
              <a:buNone/>
              <a:defRPr sz="1050" b="1" i="0">
                <a:solidFill>
                  <a:srgbClr val="0D6F73"/>
                </a:solidFill>
                <a:latin typeface="Calibri"/>
                <a:ea typeface="Calibri"/>
                <a:cs typeface="Calibri"/>
              </a:defRPr>
            </a:lvl7pPr>
            <a:lvl8pPr algn="l">
              <a:buNone/>
              <a:defRPr sz="1050" b="1" i="0">
                <a:solidFill>
                  <a:srgbClr val="0D6F73"/>
                </a:solidFill>
                <a:latin typeface="Calibri"/>
                <a:ea typeface="Calibri"/>
                <a:cs typeface="Calibri"/>
              </a:defRPr>
            </a:lvl8pPr>
            <a:lvl9pPr algn="l">
              <a:buNone/>
              <a:defRPr sz="1050" b="1" i="0">
                <a:solidFill>
                  <a:srgbClr val="0D6F73"/>
                </a:solidFill>
                <a:latin typeface="Calibri"/>
                <a:ea typeface="Calibri"/>
                <a:cs typeface="Calibri"/>
              </a:defRPr>
            </a:lvl9pPr>
          </a:lstStyle>
          <a:p xmlns:a="http://schemas.openxmlformats.org/drawingml/2006/main">
            <a:pPr algn="l">
              <a:lnSpc>
                <a:spcPct val="108000"/>
              </a:lnSpc>
              <a:buNone/>
              <a:defRPr sz="1050" b="1" i="0">
                <a:solidFill>
                  <a:srgbClr val="0D6F73"/>
                </a:solidFill>
                <a:latin typeface="Calibri"/>
                <a:ea typeface="Calibri"/>
                <a:cs typeface="Calibri"/>
              </a:defRPr>
            </a:pPr>
            <a:r>
              <a:rPr sz="1125" b="1" i="0">
                <a:solidFill>
                  <a:srgbClr val="BD7B25"/>
                </a:solidFill>
                <a:latin typeface="Calibri"/>
                <a:ea typeface="Calibri"/>
                <a:cs typeface="Calibri"/>
              </a:rPr>
              <a:t>OPTIONAL TRAINING UTILITIES</a:t>
            </a:r>
          </a:p>
        </p:txBody>
      </p:sp>
      <p:sp>
        <p:nvSpPr>
          <p:cNvPr id="11" name="">
            <a:extLst xmlns:a="http://schemas.openxmlformats.org/drawingml/2006/main">
              <a:ext uri="{FF2B5EF4-FFF2-40B4-BE49-F238E27FC236}">
                <a16:creationId xmlns:a16="http://schemas.microsoft.com/office/drawing/2014/main" id="{20699F9F-EB45-4FEE-A779-CE980584E744}"/>
              </a:ext>
            </a:extLst>
          </p:cNvPr>
          <p:cNvSpPr>
            <a:spLocks xmlns:a="http://schemas.openxmlformats.org/drawingml/2006/main" noGrp="1"/>
          </p:cNvSpPr>
          <p:nvPr/>
        </p:nvSpPr>
        <p:spPr>
          <a:xfrm xmlns:a="http://schemas.openxmlformats.org/drawingml/2006/main">
            <a:off x="4057650" y="1828800"/>
            <a:ext cx="2924175" cy="1533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0" i="0">
                <a:solidFill>
                  <a:srgbClr val="425E67"/>
                </a:solidFill>
                <a:latin typeface="Calibri"/>
                <a:ea typeface="Calibri"/>
                <a:cs typeface="Calibri"/>
              </a:defRPr>
            </a:defPPr>
            <a:lvl1pPr algn="l">
              <a:buNone/>
              <a:defRPr sz="1275" b="0" i="0">
                <a:solidFill>
                  <a:srgbClr val="263C45"/>
                </a:solidFill>
                <a:latin typeface="Calibri"/>
                <a:ea typeface="Calibri"/>
                <a:cs typeface="Calibri"/>
              </a:defRPr>
            </a:lvl1pPr>
            <a:lvl2pPr algn="l">
              <a:buNone/>
              <a:defRPr sz="1275" b="0" i="0">
                <a:solidFill>
                  <a:srgbClr val="263C45"/>
                </a:solidFill>
                <a:latin typeface="Calibri"/>
                <a:ea typeface="Calibri"/>
                <a:cs typeface="Calibri"/>
              </a:defRPr>
            </a:lvl2pPr>
            <a:lvl3pPr algn="l">
              <a:buNone/>
              <a:defRPr sz="1275" b="0" i="0">
                <a:solidFill>
                  <a:srgbClr val="263C45"/>
                </a:solidFill>
                <a:latin typeface="Calibri"/>
                <a:ea typeface="Calibri"/>
                <a:cs typeface="Calibri"/>
              </a:defRPr>
            </a:lvl3pPr>
            <a:lvl4pPr algn="l">
              <a:buNone/>
              <a:defRPr sz="1275" b="0" i="0">
                <a:solidFill>
                  <a:srgbClr val="263C45"/>
                </a:solidFill>
                <a:latin typeface="Calibri"/>
                <a:ea typeface="Calibri"/>
                <a:cs typeface="Calibri"/>
              </a:defRPr>
            </a:lvl4pPr>
            <a:lvl5pPr algn="l">
              <a:buNone/>
              <a:defRPr sz="1275" b="0" i="0">
                <a:solidFill>
                  <a:srgbClr val="263C45"/>
                </a:solidFill>
                <a:latin typeface="Calibri"/>
                <a:ea typeface="Calibri"/>
                <a:cs typeface="Calibri"/>
              </a:defRPr>
            </a:lvl5pPr>
            <a:lvl6pPr algn="l">
              <a:buNone/>
              <a:defRPr sz="1275" b="0" i="0">
                <a:solidFill>
                  <a:srgbClr val="263C45"/>
                </a:solidFill>
                <a:latin typeface="Calibri"/>
                <a:ea typeface="Calibri"/>
                <a:cs typeface="Calibri"/>
              </a:defRPr>
            </a:lvl6pPr>
            <a:lvl7pPr algn="l">
              <a:buNone/>
              <a:defRPr sz="1275" b="0" i="0">
                <a:solidFill>
                  <a:srgbClr val="263C45"/>
                </a:solidFill>
                <a:latin typeface="Calibri"/>
                <a:ea typeface="Calibri"/>
                <a:cs typeface="Calibri"/>
              </a:defRPr>
            </a:lvl7pPr>
            <a:lvl8pPr algn="l">
              <a:buNone/>
              <a:defRPr sz="1275" b="0" i="0">
                <a:solidFill>
                  <a:srgbClr val="263C45"/>
                </a:solidFill>
                <a:latin typeface="Calibri"/>
                <a:ea typeface="Calibri"/>
                <a:cs typeface="Calibri"/>
              </a:defRPr>
            </a:lvl8pPr>
            <a:lvl9pPr algn="l">
              <a:buNone/>
              <a:defRPr sz="1275" b="0" i="0">
                <a:solidFill>
                  <a:srgbClr val="263C45"/>
                </a:solidFill>
                <a:latin typeface="Calibri"/>
                <a:ea typeface="Calibri"/>
                <a:cs typeface="Calibri"/>
              </a:defRPr>
            </a:lvl9pPr>
          </a:lstStyle>
          <a:p xmlns:a="http://schemas.openxmlformats.org/drawingml/2006/main">
            <a:pPr algn="l">
              <a:lnSpc>
                <a:spcPct val="116000"/>
              </a:lnSpc>
              <a:buNone/>
              <a:defRPr sz="1275" b="0" i="0">
                <a:solidFill>
                  <a:srgbClr val="263C45"/>
                </a:solidFill>
                <a:latin typeface="Calibri"/>
                <a:ea typeface="Calibri"/>
                <a:cs typeface="Calibri"/>
              </a:defRPr>
            </a:pPr>
            <a:r>
              <a:rPr sz="1238" b="0" i="0">
                <a:solidFill>
                  <a:srgbClr val="425E67"/>
                </a:solidFill>
                <a:latin typeface="Calibri"/>
                <a:ea typeface="Calibri"/>
                <a:cs typeface="Calibri"/>
              </a:rPr>
              <a:t>Gradient Boosting is trained by a separate utility on generated patient labels. The labels are derived from simplified score / condition rules; the service does not load this model in its active prediction path.</a:t>
            </a:r>
          </a:p>
        </p:txBody>
      </p:sp>
      <p:sp>
        <p:nvSpPr>
          <p:cNvPr id="12" name="">
            <a:extLst xmlns:a="http://schemas.openxmlformats.org/drawingml/2006/main">
              <a:ext uri="{FF2B5EF4-FFF2-40B4-BE49-F238E27FC236}">
                <a16:creationId xmlns:a16="http://schemas.microsoft.com/office/drawing/2014/main" id="{BE9E6CEA-8D44-4082-B1B1-2E5B2F1B2D96}"/>
              </a:ext>
            </a:extLst>
          </p:cNvPr>
          <p:cNvSpPr>
            <a:spLocks xmlns:a="http://schemas.openxmlformats.org/drawingml/2006/main" noGrp="1"/>
          </p:cNvSpPr>
          <p:nvPr/>
        </p:nvSpPr>
        <p:spPr>
          <a:xfrm xmlns:a="http://schemas.openxmlformats.org/drawingml/2006/main">
            <a:off x="762000" y="4057650"/>
            <a:ext cx="5953125" cy="523875"/>
          </a:xfrm>
          <a:prstGeom xmlns:a="http://schemas.openxmlformats.org/drawingml/2006/main" prst="roundRect">
            <a:avLst>
              <a:gd name="adj" fmla="val 14545"/>
            </a:avLst>
          </a:prstGeom>
          <a:solidFill xmlns:a="http://schemas.openxmlformats.org/drawingml/2006/main">
            <a:srgbClr val="F7EDE2"/>
          </a:solidFill>
          <a:ln xmlns:a="http://schemas.openxmlformats.org/drawingml/2006/main" w="11430">
            <a:solidFill>
              <a:srgbClr val="E7C9A8"/>
            </a:solidFill>
            <a:prstDash val="solid"/>
          </a:ln>
        </p:spPr>
        <p:txBody>
          <a:bodyPr xmlns:a="http://schemas.openxmlformats.org/drawingml/2006/main" wrap="square" lIns="95250" tIns="76200" rIns="95250" bIns="76200" anchor="ctr">
            <a:normAutofit fontScale="95844"/>
          </a:bodyPr>
          <a:lstStyle xmlns:a="http://schemas.openxmlformats.org/drawingml/2006/main">
            <a:defPPr algn="ctr">
              <a:defRPr sz="1275" b="1">
                <a:solidFill>
                  <a:srgbClr val="B8404A"/>
                </a:solidFill>
                <a:latin typeface="Calibri"/>
                <a:ea typeface="Calibri"/>
                <a:cs typeface="Calibri"/>
              </a:defRPr>
            </a:defPPr>
            <a:lvl1pPr algn="ctr">
              <a:buNone/>
              <a:defRPr sz="1275" b="1">
                <a:solidFill>
                  <a:srgbClr val="70491E"/>
                </a:solidFill>
                <a:latin typeface="Calibri"/>
                <a:ea typeface="Calibri"/>
                <a:cs typeface="Calibri"/>
              </a:defRPr>
            </a:lvl1pPr>
            <a:lvl2pPr algn="ctr">
              <a:buNone/>
              <a:defRPr sz="1275" b="1">
                <a:solidFill>
                  <a:srgbClr val="70491E"/>
                </a:solidFill>
                <a:latin typeface="Calibri"/>
                <a:ea typeface="Calibri"/>
                <a:cs typeface="Calibri"/>
              </a:defRPr>
            </a:lvl2pPr>
            <a:lvl3pPr algn="ctr">
              <a:buNone/>
              <a:defRPr sz="1275" b="1">
                <a:solidFill>
                  <a:srgbClr val="70491E"/>
                </a:solidFill>
                <a:latin typeface="Calibri"/>
                <a:ea typeface="Calibri"/>
                <a:cs typeface="Calibri"/>
              </a:defRPr>
            </a:lvl3pPr>
            <a:lvl4pPr algn="ctr">
              <a:buNone/>
              <a:defRPr sz="1275" b="1">
                <a:solidFill>
                  <a:srgbClr val="70491E"/>
                </a:solidFill>
                <a:latin typeface="Calibri"/>
                <a:ea typeface="Calibri"/>
                <a:cs typeface="Calibri"/>
              </a:defRPr>
            </a:lvl4pPr>
            <a:lvl5pPr algn="ctr">
              <a:buNone/>
              <a:defRPr sz="1275" b="1">
                <a:solidFill>
                  <a:srgbClr val="70491E"/>
                </a:solidFill>
                <a:latin typeface="Calibri"/>
                <a:ea typeface="Calibri"/>
                <a:cs typeface="Calibri"/>
              </a:defRPr>
            </a:lvl5pPr>
            <a:lvl6pPr algn="ctr">
              <a:buNone/>
              <a:defRPr sz="1275" b="1">
                <a:solidFill>
                  <a:srgbClr val="70491E"/>
                </a:solidFill>
                <a:latin typeface="Calibri"/>
                <a:ea typeface="Calibri"/>
                <a:cs typeface="Calibri"/>
              </a:defRPr>
            </a:lvl6pPr>
            <a:lvl7pPr algn="ctr">
              <a:buNone/>
              <a:defRPr sz="1275" b="1">
                <a:solidFill>
                  <a:srgbClr val="70491E"/>
                </a:solidFill>
                <a:latin typeface="Calibri"/>
                <a:ea typeface="Calibri"/>
                <a:cs typeface="Calibri"/>
              </a:defRPr>
            </a:lvl7pPr>
            <a:lvl8pPr algn="ctr">
              <a:buNone/>
              <a:defRPr sz="1275" b="1">
                <a:solidFill>
                  <a:srgbClr val="70491E"/>
                </a:solidFill>
                <a:latin typeface="Calibri"/>
                <a:ea typeface="Calibri"/>
                <a:cs typeface="Calibri"/>
              </a:defRPr>
            </a:lvl8pPr>
            <a:lvl9pPr algn="ctr">
              <a:buNone/>
              <a:defRPr sz="1275" b="1">
                <a:solidFill>
                  <a:srgbClr val="70491E"/>
                </a:solidFill>
                <a:latin typeface="Calibri"/>
                <a:ea typeface="Calibri"/>
                <a:cs typeface="Calibri"/>
              </a:defRPr>
            </a:lvl9pPr>
          </a:lstStyle>
          <a:p xmlns:a="http://schemas.openxmlformats.org/drawingml/2006/main">
            <a:pPr algn="ctr">
              <a:buNone/>
              <a:defRPr sz="1275" b="1">
                <a:solidFill>
                  <a:srgbClr val="70491E"/>
                </a:solidFill>
                <a:latin typeface="Calibri"/>
                <a:ea typeface="Calibri"/>
                <a:cs typeface="Calibri"/>
              </a:defRPr>
            </a:pPr>
            <a:r>
              <a:rPr sz="1275" b="1">
                <a:solidFill>
                  <a:srgbClr val="B8404A"/>
                </a:solidFill>
                <a:latin typeface="Calibri"/>
                <a:ea typeface="Calibri"/>
                <a:cs typeface="Calibri"/>
              </a:rPr>
              <a:t>Synthetic labels + no independent clinical validation = demo logic, not medical prediction</a:t>
            </a:r>
          </a:p>
        </p:txBody>
      </p:sp>
    </p:spTree>
    <p:extLst>
      <p:ext uri="{BB962C8B-B14F-4D97-AF65-F5344CB8AC3E}">
        <p14:creationId xmlns:p14="http://schemas.microsoft.com/office/powerpoint/2010/main" val="670384153"/>
      </p:ext>
    </p:extLst>
  </p:cSld>
</p:sld>
</file>

<file path=ppt/slides/slide8.xml><?xml version="1.0" encoding="utf-8"?>
<p:sld xmlns:p="http://schemas.openxmlformats.org/presentationml/2006/main">
  <p:cSld>
    <p:bg>
      <p:bgPr>
        <a:solidFill xmlns:a="http://schemas.openxmlformats.org/drawingml/2006/main">
          <a:srgbClr val="F5FAF9"/>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55840141-FC9E-4D5B-AB2B-076AA8F157E0}"/>
              </a:ext>
            </a:extLst>
          </p:cNvPr>
          <p:cNvPicPr>
            <a:picLocks xmlns:a="http://schemas.openxmlformats.org/drawingml/2006/main" noChangeAspect="1"/>
          </p:cNvPicPr>
          <p:nvPr/>
        </p:nvPicPr>
        <p:blipFill>
          <a:blip xmlns:r="http://schemas.openxmlformats.org/officeDocument/2006/relationships" xmlns:a="http://schemas.openxmlformats.org/drawingml/2006/main" r:embed="Rd7ddb732d1924f45"/>
          <a:srcRect xmlns:a="http://schemas.openxmlformats.org/drawingml/2006/main" l="0" t="1932" r="0" b="1932"/>
          <a:stretch xmlns:a="http://schemas.openxmlformats.org/drawingml/2006/main">
            <a:fillRect l="0" t="0" r="0" b="0"/>
          </a:stretch>
        </p:blipFill>
        <p:spPr>
          <a:xfrm xmlns:a="http://schemas.openxmlformats.org/drawingml/2006/main">
            <a:off x="0" y="0"/>
            <a:ext cx="7477125" cy="539115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0B8BFD69-D5AA-4E36-9AFF-4352DC55D1F4}"/>
              </a:ext>
            </a:extLst>
          </p:cNvPr>
          <p:cNvSpPr>
            <a:spLocks xmlns:a="http://schemas.openxmlformats.org/drawingml/2006/main" noGrp="1"/>
          </p:cNvSpPr>
          <p:nvPr/>
        </p:nvSpPr>
        <p:spPr>
          <a:xfrm xmlns:a="http://schemas.openxmlformats.org/drawingml/2006/main">
            <a:off x="561975" y="1495425"/>
            <a:ext cx="342900" cy="342900"/>
          </a:xfrm>
          <a:prstGeom xmlns:a="http://schemas.openxmlformats.org/drawingml/2006/main" prst="ellipse">
            <a:avLst/>
          </a:prstGeom>
          <a:solidFill xmlns:a="http://schemas.openxmlformats.org/drawingml/2006/main">
            <a:srgbClr val="168F89"/>
          </a:solidFill>
          <a:ln xmlns:a="http://schemas.openxmlformats.org/drawingml/2006/main" w="9525">
            <a:solidFill>
              <a:srgbClr val="000000"/>
            </a:solidFill>
            <a:prstDash val="solid"/>
          </a:ln>
        </p:spPr>
        <p:txBody>
          <a:bodyPr xmlns:a="http://schemas.openxmlformats.org/drawingml/2006/main" lIns="0" tIns="0" rIns="0" bIns="0" anchor="ctr"/>
          <a:lstStyle xmlns:a="http://schemas.openxmlformats.org/drawingml/2006/main">
            <a:defPPr algn="ctr">
              <a:defRPr sz="975" b="1">
                <a:solidFill>
                  <a:srgbClr val="FFFFFF"/>
                </a:solidFill>
              </a:defRPr>
            </a:defPPr>
            <a:lvl1pPr algn="ctr">
              <a:buNone/>
              <a:defRPr sz="975" b="1">
                <a:solidFill>
                  <a:srgbClr val="FFFFFF"/>
                </a:solidFill>
              </a:defRPr>
            </a:lvl1pPr>
            <a:lvl2pPr algn="ctr">
              <a:buNone/>
              <a:defRPr sz="975" b="1">
                <a:solidFill>
                  <a:srgbClr val="FFFFFF"/>
                </a:solidFill>
              </a:defRPr>
            </a:lvl2pPr>
            <a:lvl3pPr algn="ctr">
              <a:buNone/>
              <a:defRPr sz="975" b="1">
                <a:solidFill>
                  <a:srgbClr val="FFFFFF"/>
                </a:solidFill>
              </a:defRPr>
            </a:lvl3pPr>
            <a:lvl4pPr algn="ctr">
              <a:buNone/>
              <a:defRPr sz="975" b="1">
                <a:solidFill>
                  <a:srgbClr val="FFFFFF"/>
                </a:solidFill>
              </a:defRPr>
            </a:lvl4pPr>
            <a:lvl5pPr algn="ctr">
              <a:buNone/>
              <a:defRPr sz="975" b="1">
                <a:solidFill>
                  <a:srgbClr val="FFFFFF"/>
                </a:solidFill>
              </a:defRPr>
            </a:lvl5pPr>
            <a:lvl6pPr algn="ctr">
              <a:buNone/>
              <a:defRPr sz="975" b="1">
                <a:solidFill>
                  <a:srgbClr val="FFFFFF"/>
                </a:solidFill>
              </a:defRPr>
            </a:lvl6pPr>
            <a:lvl7pPr algn="ctr">
              <a:buNone/>
              <a:defRPr sz="975" b="1">
                <a:solidFill>
                  <a:srgbClr val="FFFFFF"/>
                </a:solidFill>
              </a:defRPr>
            </a:lvl7pPr>
            <a:lvl8pPr algn="ctr">
              <a:buNone/>
              <a:defRPr sz="975" b="1">
                <a:solidFill>
                  <a:srgbClr val="FFFFFF"/>
                </a:solidFill>
              </a:defRPr>
            </a:lvl8pPr>
            <a:lvl9pPr algn="ctr">
              <a:buNone/>
              <a:defRPr sz="975" b="1">
                <a:solidFill>
                  <a:srgbClr val="FFFFFF"/>
                </a:solidFill>
              </a:defRPr>
            </a:lvl9pPr>
          </a:lstStyle>
          <a:p xmlns:a="http://schemas.openxmlformats.org/drawingml/2006/main">
            <a:pPr algn="ctr">
              <a:buNone/>
              <a:defRPr sz="975" b="1">
                <a:solidFill>
                  <a:srgbClr val="FFFFFF"/>
                </a:solidFill>
              </a:defRPr>
            </a:pPr>
            <a:r>
              <a:rPr sz="975" b="1">
                <a:solidFill>
                  <a:srgbClr val="FFFFFF"/>
                </a:solidFill>
              </a:rPr>
              <a:t>1</a:t>
            </a:r>
          </a:p>
        </p:txBody>
      </p:sp>
      <p:sp>
        <p:nvSpPr>
          <p:cNvPr id="19" name="">
            <a:extLst xmlns:a="http://schemas.openxmlformats.org/drawingml/2006/main">
              <a:ext uri="{FF2B5EF4-FFF2-40B4-BE49-F238E27FC236}">
                <a16:creationId xmlns:a16="http://schemas.microsoft.com/office/drawing/2014/main" id="{7D5CFCBD-2C13-41B9-8EDC-44074D3A7512}"/>
              </a:ext>
            </a:extLst>
          </p:cNvPr>
          <p:cNvSpPr>
            <a:spLocks xmlns:a="http://schemas.openxmlformats.org/drawingml/2006/main" noGrp="1"/>
          </p:cNvSpPr>
          <p:nvPr/>
        </p:nvSpPr>
        <p:spPr>
          <a:xfrm xmlns:a="http://schemas.openxmlformats.org/drawingml/2006/main">
            <a:off x="1866900" y="2009775"/>
            <a:ext cx="314325" cy="171450"/>
          </a:xfrm>
          <a:prstGeom xmlns:a="http://schemas.openxmlformats.org/drawingml/2006/main" prst="rightArrow">
            <a:avLst/>
          </a:prstGeom>
          <a:solidFill xmlns:a="http://schemas.openxmlformats.org/drawingml/2006/main">
            <a:srgbClr val="168F89"/>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89C95BA-9324-4D2D-A2EC-5B8C0364D9A4}"/>
              </a:ext>
            </a:extLst>
          </p:cNvPr>
          <p:cNvSpPr>
            <a:spLocks xmlns:a="http://schemas.openxmlformats.org/drawingml/2006/main" noGrp="1"/>
          </p:cNvSpPr>
          <p:nvPr/>
        </p:nvSpPr>
        <p:spPr>
          <a:xfrm xmlns:a="http://schemas.openxmlformats.org/drawingml/2006/main">
            <a:off x="2286000" y="1495425"/>
            <a:ext cx="342900" cy="342900"/>
          </a:xfrm>
          <a:prstGeom xmlns:a="http://schemas.openxmlformats.org/drawingml/2006/main" prst="ellipse">
            <a:avLst/>
          </a:prstGeom>
          <a:solidFill xmlns:a="http://schemas.openxmlformats.org/drawingml/2006/main">
            <a:srgbClr val="1598B7"/>
          </a:solidFill>
          <a:ln xmlns:a="http://schemas.openxmlformats.org/drawingml/2006/main" w="9525">
            <a:solidFill>
              <a:srgbClr val="000000"/>
            </a:solidFill>
            <a:prstDash val="solid"/>
          </a:ln>
        </p:spPr>
        <p:txBody>
          <a:bodyPr xmlns:a="http://schemas.openxmlformats.org/drawingml/2006/main" lIns="0" tIns="0" rIns="0" bIns="0" anchor="ctr"/>
          <a:lstStyle xmlns:a="http://schemas.openxmlformats.org/drawingml/2006/main">
            <a:defPPr algn="ctr">
              <a:defRPr sz="975" b="1">
                <a:solidFill>
                  <a:srgbClr val="FFFFFF"/>
                </a:solidFill>
              </a:defRPr>
            </a:defPPr>
            <a:lvl1pPr algn="ctr">
              <a:buNone/>
              <a:defRPr sz="975" b="1">
                <a:solidFill>
                  <a:srgbClr val="FFFFFF"/>
                </a:solidFill>
              </a:defRPr>
            </a:lvl1pPr>
            <a:lvl2pPr algn="ctr">
              <a:buNone/>
              <a:defRPr sz="975" b="1">
                <a:solidFill>
                  <a:srgbClr val="FFFFFF"/>
                </a:solidFill>
              </a:defRPr>
            </a:lvl2pPr>
            <a:lvl3pPr algn="ctr">
              <a:buNone/>
              <a:defRPr sz="975" b="1">
                <a:solidFill>
                  <a:srgbClr val="FFFFFF"/>
                </a:solidFill>
              </a:defRPr>
            </a:lvl3pPr>
            <a:lvl4pPr algn="ctr">
              <a:buNone/>
              <a:defRPr sz="975" b="1">
                <a:solidFill>
                  <a:srgbClr val="FFFFFF"/>
                </a:solidFill>
              </a:defRPr>
            </a:lvl4pPr>
            <a:lvl5pPr algn="ctr">
              <a:buNone/>
              <a:defRPr sz="975" b="1">
                <a:solidFill>
                  <a:srgbClr val="FFFFFF"/>
                </a:solidFill>
              </a:defRPr>
            </a:lvl5pPr>
            <a:lvl6pPr algn="ctr">
              <a:buNone/>
              <a:defRPr sz="975" b="1">
                <a:solidFill>
                  <a:srgbClr val="FFFFFF"/>
                </a:solidFill>
              </a:defRPr>
            </a:lvl6pPr>
            <a:lvl7pPr algn="ctr">
              <a:buNone/>
              <a:defRPr sz="975" b="1">
                <a:solidFill>
                  <a:srgbClr val="FFFFFF"/>
                </a:solidFill>
              </a:defRPr>
            </a:lvl7pPr>
            <a:lvl8pPr algn="ctr">
              <a:buNone/>
              <a:defRPr sz="975" b="1">
                <a:solidFill>
                  <a:srgbClr val="FFFFFF"/>
                </a:solidFill>
              </a:defRPr>
            </a:lvl8pPr>
            <a:lvl9pPr algn="ctr">
              <a:buNone/>
              <a:defRPr sz="975" b="1">
                <a:solidFill>
                  <a:srgbClr val="FFFFFF"/>
                </a:solidFill>
              </a:defRPr>
            </a:lvl9pPr>
          </a:lstStyle>
          <a:p xmlns:a="http://schemas.openxmlformats.org/drawingml/2006/main">
            <a:pPr algn="ctr">
              <a:buNone/>
              <a:defRPr sz="975" b="1">
                <a:solidFill>
                  <a:srgbClr val="FFFFFF"/>
                </a:solidFill>
              </a:defRPr>
            </a:pPr>
            <a:r>
              <a:rPr sz="975" b="1">
                <a:solidFill>
                  <a:srgbClr val="FFFFFF"/>
                </a:solidFill>
              </a:rPr>
              <a:t>2</a:t>
            </a:r>
          </a:p>
        </p:txBody>
      </p:sp>
      <p:sp>
        <p:nvSpPr>
          <p:cNvPr id="21" name="">
            <a:extLst xmlns:a="http://schemas.openxmlformats.org/drawingml/2006/main">
              <a:ext uri="{FF2B5EF4-FFF2-40B4-BE49-F238E27FC236}">
                <a16:creationId xmlns:a16="http://schemas.microsoft.com/office/drawing/2014/main" id="{2BE87281-9829-4DF0-846D-50C0E0720B56}"/>
              </a:ext>
            </a:extLst>
          </p:cNvPr>
          <p:cNvSpPr>
            <a:spLocks xmlns:a="http://schemas.openxmlformats.org/drawingml/2006/main" noGrp="1"/>
          </p:cNvSpPr>
          <p:nvPr/>
        </p:nvSpPr>
        <p:spPr>
          <a:xfrm xmlns:a="http://schemas.openxmlformats.org/drawingml/2006/main">
            <a:off x="3590925" y="2009775"/>
            <a:ext cx="314325" cy="171450"/>
          </a:xfrm>
          <a:prstGeom xmlns:a="http://schemas.openxmlformats.org/drawingml/2006/main" prst="rightArrow">
            <a:avLst/>
          </a:prstGeom>
          <a:solidFill xmlns:a="http://schemas.openxmlformats.org/drawingml/2006/main">
            <a:srgbClr val="1598B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20E9481-57C0-4C44-B3B2-B5214F432CCD}"/>
              </a:ext>
            </a:extLst>
          </p:cNvPr>
          <p:cNvSpPr>
            <a:spLocks xmlns:a="http://schemas.openxmlformats.org/drawingml/2006/main" noGrp="1"/>
          </p:cNvSpPr>
          <p:nvPr/>
        </p:nvSpPr>
        <p:spPr>
          <a:xfrm xmlns:a="http://schemas.openxmlformats.org/drawingml/2006/main">
            <a:off x="4076700" y="1495425"/>
            <a:ext cx="342900" cy="342900"/>
          </a:xfrm>
          <a:prstGeom xmlns:a="http://schemas.openxmlformats.org/drawingml/2006/main" prst="ellipse">
            <a:avLst/>
          </a:prstGeom>
          <a:solidFill xmlns:a="http://schemas.openxmlformats.org/drawingml/2006/main">
            <a:srgbClr val="845FB5"/>
          </a:solidFill>
          <a:ln xmlns:a="http://schemas.openxmlformats.org/drawingml/2006/main" w="9525">
            <a:solidFill>
              <a:srgbClr val="000000"/>
            </a:solidFill>
            <a:prstDash val="solid"/>
          </a:ln>
        </p:spPr>
        <p:txBody>
          <a:bodyPr xmlns:a="http://schemas.openxmlformats.org/drawingml/2006/main" lIns="0" tIns="0" rIns="0" bIns="0" anchor="ctr"/>
          <a:lstStyle xmlns:a="http://schemas.openxmlformats.org/drawingml/2006/main">
            <a:defPPr algn="ctr">
              <a:defRPr sz="975" b="1">
                <a:solidFill>
                  <a:srgbClr val="FFFFFF"/>
                </a:solidFill>
              </a:defRPr>
            </a:defPPr>
            <a:lvl1pPr algn="ctr">
              <a:buNone/>
              <a:defRPr sz="975" b="1">
                <a:solidFill>
                  <a:srgbClr val="FFFFFF"/>
                </a:solidFill>
              </a:defRPr>
            </a:lvl1pPr>
            <a:lvl2pPr algn="ctr">
              <a:buNone/>
              <a:defRPr sz="975" b="1">
                <a:solidFill>
                  <a:srgbClr val="FFFFFF"/>
                </a:solidFill>
              </a:defRPr>
            </a:lvl2pPr>
            <a:lvl3pPr algn="ctr">
              <a:buNone/>
              <a:defRPr sz="975" b="1">
                <a:solidFill>
                  <a:srgbClr val="FFFFFF"/>
                </a:solidFill>
              </a:defRPr>
            </a:lvl3pPr>
            <a:lvl4pPr algn="ctr">
              <a:buNone/>
              <a:defRPr sz="975" b="1">
                <a:solidFill>
                  <a:srgbClr val="FFFFFF"/>
                </a:solidFill>
              </a:defRPr>
            </a:lvl4pPr>
            <a:lvl5pPr algn="ctr">
              <a:buNone/>
              <a:defRPr sz="975" b="1">
                <a:solidFill>
                  <a:srgbClr val="FFFFFF"/>
                </a:solidFill>
              </a:defRPr>
            </a:lvl5pPr>
            <a:lvl6pPr algn="ctr">
              <a:buNone/>
              <a:defRPr sz="975" b="1">
                <a:solidFill>
                  <a:srgbClr val="FFFFFF"/>
                </a:solidFill>
              </a:defRPr>
            </a:lvl6pPr>
            <a:lvl7pPr algn="ctr">
              <a:buNone/>
              <a:defRPr sz="975" b="1">
                <a:solidFill>
                  <a:srgbClr val="FFFFFF"/>
                </a:solidFill>
              </a:defRPr>
            </a:lvl7pPr>
            <a:lvl8pPr algn="ctr">
              <a:buNone/>
              <a:defRPr sz="975" b="1">
                <a:solidFill>
                  <a:srgbClr val="FFFFFF"/>
                </a:solidFill>
              </a:defRPr>
            </a:lvl8pPr>
            <a:lvl9pPr algn="ctr">
              <a:buNone/>
              <a:defRPr sz="975" b="1">
                <a:solidFill>
                  <a:srgbClr val="FFFFFF"/>
                </a:solidFill>
              </a:defRPr>
            </a:lvl9pPr>
          </a:lstStyle>
          <a:p xmlns:a="http://schemas.openxmlformats.org/drawingml/2006/main">
            <a:pPr algn="ctr">
              <a:buNone/>
              <a:defRPr sz="975" b="1">
                <a:solidFill>
                  <a:srgbClr val="FFFFFF"/>
                </a:solidFill>
              </a:defRPr>
            </a:pPr>
            <a:r>
              <a:rPr sz="975" b="1">
                <a:solidFill>
                  <a:srgbClr val="FFFFFF"/>
                </a:solidFill>
              </a:rPr>
              <a:t>3</a:t>
            </a:r>
          </a:p>
        </p:txBody>
      </p:sp>
      <p:sp>
        <p:nvSpPr>
          <p:cNvPr id="23" name="">
            <a:extLst xmlns:a="http://schemas.openxmlformats.org/drawingml/2006/main">
              <a:ext uri="{FF2B5EF4-FFF2-40B4-BE49-F238E27FC236}">
                <a16:creationId xmlns:a16="http://schemas.microsoft.com/office/drawing/2014/main" id="{9A651B18-3B62-4BCB-8677-2342EC767DE0}"/>
              </a:ext>
            </a:extLst>
          </p:cNvPr>
          <p:cNvSpPr>
            <a:spLocks xmlns:a="http://schemas.openxmlformats.org/drawingml/2006/main" noGrp="1"/>
          </p:cNvSpPr>
          <p:nvPr/>
        </p:nvSpPr>
        <p:spPr>
          <a:xfrm xmlns:a="http://schemas.openxmlformats.org/drawingml/2006/main">
            <a:off x="5381625" y="2009775"/>
            <a:ext cx="314325" cy="171450"/>
          </a:xfrm>
          <a:prstGeom xmlns:a="http://schemas.openxmlformats.org/drawingml/2006/main" prst="rightArrow">
            <a:avLst/>
          </a:prstGeom>
          <a:solidFill xmlns:a="http://schemas.openxmlformats.org/drawingml/2006/main">
            <a:srgbClr val="845FB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546C1CB-8388-4D44-B996-2B9FC5DE8CB8}"/>
              </a:ext>
            </a:extLst>
          </p:cNvPr>
          <p:cNvSpPr>
            <a:spLocks xmlns:a="http://schemas.openxmlformats.org/drawingml/2006/main" noGrp="1"/>
          </p:cNvSpPr>
          <p:nvPr/>
        </p:nvSpPr>
        <p:spPr>
          <a:xfrm xmlns:a="http://schemas.openxmlformats.org/drawingml/2006/main">
            <a:off x="5895975" y="1495425"/>
            <a:ext cx="342900" cy="342900"/>
          </a:xfrm>
          <a:prstGeom xmlns:a="http://schemas.openxmlformats.org/drawingml/2006/main" prst="ellipse">
            <a:avLst/>
          </a:prstGeom>
          <a:solidFill xmlns:a="http://schemas.openxmlformats.org/drawingml/2006/main">
            <a:srgbClr val="D86E52"/>
          </a:solidFill>
          <a:ln xmlns:a="http://schemas.openxmlformats.org/drawingml/2006/main" w="9525">
            <a:solidFill>
              <a:srgbClr val="000000"/>
            </a:solidFill>
            <a:prstDash val="solid"/>
          </a:ln>
        </p:spPr>
        <p:txBody>
          <a:bodyPr xmlns:a="http://schemas.openxmlformats.org/drawingml/2006/main" lIns="0" tIns="0" rIns="0" bIns="0" anchor="ctr"/>
          <a:lstStyle xmlns:a="http://schemas.openxmlformats.org/drawingml/2006/main">
            <a:defPPr algn="ctr">
              <a:defRPr sz="975" b="1">
                <a:solidFill>
                  <a:srgbClr val="FFFFFF"/>
                </a:solidFill>
              </a:defRPr>
            </a:defPPr>
            <a:lvl1pPr algn="ctr">
              <a:buNone/>
              <a:defRPr sz="975" b="1">
                <a:solidFill>
                  <a:srgbClr val="FFFFFF"/>
                </a:solidFill>
              </a:defRPr>
            </a:lvl1pPr>
            <a:lvl2pPr algn="ctr">
              <a:buNone/>
              <a:defRPr sz="975" b="1">
                <a:solidFill>
                  <a:srgbClr val="FFFFFF"/>
                </a:solidFill>
              </a:defRPr>
            </a:lvl2pPr>
            <a:lvl3pPr algn="ctr">
              <a:buNone/>
              <a:defRPr sz="975" b="1">
                <a:solidFill>
                  <a:srgbClr val="FFFFFF"/>
                </a:solidFill>
              </a:defRPr>
            </a:lvl3pPr>
            <a:lvl4pPr algn="ctr">
              <a:buNone/>
              <a:defRPr sz="975" b="1">
                <a:solidFill>
                  <a:srgbClr val="FFFFFF"/>
                </a:solidFill>
              </a:defRPr>
            </a:lvl4pPr>
            <a:lvl5pPr algn="ctr">
              <a:buNone/>
              <a:defRPr sz="975" b="1">
                <a:solidFill>
                  <a:srgbClr val="FFFFFF"/>
                </a:solidFill>
              </a:defRPr>
            </a:lvl5pPr>
            <a:lvl6pPr algn="ctr">
              <a:buNone/>
              <a:defRPr sz="975" b="1">
                <a:solidFill>
                  <a:srgbClr val="FFFFFF"/>
                </a:solidFill>
              </a:defRPr>
            </a:lvl6pPr>
            <a:lvl7pPr algn="ctr">
              <a:buNone/>
              <a:defRPr sz="975" b="1">
                <a:solidFill>
                  <a:srgbClr val="FFFFFF"/>
                </a:solidFill>
              </a:defRPr>
            </a:lvl7pPr>
            <a:lvl8pPr algn="ctr">
              <a:buNone/>
              <a:defRPr sz="975" b="1">
                <a:solidFill>
                  <a:srgbClr val="FFFFFF"/>
                </a:solidFill>
              </a:defRPr>
            </a:lvl8pPr>
            <a:lvl9pPr algn="ctr">
              <a:buNone/>
              <a:defRPr sz="975" b="1">
                <a:solidFill>
                  <a:srgbClr val="FFFFFF"/>
                </a:solidFill>
              </a:defRPr>
            </a:lvl9pPr>
          </a:lstStyle>
          <a:p xmlns:a="http://schemas.openxmlformats.org/drawingml/2006/main">
            <a:pPr algn="ctr">
              <a:buNone/>
              <a:defRPr sz="975" b="1">
                <a:solidFill>
                  <a:srgbClr val="FFFFFF"/>
                </a:solidFill>
              </a:defRPr>
            </a:pPr>
            <a:r>
              <a:rPr sz="975" b="1">
                <a:solidFill>
                  <a:srgbClr val="FFFFFF"/>
                </a:solidFill>
              </a:rPr>
              <a:t>4</a:t>
            </a:r>
          </a:p>
        </p:txBody>
      </p:sp>
      <p:sp>
        <p:nvSpPr>
          <p:cNvPr id="25" name="">
            <a:extLst xmlns:a="http://schemas.openxmlformats.org/drawingml/2006/main">
              <a:ext uri="{FF2B5EF4-FFF2-40B4-BE49-F238E27FC236}">
                <a16:creationId xmlns:a16="http://schemas.microsoft.com/office/drawing/2014/main" id="{494DB2BC-7B60-4474-A7BD-7F653F4C4321}"/>
              </a:ext>
            </a:extLst>
          </p:cNvPr>
          <p:cNvSpPr>
            <a:spLocks xmlns:a="http://schemas.openxmlformats.org/drawingml/2006/main" noGrp="1"/>
          </p:cNvSpPr>
          <p:nvPr/>
        </p:nvSpPr>
        <p:spPr>
          <a:xfrm xmlns:a="http://schemas.openxmlformats.org/drawingml/2006/main">
            <a:off x="428625" y="3114675"/>
            <a:ext cx="6619875" cy="1438275"/>
          </a:xfrm>
          <a:prstGeom xmlns:a="http://schemas.openxmlformats.org/drawingml/2006/main" prst="roundRect">
            <a:avLst>
              <a:gd name="adj" fmla="val 9934"/>
            </a:avLst>
          </a:prstGeom>
          <a:solidFill xmlns:a="http://schemas.openxmlformats.org/drawingml/2006/main">
            <a:srgbClr val="FFFFFF">
              <a:alpha val="92000"/>
            </a:srgbClr>
          </a:solidFill>
          <a:ln xmlns:a="http://schemas.openxmlformats.org/drawingml/2006/main" w="9525">
            <a:solidFill>
              <a:srgbClr val="D8E8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6" name="">
            <a:extLst xmlns:a="http://schemas.openxmlformats.org/drawingml/2006/main">
              <a:ext uri="{FF2B5EF4-FFF2-40B4-BE49-F238E27FC236}">
                <a16:creationId xmlns:a16="http://schemas.microsoft.com/office/drawing/2014/main" id="{37591A33-2173-44B0-9B3C-8BD9FE580555}"/>
              </a:ext>
            </a:extLst>
          </p:cNvPr>
          <p:cNvSpPr>
            <a:spLocks xmlns:a="http://schemas.openxmlformats.org/drawingml/2006/main" noGrp="1"/>
          </p:cNvSpPr>
          <p:nvPr/>
        </p:nvSpPr>
        <p:spPr>
          <a:xfrm xmlns:a="http://schemas.openxmlformats.org/drawingml/2006/main">
            <a:off x="428625" y="3133725"/>
            <a:ext cx="47625" cy="1400175"/>
          </a:xfrm>
          <a:prstGeom xmlns:a="http://schemas.openxmlformats.org/drawingml/2006/main" prst="roundRect">
            <a:avLst>
              <a:gd name="adj" fmla="val 50000"/>
            </a:avLst>
          </a:prstGeom>
          <a:solidFill xmlns:a="http://schemas.openxmlformats.org/drawingml/2006/main">
            <a:srgbClr val="168F89"/>
          </a:solidFill>
          <a:ln xmlns:a="http://schemas.openxmlformats.org/drawingml/2006/main" w="0">
            <a:noFill/>
            <a:prstDash val="solid"/>
          </a:ln>
        </p:spPr>
      </p:sp>
      <p:cxnSp>
        <p:nvCxnSpPr>
          <p:cNvPr id="13" name="">
            <a:extLst xmlns:a="http://schemas.openxmlformats.org/drawingml/2006/main">
              <a:ext uri="{FF2B5EF4-FFF2-40B4-BE49-F238E27FC236}">
                <a16:creationId xmlns:a16="http://schemas.microsoft.com/office/drawing/2014/main" id="{53DDB10F-A6A6-4518-A392-08895D7055F4}"/>
              </a:ext>
            </a:extLst>
          </p:cNvPr>
          <p:cNvCxnSpPr>
            <a:stCxn xmlns:a="http://schemas.openxmlformats.org/drawingml/2006/main" id="9" idx="3"/>
            <a:endCxn xmlns:a="http://schemas.openxmlformats.org/drawingml/2006/main" id="10" idx="1"/>
          </p:cNvCxnSpPr>
          <p:nvPr/>
        </p:nvCxnSpPr>
        <p:spPr>
          <a:xfrm xmlns:a="http://schemas.openxmlformats.org/drawingml/2006/main">
            <a:off x="5448300" y="2290763"/>
            <a:ext cx="371475" cy="0"/>
          </a:xfrm>
          <a:prstGeom xmlns:a="http://schemas.openxmlformats.org/drawingml/2006/main" prst="straightConnector1">
            <a:avLst/>
          </a:prstGeom>
          <a:ln xmlns:a="http://schemas.openxmlformats.org/drawingml/2006/main" w="19050">
            <a:solidFill>
              <a:srgbClr val="248F8A"/>
            </a:solidFill>
            <a:prstDash val="solid"/>
          </a:ln>
        </p:spPr>
      </p:cxnSp>
      <p:cxnSp>
        <p:nvCxnSpPr>
          <p:cNvPr id="12" name="">
            <a:extLst xmlns:a="http://schemas.openxmlformats.org/drawingml/2006/main">
              <a:ext uri="{FF2B5EF4-FFF2-40B4-BE49-F238E27FC236}">
                <a16:creationId xmlns:a16="http://schemas.microsoft.com/office/drawing/2014/main" id="{056EC90C-7BF1-4E3C-8384-428C2F898892}"/>
              </a:ext>
            </a:extLst>
          </p:cNvPr>
          <p:cNvCxnSpPr>
            <a:stCxn xmlns:a="http://schemas.openxmlformats.org/drawingml/2006/main" id="8" idx="3"/>
            <a:endCxn xmlns:a="http://schemas.openxmlformats.org/drawingml/2006/main" id="9" idx="1"/>
          </p:cNvCxnSpPr>
          <p:nvPr/>
        </p:nvCxnSpPr>
        <p:spPr>
          <a:xfrm xmlns:a="http://schemas.openxmlformats.org/drawingml/2006/main">
            <a:off x="3657600" y="2290763"/>
            <a:ext cx="342900" cy="0"/>
          </a:xfrm>
          <a:prstGeom xmlns:a="http://schemas.openxmlformats.org/drawingml/2006/main" prst="straightConnector1">
            <a:avLst/>
          </a:prstGeom>
          <a:ln xmlns:a="http://schemas.openxmlformats.org/drawingml/2006/main" w="19050">
            <a:solidFill>
              <a:srgbClr val="248F8A"/>
            </a:solidFill>
            <a:prstDash val="solid"/>
          </a:ln>
        </p:spPr>
      </p:cxnSp>
      <p:cxnSp>
        <p:nvCxnSpPr>
          <p:cNvPr id="11" name="">
            <a:extLst xmlns:a="http://schemas.openxmlformats.org/drawingml/2006/main">
              <a:ext uri="{FF2B5EF4-FFF2-40B4-BE49-F238E27FC236}">
                <a16:creationId xmlns:a16="http://schemas.microsoft.com/office/drawing/2014/main" id="{4D32B612-44CA-4845-B948-4A3EBCF90662}"/>
              </a:ext>
            </a:extLst>
          </p:cNvPr>
          <p:cNvCxnSpPr>
            <a:stCxn xmlns:a="http://schemas.openxmlformats.org/drawingml/2006/main" id="7" idx="3"/>
            <a:endCxn xmlns:a="http://schemas.openxmlformats.org/drawingml/2006/main" id="8" idx="1"/>
          </p:cNvCxnSpPr>
          <p:nvPr/>
        </p:nvCxnSpPr>
        <p:spPr>
          <a:xfrm xmlns:a="http://schemas.openxmlformats.org/drawingml/2006/main">
            <a:off x="1857375" y="2290763"/>
            <a:ext cx="352425" cy="0"/>
          </a:xfrm>
          <a:prstGeom xmlns:a="http://schemas.openxmlformats.org/drawingml/2006/main" prst="straightConnector1">
            <a:avLst/>
          </a:prstGeom>
          <a:ln xmlns:a="http://schemas.openxmlformats.org/drawingml/2006/main" w="19050">
            <a:solidFill>
              <a:srgbClr val="248F8A"/>
            </a:solidFill>
            <a:prstDash val="solid"/>
          </a:ln>
        </p:spPr>
      </p:cxnSp>
      <p:sp>
        <p:nvSpPr>
          <p:cNvPr id="16" name="">
            <a:extLst xmlns:a="http://schemas.openxmlformats.org/drawingml/2006/main">
              <a:ext uri="{FF2B5EF4-FFF2-40B4-BE49-F238E27FC236}">
                <a16:creationId xmlns:a16="http://schemas.microsoft.com/office/drawing/2014/main" id="{62258555-8D28-4F91-B12F-2F4A06478C3C}"/>
              </a:ext>
            </a:extLst>
          </p:cNvPr>
          <p:cNvSpPr>
            <a:spLocks xmlns:a="http://schemas.openxmlformats.org/drawingml/2006/main" noGrp="1"/>
          </p:cNvSpPr>
          <p:nvPr/>
        </p:nvSpPr>
        <p:spPr>
          <a:xfrm xmlns:a="http://schemas.openxmlformats.org/drawingml/2006/main">
            <a:off x="457200" y="342900"/>
            <a:ext cx="6572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705"/>
          </a:bodyPr>
          <a:lstStyle xmlns:a="http://schemas.openxmlformats.org/drawingml/2006/main">
            <a:defPPr algn="l">
              <a:defRPr sz="2475" b="1" i="0">
                <a:solidFill>
                  <a:srgbClr val="123F50"/>
                </a:solidFill>
                <a:latin typeface="Calibri Light"/>
                <a:ea typeface="Calibri Light"/>
                <a:cs typeface="Calibri Light"/>
              </a:defRPr>
            </a:defPPr>
            <a:lvl1pPr algn="l">
              <a:buNone/>
              <a:defRPr sz="2325" b="1" i="0">
                <a:solidFill>
                  <a:srgbClr val="123F50"/>
                </a:solidFill>
                <a:latin typeface="Calibri Light"/>
                <a:ea typeface="Calibri Light"/>
                <a:cs typeface="Calibri Light"/>
              </a:defRPr>
            </a:lvl1pPr>
            <a:lvl2pPr algn="l">
              <a:buNone/>
              <a:defRPr sz="2325" b="1" i="0">
                <a:solidFill>
                  <a:srgbClr val="123F50"/>
                </a:solidFill>
                <a:latin typeface="Calibri Light"/>
                <a:ea typeface="Calibri Light"/>
                <a:cs typeface="Calibri Light"/>
              </a:defRPr>
            </a:lvl2pPr>
            <a:lvl3pPr algn="l">
              <a:buNone/>
              <a:defRPr sz="2325" b="1" i="0">
                <a:solidFill>
                  <a:srgbClr val="123F50"/>
                </a:solidFill>
                <a:latin typeface="Calibri Light"/>
                <a:ea typeface="Calibri Light"/>
                <a:cs typeface="Calibri Light"/>
              </a:defRPr>
            </a:lvl3pPr>
            <a:lvl4pPr algn="l">
              <a:buNone/>
              <a:defRPr sz="2325" b="1" i="0">
                <a:solidFill>
                  <a:srgbClr val="123F50"/>
                </a:solidFill>
                <a:latin typeface="Calibri Light"/>
                <a:ea typeface="Calibri Light"/>
                <a:cs typeface="Calibri Light"/>
              </a:defRPr>
            </a:lvl4pPr>
            <a:lvl5pPr algn="l">
              <a:buNone/>
              <a:defRPr sz="2325" b="1" i="0">
                <a:solidFill>
                  <a:srgbClr val="123F50"/>
                </a:solidFill>
                <a:latin typeface="Calibri Light"/>
                <a:ea typeface="Calibri Light"/>
                <a:cs typeface="Calibri Light"/>
              </a:defRPr>
            </a:lvl5pPr>
            <a:lvl6pPr algn="l">
              <a:buNone/>
              <a:defRPr sz="2325" b="1" i="0">
                <a:solidFill>
                  <a:srgbClr val="123F50"/>
                </a:solidFill>
                <a:latin typeface="Calibri Light"/>
                <a:ea typeface="Calibri Light"/>
                <a:cs typeface="Calibri Light"/>
              </a:defRPr>
            </a:lvl6pPr>
            <a:lvl7pPr algn="l">
              <a:buNone/>
              <a:defRPr sz="2325" b="1" i="0">
                <a:solidFill>
                  <a:srgbClr val="123F50"/>
                </a:solidFill>
                <a:latin typeface="Calibri Light"/>
                <a:ea typeface="Calibri Light"/>
                <a:cs typeface="Calibri Light"/>
              </a:defRPr>
            </a:lvl7pPr>
            <a:lvl8pPr algn="l">
              <a:buNone/>
              <a:defRPr sz="2325" b="1" i="0">
                <a:solidFill>
                  <a:srgbClr val="123F50"/>
                </a:solidFill>
                <a:latin typeface="Calibri Light"/>
                <a:ea typeface="Calibri Light"/>
                <a:cs typeface="Calibri Light"/>
              </a:defRPr>
            </a:lvl8pPr>
            <a:lvl9pPr algn="l">
              <a:buNone/>
              <a:defRPr sz="2325" b="1" i="0">
                <a:solidFill>
                  <a:srgbClr val="123F50"/>
                </a:solidFill>
                <a:latin typeface="Calibri Light"/>
                <a:ea typeface="Calibri Light"/>
                <a:cs typeface="Calibri Light"/>
              </a:defRPr>
            </a:lvl9pPr>
          </a:lstStyle>
          <a:p xmlns:a="http://schemas.openxmlformats.org/drawingml/2006/main">
            <a:pPr algn="l">
              <a:lnSpc>
                <a:spcPct val="108000"/>
              </a:lnSpc>
              <a:buNone/>
              <a:defRPr sz="2325" b="1" i="0">
                <a:solidFill>
                  <a:srgbClr val="123F50"/>
                </a:solidFill>
                <a:latin typeface="Calibri Light"/>
                <a:ea typeface="Calibri Light"/>
                <a:cs typeface="Calibri Light"/>
              </a:defRPr>
            </a:pPr>
            <a:r>
              <a:rPr sz="2475" b="1" i="0">
                <a:solidFill>
                  <a:srgbClr val="123F50"/>
                </a:solidFill>
                <a:latin typeface="Calibri Light"/>
                <a:ea typeface="Calibri Light"/>
                <a:cs typeface="Calibri Light"/>
              </a:rPr>
              <a:t>Streaming moves readings through one review loop</a:t>
            </a:r>
          </a:p>
        </p:txBody>
      </p:sp>
      <p:sp>
        <p:nvSpPr>
          <p:cNvPr id="2" name="">
            <a:extLst xmlns:a="http://schemas.openxmlformats.org/drawingml/2006/main">
              <a:ext uri="{FF2B5EF4-FFF2-40B4-BE49-F238E27FC236}">
                <a16:creationId xmlns:a16="http://schemas.microsoft.com/office/drawing/2014/main" id="{BDBFF12F-11A1-4B8B-B1E5-5ED05743E591}"/>
              </a:ext>
            </a:extLst>
          </p:cNvPr>
          <p:cNvSpPr>
            <a:spLocks xmlns:a="http://schemas.openxmlformats.org/drawingml/2006/main" noGrp="1"/>
          </p:cNvSpPr>
          <p:nvPr/>
        </p:nvSpPr>
        <p:spPr>
          <a:xfrm xmlns:a="http://schemas.openxmlformats.org/drawingml/2006/main" flipH="0" flipV="0">
            <a:off x="457200" y="866775"/>
            <a:ext cx="647700" cy="4763"/>
          </a:xfrm>
          <a:prstGeom xmlns:a="http://schemas.openxmlformats.org/drawingml/2006/main" prst="line">
            <a:avLst/>
          </a:prstGeom>
          <a:noFill xmlns:a="http://schemas.openxmlformats.org/drawingml/2006/main"/>
          <a:ln xmlns:a="http://schemas.openxmlformats.org/drawingml/2006/main" w="38100">
            <a:solidFill>
              <a:srgbClr val="168F89"/>
            </a:solidFill>
            <a:prstDash val="solid"/>
          </a:ln>
        </p:spPr>
      </p:sp>
      <p:sp>
        <p:nvSpPr>
          <p:cNvPr id="3" name="">
            <a:extLst xmlns:a="http://schemas.openxmlformats.org/drawingml/2006/main">
              <a:ext uri="{FF2B5EF4-FFF2-40B4-BE49-F238E27FC236}">
                <a16:creationId xmlns:a16="http://schemas.microsoft.com/office/drawing/2014/main" id="{271ED0B7-322E-4596-B913-359D7050CFE1}"/>
              </a:ext>
            </a:extLst>
          </p:cNvPr>
          <p:cNvSpPr>
            <a:spLocks xmlns:a="http://schemas.openxmlformats.org/drawingml/2006/main" noGrp="1"/>
          </p:cNvSpPr>
          <p:nvPr/>
        </p:nvSpPr>
        <p:spPr>
          <a:xfrm xmlns:a="http://schemas.openxmlformats.org/drawingml/2006/main">
            <a:off x="457200" y="981075"/>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63" b="0" i="0">
                <a:solidFill>
                  <a:srgbClr val="526B73"/>
                </a:solidFill>
                <a:latin typeface="Calibri"/>
                <a:ea typeface="Calibri"/>
                <a:cs typeface="Calibri"/>
              </a:defRPr>
            </a:defPPr>
            <a:lvl1pPr algn="l">
              <a:buNone/>
              <a:defRPr sz="1125" b="0" i="0">
                <a:solidFill>
                  <a:srgbClr val="647781"/>
                </a:solidFill>
                <a:latin typeface="Calibri"/>
                <a:ea typeface="Calibri"/>
                <a:cs typeface="Calibri"/>
              </a:defRPr>
            </a:lvl1pPr>
            <a:lvl2pPr algn="l">
              <a:buNone/>
              <a:defRPr sz="1125" b="0" i="0">
                <a:solidFill>
                  <a:srgbClr val="647781"/>
                </a:solidFill>
                <a:latin typeface="Calibri"/>
                <a:ea typeface="Calibri"/>
                <a:cs typeface="Calibri"/>
              </a:defRPr>
            </a:lvl2pPr>
            <a:lvl3pPr algn="l">
              <a:buNone/>
              <a:defRPr sz="1125" b="0" i="0">
                <a:solidFill>
                  <a:srgbClr val="647781"/>
                </a:solidFill>
                <a:latin typeface="Calibri"/>
                <a:ea typeface="Calibri"/>
                <a:cs typeface="Calibri"/>
              </a:defRPr>
            </a:lvl3pPr>
            <a:lvl4pPr algn="l">
              <a:buNone/>
              <a:defRPr sz="1125" b="0" i="0">
                <a:solidFill>
                  <a:srgbClr val="647781"/>
                </a:solidFill>
                <a:latin typeface="Calibri"/>
                <a:ea typeface="Calibri"/>
                <a:cs typeface="Calibri"/>
              </a:defRPr>
            </a:lvl4pPr>
            <a:lvl5pPr algn="l">
              <a:buNone/>
              <a:defRPr sz="1125" b="0" i="0">
                <a:solidFill>
                  <a:srgbClr val="647781"/>
                </a:solidFill>
                <a:latin typeface="Calibri"/>
                <a:ea typeface="Calibri"/>
                <a:cs typeface="Calibri"/>
              </a:defRPr>
            </a:lvl5pPr>
            <a:lvl6pPr algn="l">
              <a:buNone/>
              <a:defRPr sz="1125" b="0" i="0">
                <a:solidFill>
                  <a:srgbClr val="647781"/>
                </a:solidFill>
                <a:latin typeface="Calibri"/>
                <a:ea typeface="Calibri"/>
                <a:cs typeface="Calibri"/>
              </a:defRPr>
            </a:lvl6pPr>
            <a:lvl7pPr algn="l">
              <a:buNone/>
              <a:defRPr sz="1125" b="0" i="0">
                <a:solidFill>
                  <a:srgbClr val="647781"/>
                </a:solidFill>
                <a:latin typeface="Calibri"/>
                <a:ea typeface="Calibri"/>
                <a:cs typeface="Calibri"/>
              </a:defRPr>
            </a:lvl7pPr>
            <a:lvl8pPr algn="l">
              <a:buNone/>
              <a:defRPr sz="1125" b="0" i="0">
                <a:solidFill>
                  <a:srgbClr val="647781"/>
                </a:solidFill>
                <a:latin typeface="Calibri"/>
                <a:ea typeface="Calibri"/>
                <a:cs typeface="Calibri"/>
              </a:defRPr>
            </a:lvl8pPr>
            <a:lvl9pPr algn="l">
              <a:buNone/>
              <a:defRPr sz="1125" b="0" i="0">
                <a:solidFill>
                  <a:srgbClr val="647781"/>
                </a:solidFill>
                <a:latin typeface="Calibri"/>
                <a:ea typeface="Calibri"/>
                <a:cs typeface="Calibri"/>
              </a:defRPr>
            </a:lvl9pPr>
          </a:lstStyle>
          <a:p xmlns:a="http://schemas.openxmlformats.org/drawingml/2006/main">
            <a:pPr algn="l">
              <a:lnSpc>
                <a:spcPct val="108000"/>
              </a:lnSpc>
              <a:buNone/>
              <a:defRPr sz="1125" b="0" i="0">
                <a:solidFill>
                  <a:srgbClr val="647781"/>
                </a:solidFill>
                <a:latin typeface="Calibri"/>
                <a:ea typeface="Calibri"/>
                <a:cs typeface="Calibri"/>
              </a:defRPr>
            </a:pPr>
            <a:r>
              <a:rPr sz="1163" b="0" i="0">
                <a:solidFill>
                  <a:srgbClr val="526B73"/>
                </a:solidFill>
                <a:latin typeface="Calibri"/>
                <a:ea typeface="Calibri"/>
                <a:cs typeface="Calibri"/>
              </a:rPr>
              <a:t>REST and WebSocket paths both support demo telemetry ingestion.</a:t>
            </a:r>
          </a:p>
        </p:txBody>
      </p:sp>
      <p:sp>
        <p:nvSpPr>
          <p:cNvPr id="4" name="">
            <a:extLst xmlns:a="http://schemas.openxmlformats.org/drawingml/2006/main">
              <a:ext uri="{FF2B5EF4-FFF2-40B4-BE49-F238E27FC236}">
                <a16:creationId xmlns:a16="http://schemas.microsoft.com/office/drawing/2014/main" id="{34784D3E-1F70-4CF6-929E-7278BF704E32}"/>
              </a:ext>
            </a:extLst>
          </p:cNvPr>
          <p:cNvSpPr>
            <a:spLocks xmlns:a="http://schemas.openxmlformats.org/drawingml/2006/main" noGrp="1"/>
          </p:cNvSpPr>
          <p:nvPr/>
        </p:nvSpPr>
        <p:spPr>
          <a:xfrm xmlns:a="http://schemas.openxmlformats.org/drawingml/2006/main" flipH="0" flipV="0">
            <a:off x="457200" y="5029200"/>
            <a:ext cx="6562725" cy="4763"/>
          </a:xfrm>
          <a:prstGeom xmlns:a="http://schemas.openxmlformats.org/drawingml/2006/main" prst="line">
            <a:avLst/>
          </a:prstGeom>
          <a:noFill xmlns:a="http://schemas.openxmlformats.org/drawingml/2006/main"/>
          <a:ln xmlns:a="http://schemas.openxmlformats.org/drawingml/2006/main" w="9525">
            <a:solidFill>
              <a:srgbClr val="D6E3E2"/>
            </a:solidFill>
            <a:prstDash val="solid"/>
          </a:ln>
        </p:spPr>
      </p:sp>
      <p:sp>
        <p:nvSpPr>
          <p:cNvPr id="5" name="">
            <a:extLst xmlns:a="http://schemas.openxmlformats.org/drawingml/2006/main">
              <a:ext uri="{FF2B5EF4-FFF2-40B4-BE49-F238E27FC236}">
                <a16:creationId xmlns:a16="http://schemas.microsoft.com/office/drawing/2014/main" id="{09504DC5-EACB-4E81-BA59-5B350EB50F45}"/>
              </a:ext>
            </a:extLst>
          </p:cNvPr>
          <p:cNvSpPr>
            <a:spLocks xmlns:a="http://schemas.openxmlformats.org/drawingml/2006/main" noGrp="1"/>
          </p:cNvSpPr>
          <p:nvPr/>
        </p:nvSpPr>
        <p:spPr>
          <a:xfrm xmlns:a="http://schemas.openxmlformats.org/drawingml/2006/main">
            <a:off x="457200" y="5105400"/>
            <a:ext cx="2476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13" b="1" i="0">
                <a:solidFill>
                  <a:srgbClr val="486975"/>
                </a:solidFill>
                <a:latin typeface="Calibri"/>
                <a:ea typeface="Calibri"/>
                <a:cs typeface="Calibri"/>
              </a:defRPr>
            </a:defPPr>
            <a:lvl1pPr algn="l">
              <a:buNone/>
              <a:defRPr sz="788" b="1" i="0">
                <a:solidFill>
                  <a:srgbClr val="647781"/>
                </a:solidFill>
                <a:latin typeface="Calibri"/>
                <a:ea typeface="Calibri"/>
                <a:cs typeface="Calibri"/>
              </a:defRPr>
            </a:lvl1pPr>
            <a:lvl2pPr algn="l">
              <a:buNone/>
              <a:defRPr sz="788" b="1" i="0">
                <a:solidFill>
                  <a:srgbClr val="647781"/>
                </a:solidFill>
                <a:latin typeface="Calibri"/>
                <a:ea typeface="Calibri"/>
                <a:cs typeface="Calibri"/>
              </a:defRPr>
            </a:lvl2pPr>
            <a:lvl3pPr algn="l">
              <a:buNone/>
              <a:defRPr sz="788" b="1" i="0">
                <a:solidFill>
                  <a:srgbClr val="647781"/>
                </a:solidFill>
                <a:latin typeface="Calibri"/>
                <a:ea typeface="Calibri"/>
                <a:cs typeface="Calibri"/>
              </a:defRPr>
            </a:lvl3pPr>
            <a:lvl4pPr algn="l">
              <a:buNone/>
              <a:defRPr sz="788" b="1" i="0">
                <a:solidFill>
                  <a:srgbClr val="647781"/>
                </a:solidFill>
                <a:latin typeface="Calibri"/>
                <a:ea typeface="Calibri"/>
                <a:cs typeface="Calibri"/>
              </a:defRPr>
            </a:lvl4pPr>
            <a:lvl5pPr algn="l">
              <a:buNone/>
              <a:defRPr sz="788" b="1" i="0">
                <a:solidFill>
                  <a:srgbClr val="647781"/>
                </a:solidFill>
                <a:latin typeface="Calibri"/>
                <a:ea typeface="Calibri"/>
                <a:cs typeface="Calibri"/>
              </a:defRPr>
            </a:lvl5pPr>
            <a:lvl6pPr algn="l">
              <a:buNone/>
              <a:defRPr sz="788" b="1" i="0">
                <a:solidFill>
                  <a:srgbClr val="647781"/>
                </a:solidFill>
                <a:latin typeface="Calibri"/>
                <a:ea typeface="Calibri"/>
                <a:cs typeface="Calibri"/>
              </a:defRPr>
            </a:lvl6pPr>
            <a:lvl7pPr algn="l">
              <a:buNone/>
              <a:defRPr sz="788" b="1" i="0">
                <a:solidFill>
                  <a:srgbClr val="647781"/>
                </a:solidFill>
                <a:latin typeface="Calibri"/>
                <a:ea typeface="Calibri"/>
                <a:cs typeface="Calibri"/>
              </a:defRPr>
            </a:lvl7pPr>
            <a:lvl8pPr algn="l">
              <a:buNone/>
              <a:defRPr sz="788" b="1" i="0">
                <a:solidFill>
                  <a:srgbClr val="647781"/>
                </a:solidFill>
                <a:latin typeface="Calibri"/>
                <a:ea typeface="Calibri"/>
                <a:cs typeface="Calibri"/>
              </a:defRPr>
            </a:lvl8pPr>
            <a:lvl9pPr algn="l">
              <a:buNone/>
              <a:defRPr sz="788" b="1" i="0">
                <a:solidFill>
                  <a:srgbClr val="647781"/>
                </a:solidFill>
                <a:latin typeface="Calibri"/>
                <a:ea typeface="Calibri"/>
                <a:cs typeface="Calibri"/>
              </a:defRPr>
            </a:lvl9pPr>
          </a:lstStyle>
          <a:p xmlns:a="http://schemas.openxmlformats.org/drawingml/2006/main">
            <a:pPr algn="l">
              <a:lnSpc>
                <a:spcPct val="108000"/>
              </a:lnSpc>
              <a:buNone/>
              <a:defRPr sz="788" b="1" i="0">
                <a:solidFill>
                  <a:srgbClr val="647781"/>
                </a:solidFill>
                <a:latin typeface="Calibri"/>
                <a:ea typeface="Calibri"/>
                <a:cs typeface="Calibri"/>
              </a:defRPr>
            </a:pPr>
            <a:r>
              <a:rPr sz="713" b="1" i="0">
                <a:solidFill>
                  <a:srgbClr val="486975"/>
                </a:solidFill>
                <a:latin typeface="Calibri"/>
                <a:ea typeface="Calibri"/>
                <a:cs typeface="Calibri"/>
              </a:rPr>
              <a:t>SADHYA  ·  CARDIOTWIN</a:t>
            </a:r>
          </a:p>
        </p:txBody>
      </p:sp>
      <p:sp>
        <p:nvSpPr>
          <p:cNvPr id="6" name="">
            <a:extLst xmlns:a="http://schemas.openxmlformats.org/drawingml/2006/main">
              <a:ext uri="{FF2B5EF4-FFF2-40B4-BE49-F238E27FC236}">
                <a16:creationId xmlns:a16="http://schemas.microsoft.com/office/drawing/2014/main" id="{9C4D19EC-CC8D-45DC-8FA6-0C332BBEB562}"/>
              </a:ext>
            </a:extLst>
          </p:cNvPr>
          <p:cNvSpPr>
            <a:spLocks xmlns:a="http://schemas.openxmlformats.org/drawingml/2006/main" noGrp="1"/>
          </p:cNvSpPr>
          <p:nvPr/>
        </p:nvSpPr>
        <p:spPr>
          <a:xfrm xmlns:a="http://schemas.openxmlformats.org/drawingml/2006/main">
            <a:off x="6724650" y="5105400"/>
            <a:ext cx="2952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750" b="1" i="0">
                <a:solidFill>
                  <a:srgbClr val="168D89"/>
                </a:solidFill>
                <a:latin typeface="Calibri"/>
                <a:ea typeface="Calibri"/>
                <a:cs typeface="Calibri"/>
              </a:defRPr>
            </a:defPPr>
            <a:lvl1pPr algn="r">
              <a:buNone/>
              <a:defRPr sz="788" b="0" i="0">
                <a:solidFill>
                  <a:srgbClr val="647781"/>
                </a:solidFill>
                <a:latin typeface="Calibri"/>
                <a:ea typeface="Calibri"/>
                <a:cs typeface="Calibri"/>
              </a:defRPr>
            </a:lvl1pPr>
            <a:lvl2pPr algn="r">
              <a:buNone/>
              <a:defRPr sz="788" b="0" i="0">
                <a:solidFill>
                  <a:srgbClr val="647781"/>
                </a:solidFill>
                <a:latin typeface="Calibri"/>
                <a:ea typeface="Calibri"/>
                <a:cs typeface="Calibri"/>
              </a:defRPr>
            </a:lvl2pPr>
            <a:lvl3pPr algn="r">
              <a:buNone/>
              <a:defRPr sz="788" b="0" i="0">
                <a:solidFill>
                  <a:srgbClr val="647781"/>
                </a:solidFill>
                <a:latin typeface="Calibri"/>
                <a:ea typeface="Calibri"/>
                <a:cs typeface="Calibri"/>
              </a:defRPr>
            </a:lvl3pPr>
            <a:lvl4pPr algn="r">
              <a:buNone/>
              <a:defRPr sz="788" b="0" i="0">
                <a:solidFill>
                  <a:srgbClr val="647781"/>
                </a:solidFill>
                <a:latin typeface="Calibri"/>
                <a:ea typeface="Calibri"/>
                <a:cs typeface="Calibri"/>
              </a:defRPr>
            </a:lvl4pPr>
            <a:lvl5pPr algn="r">
              <a:buNone/>
              <a:defRPr sz="788" b="0" i="0">
                <a:solidFill>
                  <a:srgbClr val="647781"/>
                </a:solidFill>
                <a:latin typeface="Calibri"/>
                <a:ea typeface="Calibri"/>
                <a:cs typeface="Calibri"/>
              </a:defRPr>
            </a:lvl5pPr>
            <a:lvl6pPr algn="r">
              <a:buNone/>
              <a:defRPr sz="788" b="0" i="0">
                <a:solidFill>
                  <a:srgbClr val="647781"/>
                </a:solidFill>
                <a:latin typeface="Calibri"/>
                <a:ea typeface="Calibri"/>
                <a:cs typeface="Calibri"/>
              </a:defRPr>
            </a:lvl6pPr>
            <a:lvl7pPr algn="r">
              <a:buNone/>
              <a:defRPr sz="788" b="0" i="0">
                <a:solidFill>
                  <a:srgbClr val="647781"/>
                </a:solidFill>
                <a:latin typeface="Calibri"/>
                <a:ea typeface="Calibri"/>
                <a:cs typeface="Calibri"/>
              </a:defRPr>
            </a:lvl7pPr>
            <a:lvl8pPr algn="r">
              <a:buNone/>
              <a:defRPr sz="788" b="0" i="0">
                <a:solidFill>
                  <a:srgbClr val="647781"/>
                </a:solidFill>
                <a:latin typeface="Calibri"/>
                <a:ea typeface="Calibri"/>
                <a:cs typeface="Calibri"/>
              </a:defRPr>
            </a:lvl8pPr>
            <a:lvl9pPr algn="r">
              <a:buNone/>
              <a:defRPr sz="788" b="0" i="0">
                <a:solidFill>
                  <a:srgbClr val="647781"/>
                </a:solidFill>
                <a:latin typeface="Calibri"/>
                <a:ea typeface="Calibri"/>
                <a:cs typeface="Calibri"/>
              </a:defRPr>
            </a:lvl9pPr>
          </a:lstStyle>
          <a:p xmlns:a="http://schemas.openxmlformats.org/drawingml/2006/main">
            <a:pPr algn="r">
              <a:lnSpc>
                <a:spcPct val="108000"/>
              </a:lnSpc>
              <a:buNone/>
              <a:defRPr sz="788" b="0" i="0">
                <a:solidFill>
                  <a:srgbClr val="647781"/>
                </a:solidFill>
                <a:latin typeface="Calibri"/>
                <a:ea typeface="Calibri"/>
                <a:cs typeface="Calibri"/>
              </a:defRPr>
            </a:pPr>
            <a:r>
              <a:rPr sz="750" b="1" i="0">
                <a:solidFill>
                  <a:srgbClr val="168D89"/>
                </a:solidFill>
                <a:latin typeface="Calibri"/>
                <a:ea typeface="Calibri"/>
                <a:cs typeface="Calibri"/>
              </a:rPr>
              <a:t>08</a:t>
            </a:r>
          </a:p>
        </p:txBody>
      </p:sp>
      <p:sp>
        <p:nvSpPr>
          <p:cNvPr id="7" name="">
            <a:extLst xmlns:a="http://schemas.openxmlformats.org/drawingml/2006/main">
              <a:ext uri="{FF2B5EF4-FFF2-40B4-BE49-F238E27FC236}">
                <a16:creationId xmlns:a16="http://schemas.microsoft.com/office/drawing/2014/main" id="{39DB790F-B1B6-4322-9EDC-B29B982F508F}"/>
              </a:ext>
            </a:extLst>
          </p:cNvPr>
          <p:cNvSpPr>
            <a:spLocks xmlns:a="http://schemas.openxmlformats.org/drawingml/2006/main" noGrp="1"/>
          </p:cNvSpPr>
          <p:nvPr/>
        </p:nvSpPr>
        <p:spPr>
          <a:xfrm xmlns:a="http://schemas.openxmlformats.org/drawingml/2006/main">
            <a:off x="476250" y="1895475"/>
            <a:ext cx="1381125" cy="790575"/>
          </a:xfrm>
          <a:prstGeom xmlns:a="http://schemas.openxmlformats.org/drawingml/2006/main" prst="roundRect">
            <a:avLst>
              <a:gd name="adj" fmla="val 9639"/>
            </a:avLst>
          </a:prstGeom>
          <a:solidFill xmlns:a="http://schemas.openxmlformats.org/drawingml/2006/main">
            <a:srgbClr val="E7F1F5"/>
          </a:solidFill>
          <a:ln xmlns:a="http://schemas.openxmlformats.org/drawingml/2006/main" w="11430">
            <a:solidFill>
              <a:srgbClr val="C0D5DD"/>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238" b="1">
                <a:solidFill>
                  <a:srgbClr val="168F89"/>
                </a:solidFill>
                <a:latin typeface="Calibri"/>
                <a:ea typeface="Calibri"/>
                <a:cs typeface="Calibri"/>
              </a:defRPr>
            </a:defPPr>
            <a:lvl1pPr algn="ctr">
              <a:buNone/>
              <a:defRPr sz="1125" b="1">
                <a:solidFill>
                  <a:srgbClr val="263C45"/>
                </a:solidFill>
                <a:latin typeface="Calibri"/>
                <a:ea typeface="Calibri"/>
                <a:cs typeface="Calibri"/>
              </a:defRPr>
            </a:lvl1pPr>
            <a:lvl2pPr algn="ctr">
              <a:buNone/>
              <a:defRPr sz="1125" b="1">
                <a:solidFill>
                  <a:srgbClr val="263C45"/>
                </a:solidFill>
                <a:latin typeface="Calibri"/>
                <a:ea typeface="Calibri"/>
                <a:cs typeface="Calibri"/>
              </a:defRPr>
            </a:lvl2pPr>
            <a:lvl3pPr algn="ctr">
              <a:buNone/>
              <a:defRPr sz="1125" b="1">
                <a:solidFill>
                  <a:srgbClr val="263C45"/>
                </a:solidFill>
                <a:latin typeface="Calibri"/>
                <a:ea typeface="Calibri"/>
                <a:cs typeface="Calibri"/>
              </a:defRPr>
            </a:lvl3pPr>
            <a:lvl4pPr algn="ctr">
              <a:buNone/>
              <a:defRPr sz="1125" b="1">
                <a:solidFill>
                  <a:srgbClr val="263C45"/>
                </a:solidFill>
                <a:latin typeface="Calibri"/>
                <a:ea typeface="Calibri"/>
                <a:cs typeface="Calibri"/>
              </a:defRPr>
            </a:lvl4pPr>
            <a:lvl5pPr algn="ctr">
              <a:buNone/>
              <a:defRPr sz="1125" b="1">
                <a:solidFill>
                  <a:srgbClr val="263C45"/>
                </a:solidFill>
                <a:latin typeface="Calibri"/>
                <a:ea typeface="Calibri"/>
                <a:cs typeface="Calibri"/>
              </a:defRPr>
            </a:lvl5pPr>
            <a:lvl6pPr algn="ctr">
              <a:buNone/>
              <a:defRPr sz="1125" b="1">
                <a:solidFill>
                  <a:srgbClr val="263C45"/>
                </a:solidFill>
                <a:latin typeface="Calibri"/>
                <a:ea typeface="Calibri"/>
                <a:cs typeface="Calibri"/>
              </a:defRPr>
            </a:lvl6pPr>
            <a:lvl7pPr algn="ctr">
              <a:buNone/>
              <a:defRPr sz="1125" b="1">
                <a:solidFill>
                  <a:srgbClr val="263C45"/>
                </a:solidFill>
                <a:latin typeface="Calibri"/>
                <a:ea typeface="Calibri"/>
                <a:cs typeface="Calibri"/>
              </a:defRPr>
            </a:lvl7pPr>
            <a:lvl8pPr algn="ctr">
              <a:buNone/>
              <a:defRPr sz="1125" b="1">
                <a:solidFill>
                  <a:srgbClr val="263C45"/>
                </a:solidFill>
                <a:latin typeface="Calibri"/>
                <a:ea typeface="Calibri"/>
                <a:cs typeface="Calibri"/>
              </a:defRPr>
            </a:lvl8pPr>
            <a:lvl9pPr algn="ctr">
              <a:buNone/>
              <a:defRPr sz="1125" b="1">
                <a:solidFill>
                  <a:srgbClr val="263C45"/>
                </a:solidFill>
                <a:latin typeface="Calibri"/>
                <a:ea typeface="Calibri"/>
                <a:cs typeface="Calibri"/>
              </a:defRPr>
            </a:lvl9pPr>
          </a:lstStyle>
          <a:p xmlns:a="http://schemas.openxmlformats.org/drawingml/2006/main">
            <a:pPr algn="ctr">
              <a:buNone/>
              <a:defRPr sz="1125" b="1">
                <a:solidFill>
                  <a:srgbClr val="263C45"/>
                </a:solidFill>
                <a:latin typeface="Calibri"/>
                <a:ea typeface="Calibri"/>
                <a:cs typeface="Calibri"/>
              </a:defRPr>
            </a:pPr>
            <a:r>
              <a:rPr sz="1238" b="1">
                <a:solidFill>
                  <a:srgbClr val="168F89"/>
                </a:solidFill>
                <a:latin typeface="Calibri"/>
                <a:ea typeface="Calibri"/>
                <a:cs typeface="Calibri"/>
              </a:rPr>
              <a:t>1  ·  Send</a:t>
            </a:r>
          </a:p>
          <a:p xmlns:a="http://schemas.openxmlformats.org/drawingml/2006/main">
            <a:pPr algn="ctr">
              <a:buNone/>
              <a:defRPr sz="1125" b="1">
                <a:solidFill>
                  <a:srgbClr val="263C45"/>
                </a:solidFill>
                <a:latin typeface="Calibri"/>
                <a:ea typeface="Calibri"/>
                <a:cs typeface="Calibri"/>
              </a:defRPr>
            </a:pPr>
            <a:r>
              <a:rPr sz="1238" b="1">
                <a:solidFill>
                  <a:srgbClr val="168F89"/>
                </a:solidFill>
                <a:latin typeface="Calibri"/>
                <a:ea typeface="Calibri"/>
                <a:cs typeface="Calibri"/>
              </a:rPr>
              <a:t>POST vital or WS event</a:t>
            </a:r>
          </a:p>
        </p:txBody>
      </p:sp>
      <p:sp>
        <p:nvSpPr>
          <p:cNvPr id="8" name="">
            <a:extLst xmlns:a="http://schemas.openxmlformats.org/drawingml/2006/main">
              <a:ext uri="{FF2B5EF4-FFF2-40B4-BE49-F238E27FC236}">
                <a16:creationId xmlns:a16="http://schemas.microsoft.com/office/drawing/2014/main" id="{029AFC15-E330-4829-8BBB-E9C54F5CFB06}"/>
              </a:ext>
            </a:extLst>
          </p:cNvPr>
          <p:cNvSpPr>
            <a:spLocks xmlns:a="http://schemas.openxmlformats.org/drawingml/2006/main" noGrp="1"/>
          </p:cNvSpPr>
          <p:nvPr/>
        </p:nvSpPr>
        <p:spPr>
          <a:xfrm xmlns:a="http://schemas.openxmlformats.org/drawingml/2006/main">
            <a:off x="2209800" y="1895475"/>
            <a:ext cx="1447800" cy="790575"/>
          </a:xfrm>
          <a:prstGeom xmlns:a="http://schemas.openxmlformats.org/drawingml/2006/main" prst="roundRect">
            <a:avLst>
              <a:gd name="adj" fmla="val 9639"/>
            </a:avLst>
          </a:prstGeom>
          <a:solidFill xmlns:a="http://schemas.openxmlformats.org/drawingml/2006/main">
            <a:srgbClr val="E6F3EF"/>
          </a:solidFill>
          <a:ln xmlns:a="http://schemas.openxmlformats.org/drawingml/2006/main" w="11430">
            <a:solidFill>
              <a:srgbClr val="C2DCD2"/>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238" b="1">
                <a:solidFill>
                  <a:srgbClr val="2997AE"/>
                </a:solidFill>
                <a:latin typeface="Calibri"/>
                <a:ea typeface="Calibri"/>
                <a:cs typeface="Calibri"/>
              </a:defRPr>
            </a:defPPr>
            <a:lvl1pPr algn="ctr">
              <a:buNone/>
              <a:defRPr sz="1125" b="1">
                <a:solidFill>
                  <a:srgbClr val="263C45"/>
                </a:solidFill>
                <a:latin typeface="Calibri"/>
                <a:ea typeface="Calibri"/>
                <a:cs typeface="Calibri"/>
              </a:defRPr>
            </a:lvl1pPr>
            <a:lvl2pPr algn="ctr">
              <a:buNone/>
              <a:defRPr sz="1125" b="1">
                <a:solidFill>
                  <a:srgbClr val="263C45"/>
                </a:solidFill>
                <a:latin typeface="Calibri"/>
                <a:ea typeface="Calibri"/>
                <a:cs typeface="Calibri"/>
              </a:defRPr>
            </a:lvl2pPr>
            <a:lvl3pPr algn="ctr">
              <a:buNone/>
              <a:defRPr sz="1125" b="1">
                <a:solidFill>
                  <a:srgbClr val="263C45"/>
                </a:solidFill>
                <a:latin typeface="Calibri"/>
                <a:ea typeface="Calibri"/>
                <a:cs typeface="Calibri"/>
              </a:defRPr>
            </a:lvl3pPr>
            <a:lvl4pPr algn="ctr">
              <a:buNone/>
              <a:defRPr sz="1125" b="1">
                <a:solidFill>
                  <a:srgbClr val="263C45"/>
                </a:solidFill>
                <a:latin typeface="Calibri"/>
                <a:ea typeface="Calibri"/>
                <a:cs typeface="Calibri"/>
              </a:defRPr>
            </a:lvl4pPr>
            <a:lvl5pPr algn="ctr">
              <a:buNone/>
              <a:defRPr sz="1125" b="1">
                <a:solidFill>
                  <a:srgbClr val="263C45"/>
                </a:solidFill>
                <a:latin typeface="Calibri"/>
                <a:ea typeface="Calibri"/>
                <a:cs typeface="Calibri"/>
              </a:defRPr>
            </a:lvl5pPr>
            <a:lvl6pPr algn="ctr">
              <a:buNone/>
              <a:defRPr sz="1125" b="1">
                <a:solidFill>
                  <a:srgbClr val="263C45"/>
                </a:solidFill>
                <a:latin typeface="Calibri"/>
                <a:ea typeface="Calibri"/>
                <a:cs typeface="Calibri"/>
              </a:defRPr>
            </a:lvl6pPr>
            <a:lvl7pPr algn="ctr">
              <a:buNone/>
              <a:defRPr sz="1125" b="1">
                <a:solidFill>
                  <a:srgbClr val="263C45"/>
                </a:solidFill>
                <a:latin typeface="Calibri"/>
                <a:ea typeface="Calibri"/>
                <a:cs typeface="Calibri"/>
              </a:defRPr>
            </a:lvl7pPr>
            <a:lvl8pPr algn="ctr">
              <a:buNone/>
              <a:defRPr sz="1125" b="1">
                <a:solidFill>
                  <a:srgbClr val="263C45"/>
                </a:solidFill>
                <a:latin typeface="Calibri"/>
                <a:ea typeface="Calibri"/>
                <a:cs typeface="Calibri"/>
              </a:defRPr>
            </a:lvl8pPr>
            <a:lvl9pPr algn="ctr">
              <a:buNone/>
              <a:defRPr sz="1125" b="1">
                <a:solidFill>
                  <a:srgbClr val="263C45"/>
                </a:solidFill>
                <a:latin typeface="Calibri"/>
                <a:ea typeface="Calibri"/>
                <a:cs typeface="Calibri"/>
              </a:defRPr>
            </a:lvl9pPr>
          </a:lstStyle>
          <a:p xmlns:a="http://schemas.openxmlformats.org/drawingml/2006/main">
            <a:pPr algn="ctr">
              <a:buNone/>
              <a:defRPr sz="1125" b="1">
                <a:solidFill>
                  <a:srgbClr val="263C45"/>
                </a:solidFill>
                <a:latin typeface="Calibri"/>
                <a:ea typeface="Calibri"/>
                <a:cs typeface="Calibri"/>
              </a:defRPr>
            </a:pPr>
            <a:r>
              <a:rPr sz="1238" b="1">
                <a:solidFill>
                  <a:srgbClr val="2997AE"/>
                </a:solidFill>
                <a:latin typeface="Calibri"/>
                <a:ea typeface="Calibri"/>
                <a:cs typeface="Calibri"/>
              </a:rPr>
              <a:t>2  ·  Store</a:t>
            </a:r>
          </a:p>
          <a:p xmlns:a="http://schemas.openxmlformats.org/drawingml/2006/main">
            <a:pPr algn="ctr">
              <a:buNone/>
              <a:defRPr sz="1125" b="1">
                <a:solidFill>
                  <a:srgbClr val="263C45"/>
                </a:solidFill>
                <a:latin typeface="Calibri"/>
                <a:ea typeface="Calibri"/>
                <a:cs typeface="Calibri"/>
              </a:defRPr>
            </a:pPr>
            <a:r>
              <a:rPr sz="1238" b="1">
                <a:solidFill>
                  <a:srgbClr val="2997AE"/>
                </a:solidFill>
                <a:latin typeface="Calibri"/>
                <a:ea typeface="Calibri"/>
                <a:cs typeface="Calibri"/>
              </a:rPr>
              <a:t>Append to patient history</a:t>
            </a:r>
          </a:p>
        </p:txBody>
      </p:sp>
      <p:sp>
        <p:nvSpPr>
          <p:cNvPr id="9" name="">
            <a:extLst xmlns:a="http://schemas.openxmlformats.org/drawingml/2006/main">
              <a:ext uri="{FF2B5EF4-FFF2-40B4-BE49-F238E27FC236}">
                <a16:creationId xmlns:a16="http://schemas.microsoft.com/office/drawing/2014/main" id="{D9FC28AF-B333-406E-9CFD-DF30D6FBF505}"/>
              </a:ext>
            </a:extLst>
          </p:cNvPr>
          <p:cNvSpPr>
            <a:spLocks xmlns:a="http://schemas.openxmlformats.org/drawingml/2006/main" noGrp="1"/>
          </p:cNvSpPr>
          <p:nvPr/>
        </p:nvSpPr>
        <p:spPr>
          <a:xfrm xmlns:a="http://schemas.openxmlformats.org/drawingml/2006/main">
            <a:off x="4000500" y="1895475"/>
            <a:ext cx="1447800" cy="790575"/>
          </a:xfrm>
          <a:prstGeom xmlns:a="http://schemas.openxmlformats.org/drawingml/2006/main" prst="roundRect">
            <a:avLst>
              <a:gd name="adj" fmla="val 9639"/>
            </a:avLst>
          </a:prstGeom>
          <a:solidFill xmlns:a="http://schemas.openxmlformats.org/drawingml/2006/main">
            <a:srgbClr val="E5F2F1"/>
          </a:solidFill>
          <a:ln xmlns:a="http://schemas.openxmlformats.org/drawingml/2006/main" w="11430">
            <a:solidFill>
              <a:srgbClr val="BDD8D6"/>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238" b="1">
                <a:solidFill>
                  <a:srgbClr val="7A59B5"/>
                </a:solidFill>
                <a:latin typeface="Calibri"/>
                <a:ea typeface="Calibri"/>
                <a:cs typeface="Calibri"/>
              </a:defRPr>
            </a:defPPr>
            <a:lvl1pPr algn="ctr">
              <a:buNone/>
              <a:defRPr sz="1125" b="1">
                <a:solidFill>
                  <a:srgbClr val="263C45"/>
                </a:solidFill>
                <a:latin typeface="Calibri"/>
                <a:ea typeface="Calibri"/>
                <a:cs typeface="Calibri"/>
              </a:defRPr>
            </a:lvl1pPr>
            <a:lvl2pPr algn="ctr">
              <a:buNone/>
              <a:defRPr sz="1125" b="1">
                <a:solidFill>
                  <a:srgbClr val="263C45"/>
                </a:solidFill>
                <a:latin typeface="Calibri"/>
                <a:ea typeface="Calibri"/>
                <a:cs typeface="Calibri"/>
              </a:defRPr>
            </a:lvl2pPr>
            <a:lvl3pPr algn="ctr">
              <a:buNone/>
              <a:defRPr sz="1125" b="1">
                <a:solidFill>
                  <a:srgbClr val="263C45"/>
                </a:solidFill>
                <a:latin typeface="Calibri"/>
                <a:ea typeface="Calibri"/>
                <a:cs typeface="Calibri"/>
              </a:defRPr>
            </a:lvl3pPr>
            <a:lvl4pPr algn="ctr">
              <a:buNone/>
              <a:defRPr sz="1125" b="1">
                <a:solidFill>
                  <a:srgbClr val="263C45"/>
                </a:solidFill>
                <a:latin typeface="Calibri"/>
                <a:ea typeface="Calibri"/>
                <a:cs typeface="Calibri"/>
              </a:defRPr>
            </a:lvl4pPr>
            <a:lvl5pPr algn="ctr">
              <a:buNone/>
              <a:defRPr sz="1125" b="1">
                <a:solidFill>
                  <a:srgbClr val="263C45"/>
                </a:solidFill>
                <a:latin typeface="Calibri"/>
                <a:ea typeface="Calibri"/>
                <a:cs typeface="Calibri"/>
              </a:defRPr>
            </a:lvl5pPr>
            <a:lvl6pPr algn="ctr">
              <a:buNone/>
              <a:defRPr sz="1125" b="1">
                <a:solidFill>
                  <a:srgbClr val="263C45"/>
                </a:solidFill>
                <a:latin typeface="Calibri"/>
                <a:ea typeface="Calibri"/>
                <a:cs typeface="Calibri"/>
              </a:defRPr>
            </a:lvl6pPr>
            <a:lvl7pPr algn="ctr">
              <a:buNone/>
              <a:defRPr sz="1125" b="1">
                <a:solidFill>
                  <a:srgbClr val="263C45"/>
                </a:solidFill>
                <a:latin typeface="Calibri"/>
                <a:ea typeface="Calibri"/>
                <a:cs typeface="Calibri"/>
              </a:defRPr>
            </a:lvl7pPr>
            <a:lvl8pPr algn="ctr">
              <a:buNone/>
              <a:defRPr sz="1125" b="1">
                <a:solidFill>
                  <a:srgbClr val="263C45"/>
                </a:solidFill>
                <a:latin typeface="Calibri"/>
                <a:ea typeface="Calibri"/>
                <a:cs typeface="Calibri"/>
              </a:defRPr>
            </a:lvl8pPr>
            <a:lvl9pPr algn="ctr">
              <a:buNone/>
              <a:defRPr sz="1125" b="1">
                <a:solidFill>
                  <a:srgbClr val="263C45"/>
                </a:solidFill>
                <a:latin typeface="Calibri"/>
                <a:ea typeface="Calibri"/>
                <a:cs typeface="Calibri"/>
              </a:defRPr>
            </a:lvl9pPr>
          </a:lstStyle>
          <a:p xmlns:a="http://schemas.openxmlformats.org/drawingml/2006/main">
            <a:pPr algn="ctr">
              <a:buNone/>
              <a:defRPr sz="1125" b="1">
                <a:solidFill>
                  <a:srgbClr val="263C45"/>
                </a:solidFill>
                <a:latin typeface="Calibri"/>
                <a:ea typeface="Calibri"/>
                <a:cs typeface="Calibri"/>
              </a:defRPr>
            </a:pPr>
            <a:r>
              <a:rPr sz="1238" b="1">
                <a:solidFill>
                  <a:srgbClr val="7A59B5"/>
                </a:solidFill>
                <a:latin typeface="Calibri"/>
                <a:ea typeface="Calibri"/>
                <a:cs typeface="Calibri"/>
              </a:rPr>
              <a:t>3  ·  Evaluate</a:t>
            </a:r>
          </a:p>
          <a:p xmlns:a="http://schemas.openxmlformats.org/drawingml/2006/main">
            <a:pPr algn="ctr">
              <a:buNone/>
              <a:defRPr sz="1125" b="1">
                <a:solidFill>
                  <a:srgbClr val="263C45"/>
                </a:solidFill>
                <a:latin typeface="Calibri"/>
                <a:ea typeface="Calibri"/>
                <a:cs typeface="Calibri"/>
              </a:defRPr>
            </a:pPr>
            <a:r>
              <a:rPr sz="1238" b="1">
                <a:solidFill>
                  <a:srgbClr val="7A59B5"/>
                </a:solidFill>
                <a:latin typeface="Calibri"/>
                <a:ea typeface="Calibri"/>
                <a:cs typeface="Calibri"/>
              </a:rPr>
              <a:t>Risk + threshold checks</a:t>
            </a:r>
          </a:p>
        </p:txBody>
      </p:sp>
      <p:sp>
        <p:nvSpPr>
          <p:cNvPr id="10" name="">
            <a:extLst xmlns:a="http://schemas.openxmlformats.org/drawingml/2006/main">
              <a:ext uri="{FF2B5EF4-FFF2-40B4-BE49-F238E27FC236}">
                <a16:creationId xmlns:a16="http://schemas.microsoft.com/office/drawing/2014/main" id="{6C8BFC44-DB79-4ADA-8A5F-770A5148337D}"/>
              </a:ext>
            </a:extLst>
          </p:cNvPr>
          <p:cNvSpPr>
            <a:spLocks xmlns:a="http://schemas.openxmlformats.org/drawingml/2006/main" noGrp="1"/>
          </p:cNvSpPr>
          <p:nvPr/>
        </p:nvSpPr>
        <p:spPr>
          <a:xfrm xmlns:a="http://schemas.openxmlformats.org/drawingml/2006/main">
            <a:off x="5819775" y="1895475"/>
            <a:ext cx="1200150" cy="790575"/>
          </a:xfrm>
          <a:prstGeom xmlns:a="http://schemas.openxmlformats.org/drawingml/2006/main" prst="roundRect">
            <a:avLst>
              <a:gd name="adj" fmla="val 9639"/>
            </a:avLst>
          </a:prstGeom>
          <a:solidFill xmlns:a="http://schemas.openxmlformats.org/drawingml/2006/main">
            <a:srgbClr val="F7EDE2"/>
          </a:solidFill>
          <a:ln xmlns:a="http://schemas.openxmlformats.org/drawingml/2006/main" w="11430">
            <a:solidFill>
              <a:srgbClr val="EAD1B6"/>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238" b="1">
                <a:solidFill>
                  <a:srgbClr val="D57943"/>
                </a:solidFill>
                <a:latin typeface="Calibri"/>
                <a:ea typeface="Calibri"/>
                <a:cs typeface="Calibri"/>
              </a:defRPr>
            </a:defPPr>
            <a:lvl1pPr algn="ctr">
              <a:buNone/>
              <a:defRPr sz="1125" b="1">
                <a:solidFill>
                  <a:srgbClr val="263C45"/>
                </a:solidFill>
                <a:latin typeface="Calibri"/>
                <a:ea typeface="Calibri"/>
                <a:cs typeface="Calibri"/>
              </a:defRPr>
            </a:lvl1pPr>
            <a:lvl2pPr algn="ctr">
              <a:buNone/>
              <a:defRPr sz="1125" b="1">
                <a:solidFill>
                  <a:srgbClr val="263C45"/>
                </a:solidFill>
                <a:latin typeface="Calibri"/>
                <a:ea typeface="Calibri"/>
                <a:cs typeface="Calibri"/>
              </a:defRPr>
            </a:lvl2pPr>
            <a:lvl3pPr algn="ctr">
              <a:buNone/>
              <a:defRPr sz="1125" b="1">
                <a:solidFill>
                  <a:srgbClr val="263C45"/>
                </a:solidFill>
                <a:latin typeface="Calibri"/>
                <a:ea typeface="Calibri"/>
                <a:cs typeface="Calibri"/>
              </a:defRPr>
            </a:lvl3pPr>
            <a:lvl4pPr algn="ctr">
              <a:buNone/>
              <a:defRPr sz="1125" b="1">
                <a:solidFill>
                  <a:srgbClr val="263C45"/>
                </a:solidFill>
                <a:latin typeface="Calibri"/>
                <a:ea typeface="Calibri"/>
                <a:cs typeface="Calibri"/>
              </a:defRPr>
            </a:lvl4pPr>
            <a:lvl5pPr algn="ctr">
              <a:buNone/>
              <a:defRPr sz="1125" b="1">
                <a:solidFill>
                  <a:srgbClr val="263C45"/>
                </a:solidFill>
                <a:latin typeface="Calibri"/>
                <a:ea typeface="Calibri"/>
                <a:cs typeface="Calibri"/>
              </a:defRPr>
            </a:lvl5pPr>
            <a:lvl6pPr algn="ctr">
              <a:buNone/>
              <a:defRPr sz="1125" b="1">
                <a:solidFill>
                  <a:srgbClr val="263C45"/>
                </a:solidFill>
                <a:latin typeface="Calibri"/>
                <a:ea typeface="Calibri"/>
                <a:cs typeface="Calibri"/>
              </a:defRPr>
            </a:lvl6pPr>
            <a:lvl7pPr algn="ctr">
              <a:buNone/>
              <a:defRPr sz="1125" b="1">
                <a:solidFill>
                  <a:srgbClr val="263C45"/>
                </a:solidFill>
                <a:latin typeface="Calibri"/>
                <a:ea typeface="Calibri"/>
                <a:cs typeface="Calibri"/>
              </a:defRPr>
            </a:lvl7pPr>
            <a:lvl8pPr algn="ctr">
              <a:buNone/>
              <a:defRPr sz="1125" b="1">
                <a:solidFill>
                  <a:srgbClr val="263C45"/>
                </a:solidFill>
                <a:latin typeface="Calibri"/>
                <a:ea typeface="Calibri"/>
                <a:cs typeface="Calibri"/>
              </a:defRPr>
            </a:lvl8pPr>
            <a:lvl9pPr algn="ctr">
              <a:buNone/>
              <a:defRPr sz="1125" b="1">
                <a:solidFill>
                  <a:srgbClr val="263C45"/>
                </a:solidFill>
                <a:latin typeface="Calibri"/>
                <a:ea typeface="Calibri"/>
                <a:cs typeface="Calibri"/>
              </a:defRPr>
            </a:lvl9pPr>
          </a:lstStyle>
          <a:p xmlns:a="http://schemas.openxmlformats.org/drawingml/2006/main">
            <a:pPr algn="ctr">
              <a:buNone/>
              <a:defRPr sz="1125" b="1">
                <a:solidFill>
                  <a:srgbClr val="263C45"/>
                </a:solidFill>
                <a:latin typeface="Calibri"/>
                <a:ea typeface="Calibri"/>
                <a:cs typeface="Calibri"/>
              </a:defRPr>
            </a:pPr>
            <a:r>
              <a:rPr sz="1238" b="1">
                <a:solidFill>
                  <a:srgbClr val="D57943"/>
                </a:solidFill>
                <a:latin typeface="Calibri"/>
                <a:ea typeface="Calibri"/>
                <a:cs typeface="Calibri"/>
              </a:rPr>
              <a:t>4  ·  Update</a:t>
            </a:r>
          </a:p>
          <a:p xmlns:a="http://schemas.openxmlformats.org/drawingml/2006/main">
            <a:pPr algn="ctr">
              <a:buNone/>
              <a:defRPr sz="1125" b="1">
                <a:solidFill>
                  <a:srgbClr val="263C45"/>
                </a:solidFill>
                <a:latin typeface="Calibri"/>
                <a:ea typeface="Calibri"/>
                <a:cs typeface="Calibri"/>
              </a:defRPr>
            </a:pPr>
            <a:r>
              <a:rPr sz="1238" b="1">
                <a:solidFill>
                  <a:srgbClr val="D57943"/>
                </a:solidFill>
                <a:latin typeface="Calibri"/>
                <a:ea typeface="Calibri"/>
                <a:cs typeface="Calibri"/>
              </a:rPr>
              <a:t>Alert + client view</a:t>
            </a:r>
          </a:p>
        </p:txBody>
      </p:sp>
      <p:sp>
        <p:nvSpPr>
          <p:cNvPr id="14" name="">
            <a:extLst xmlns:a="http://schemas.openxmlformats.org/drawingml/2006/main">
              <a:ext uri="{FF2B5EF4-FFF2-40B4-BE49-F238E27FC236}">
                <a16:creationId xmlns:a16="http://schemas.microsoft.com/office/drawing/2014/main" id="{70EF341D-B6D9-443F-BF63-E1DBEF82AB6A}"/>
              </a:ext>
            </a:extLst>
          </p:cNvPr>
          <p:cNvSpPr>
            <a:spLocks xmlns:a="http://schemas.openxmlformats.org/drawingml/2006/main" noGrp="1"/>
          </p:cNvSpPr>
          <p:nvPr/>
        </p:nvSpPr>
        <p:spPr>
          <a:xfrm xmlns:a="http://schemas.openxmlformats.org/drawingml/2006/main">
            <a:off x="571500" y="3228975"/>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087E83"/>
                </a:solidFill>
                <a:latin typeface="Calibri"/>
                <a:ea typeface="Calibri"/>
                <a:cs typeface="Calibri"/>
              </a:defRPr>
            </a:defPPr>
            <a:lvl1pPr algn="l">
              <a:buNone/>
              <a:defRPr sz="1350" b="1" i="0">
                <a:solidFill>
                  <a:srgbClr val="0D6F73"/>
                </a:solidFill>
                <a:latin typeface="Calibri"/>
                <a:ea typeface="Calibri"/>
                <a:cs typeface="Calibri"/>
              </a:defRPr>
            </a:lvl1pPr>
            <a:lvl2pPr algn="l">
              <a:buNone/>
              <a:defRPr sz="1350" b="1" i="0">
                <a:solidFill>
                  <a:srgbClr val="0D6F73"/>
                </a:solidFill>
                <a:latin typeface="Calibri"/>
                <a:ea typeface="Calibri"/>
                <a:cs typeface="Calibri"/>
              </a:defRPr>
            </a:lvl2pPr>
            <a:lvl3pPr algn="l">
              <a:buNone/>
              <a:defRPr sz="1350" b="1" i="0">
                <a:solidFill>
                  <a:srgbClr val="0D6F73"/>
                </a:solidFill>
                <a:latin typeface="Calibri"/>
                <a:ea typeface="Calibri"/>
                <a:cs typeface="Calibri"/>
              </a:defRPr>
            </a:lvl3pPr>
            <a:lvl4pPr algn="l">
              <a:buNone/>
              <a:defRPr sz="1350" b="1" i="0">
                <a:solidFill>
                  <a:srgbClr val="0D6F73"/>
                </a:solidFill>
                <a:latin typeface="Calibri"/>
                <a:ea typeface="Calibri"/>
                <a:cs typeface="Calibri"/>
              </a:defRPr>
            </a:lvl4pPr>
            <a:lvl5pPr algn="l">
              <a:buNone/>
              <a:defRPr sz="1350" b="1" i="0">
                <a:solidFill>
                  <a:srgbClr val="0D6F73"/>
                </a:solidFill>
                <a:latin typeface="Calibri"/>
                <a:ea typeface="Calibri"/>
                <a:cs typeface="Calibri"/>
              </a:defRPr>
            </a:lvl5pPr>
            <a:lvl6pPr algn="l">
              <a:buNone/>
              <a:defRPr sz="1350" b="1" i="0">
                <a:solidFill>
                  <a:srgbClr val="0D6F73"/>
                </a:solidFill>
                <a:latin typeface="Calibri"/>
                <a:ea typeface="Calibri"/>
                <a:cs typeface="Calibri"/>
              </a:defRPr>
            </a:lvl6pPr>
            <a:lvl7pPr algn="l">
              <a:buNone/>
              <a:defRPr sz="1350" b="1" i="0">
                <a:solidFill>
                  <a:srgbClr val="0D6F73"/>
                </a:solidFill>
                <a:latin typeface="Calibri"/>
                <a:ea typeface="Calibri"/>
                <a:cs typeface="Calibri"/>
              </a:defRPr>
            </a:lvl7pPr>
            <a:lvl8pPr algn="l">
              <a:buNone/>
              <a:defRPr sz="1350" b="1" i="0">
                <a:solidFill>
                  <a:srgbClr val="0D6F73"/>
                </a:solidFill>
                <a:latin typeface="Calibri"/>
                <a:ea typeface="Calibri"/>
                <a:cs typeface="Calibri"/>
              </a:defRPr>
            </a:lvl8pPr>
            <a:lvl9pPr algn="l">
              <a:buNone/>
              <a:defRPr sz="1350" b="1" i="0">
                <a:solidFill>
                  <a:srgbClr val="0D6F73"/>
                </a:solidFill>
                <a:latin typeface="Calibri"/>
                <a:ea typeface="Calibri"/>
                <a:cs typeface="Calibri"/>
              </a:defRPr>
            </a:lvl9pPr>
          </a:lstStyle>
          <a:p xmlns:a="http://schemas.openxmlformats.org/drawingml/2006/main">
            <a:pPr algn="l">
              <a:lnSpc>
                <a:spcPct val="108000"/>
              </a:lnSpc>
              <a:buNone/>
              <a:defRPr sz="1350" b="1" i="0">
                <a:solidFill>
                  <a:srgbClr val="0D6F73"/>
                </a:solidFill>
                <a:latin typeface="Calibri"/>
                <a:ea typeface="Calibri"/>
                <a:cs typeface="Calibri"/>
              </a:defRPr>
            </a:pPr>
            <a:r>
              <a:rPr sz="1425" b="1" i="0">
                <a:solidFill>
                  <a:srgbClr val="087E83"/>
                </a:solidFill>
                <a:latin typeface="Calibri"/>
                <a:ea typeface="Calibri"/>
                <a:cs typeface="Calibri"/>
              </a:rPr>
              <a:t>WebSocket event types</a:t>
            </a:r>
          </a:p>
        </p:txBody>
      </p:sp>
      <p:sp>
        <p:nvSpPr>
          <p:cNvPr id="15" name="">
            <a:extLst xmlns:a="http://schemas.openxmlformats.org/drawingml/2006/main">
              <a:ext uri="{FF2B5EF4-FFF2-40B4-BE49-F238E27FC236}">
                <a16:creationId xmlns:a16="http://schemas.microsoft.com/office/drawing/2014/main" id="{1A08787D-FCF5-427A-A20B-97B1DE4D7291}"/>
              </a:ext>
            </a:extLst>
          </p:cNvPr>
          <p:cNvSpPr>
            <a:spLocks xmlns:a="http://schemas.openxmlformats.org/drawingml/2006/main" noGrp="1"/>
          </p:cNvSpPr>
          <p:nvPr/>
        </p:nvSpPr>
        <p:spPr>
          <a:xfrm xmlns:a="http://schemas.openxmlformats.org/drawingml/2006/main">
            <a:off x="571500" y="3581400"/>
            <a:ext cx="6143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2E4E59"/>
                </a:solidFill>
                <a:latin typeface="Calibri"/>
                <a:ea typeface="Calibri"/>
                <a:cs typeface="Calibri"/>
              </a:defRPr>
            </a:defPPr>
            <a:lvl1pPr algn="l">
              <a:buNone/>
              <a:defRPr sz="1275" b="0" i="0">
                <a:solidFill>
                  <a:srgbClr val="263C45"/>
                </a:solidFill>
                <a:latin typeface="Calibri"/>
                <a:ea typeface="Calibri"/>
                <a:cs typeface="Calibri"/>
              </a:defRPr>
            </a:lvl1pPr>
            <a:lvl2pPr algn="l">
              <a:buNone/>
              <a:defRPr sz="1275" b="0" i="0">
                <a:solidFill>
                  <a:srgbClr val="263C45"/>
                </a:solidFill>
                <a:latin typeface="Calibri"/>
                <a:ea typeface="Calibri"/>
                <a:cs typeface="Calibri"/>
              </a:defRPr>
            </a:lvl2pPr>
            <a:lvl3pPr algn="l">
              <a:buNone/>
              <a:defRPr sz="1275" b="0" i="0">
                <a:solidFill>
                  <a:srgbClr val="263C45"/>
                </a:solidFill>
                <a:latin typeface="Calibri"/>
                <a:ea typeface="Calibri"/>
                <a:cs typeface="Calibri"/>
              </a:defRPr>
            </a:lvl3pPr>
            <a:lvl4pPr algn="l">
              <a:buNone/>
              <a:defRPr sz="1275" b="0" i="0">
                <a:solidFill>
                  <a:srgbClr val="263C45"/>
                </a:solidFill>
                <a:latin typeface="Calibri"/>
                <a:ea typeface="Calibri"/>
                <a:cs typeface="Calibri"/>
              </a:defRPr>
            </a:lvl4pPr>
            <a:lvl5pPr algn="l">
              <a:buNone/>
              <a:defRPr sz="1275" b="0" i="0">
                <a:solidFill>
                  <a:srgbClr val="263C45"/>
                </a:solidFill>
                <a:latin typeface="Calibri"/>
                <a:ea typeface="Calibri"/>
                <a:cs typeface="Calibri"/>
              </a:defRPr>
            </a:lvl5pPr>
            <a:lvl6pPr algn="l">
              <a:buNone/>
              <a:defRPr sz="1275" b="0" i="0">
                <a:solidFill>
                  <a:srgbClr val="263C45"/>
                </a:solidFill>
                <a:latin typeface="Calibri"/>
                <a:ea typeface="Calibri"/>
                <a:cs typeface="Calibri"/>
              </a:defRPr>
            </a:lvl6pPr>
            <a:lvl7pPr algn="l">
              <a:buNone/>
              <a:defRPr sz="1275" b="0" i="0">
                <a:solidFill>
                  <a:srgbClr val="263C45"/>
                </a:solidFill>
                <a:latin typeface="Calibri"/>
                <a:ea typeface="Calibri"/>
                <a:cs typeface="Calibri"/>
              </a:defRPr>
            </a:lvl7pPr>
            <a:lvl8pPr algn="l">
              <a:buNone/>
              <a:defRPr sz="1275" b="0" i="0">
                <a:solidFill>
                  <a:srgbClr val="263C45"/>
                </a:solidFill>
                <a:latin typeface="Calibri"/>
                <a:ea typeface="Calibri"/>
                <a:cs typeface="Calibri"/>
              </a:defRPr>
            </a:lvl8pPr>
            <a:lvl9pPr algn="l">
              <a:buNone/>
              <a:defRPr sz="1275" b="0" i="0">
                <a:solidFill>
                  <a:srgbClr val="263C45"/>
                </a:solidFill>
                <a:latin typeface="Calibri"/>
                <a:ea typeface="Calibri"/>
                <a:cs typeface="Calibri"/>
              </a:defRPr>
            </a:lvl9pPr>
          </a:lstStyle>
          <a:p xmlns:a="http://schemas.openxmlformats.org/drawingml/2006/main">
            <a:pPr algn="l">
              <a:lnSpc>
                <a:spcPct val="118000"/>
              </a:lnSpc>
              <a:buNone/>
              <a:defRPr sz="1275" b="0" i="0">
                <a:solidFill>
                  <a:srgbClr val="263C45"/>
                </a:solidFill>
                <a:latin typeface="Calibri"/>
                <a:ea typeface="Calibri"/>
                <a:cs typeface="Calibri"/>
              </a:defRPr>
            </a:pPr>
            <a:r>
              <a:rPr sz="1275" b="0" i="0">
                <a:solidFill>
                  <a:srgbClr val="2E4E59"/>
                </a:solidFill>
                <a:latin typeface="Calibri"/>
                <a:ea typeface="Calibri"/>
                <a:cs typeface="Calibri"/>
              </a:rPr>
              <a:t>subscribe  →  register interest</a:t>
            </a:r>
          </a:p>
          <a:p xmlns:a="http://schemas.openxmlformats.org/drawingml/2006/main">
            <a:pPr algn="l">
              <a:lnSpc>
                <a:spcPct val="118000"/>
              </a:lnSpc>
              <a:buNone/>
              <a:defRPr sz="1275" b="0" i="0">
                <a:solidFill>
                  <a:srgbClr val="263C45"/>
                </a:solidFill>
                <a:latin typeface="Calibri"/>
                <a:ea typeface="Calibri"/>
                <a:cs typeface="Calibri"/>
              </a:defRPr>
            </a:pPr>
            <a:r>
              <a:rPr sz="1275" b="0" i="0">
                <a:solidFill>
                  <a:srgbClr val="2E4E59"/>
                </a:solidFill>
                <a:latin typeface="Calibri"/>
                <a:ea typeface="Calibri"/>
                <a:cs typeface="Calibri"/>
              </a:rPr>
              <a:t>vitals  →  ingest a reading</a:t>
            </a:r>
          </a:p>
          <a:p xmlns:a="http://schemas.openxmlformats.org/drawingml/2006/main">
            <a:pPr algn="l">
              <a:lnSpc>
                <a:spcPct val="118000"/>
              </a:lnSpc>
              <a:buNone/>
              <a:defRPr sz="1275" b="0" i="0">
                <a:solidFill>
                  <a:srgbClr val="263C45"/>
                </a:solidFill>
                <a:latin typeface="Calibri"/>
                <a:ea typeface="Calibri"/>
                <a:cs typeface="Calibri"/>
              </a:defRPr>
            </a:pPr>
            <a:r>
              <a:rPr sz="1275" b="0" i="0">
                <a:solidFill>
                  <a:srgbClr val="2E4E59"/>
                </a:solidFill>
                <a:latin typeface="Calibri"/>
                <a:ea typeface="Calibri"/>
                <a:cs typeface="Calibri"/>
              </a:rPr>
              <a:t>alert / prediction_update  →  push results</a:t>
            </a:r>
          </a:p>
        </p:txBody>
      </p:sp>
    </p:spTree>
    <p:extLst>
      <p:ext uri="{BB962C8B-B14F-4D97-AF65-F5344CB8AC3E}">
        <p14:creationId xmlns:p14="http://schemas.microsoft.com/office/powerpoint/2010/main" val="318136122"/>
      </p:ext>
    </p:extLst>
  </p:cSld>
</p:sld>
</file>

<file path=ppt/slides/slide9.xml><?xml version="1.0" encoding="utf-8"?>
<p:sld xmlns:p="http://schemas.openxmlformats.org/presentationml/2006/main">
  <p:cSld>
    <p:bg>
      <p:bgPr>
        <a:solidFill xmlns:a="http://schemas.openxmlformats.org/drawingml/2006/main">
          <a:srgbClr val="F5FAF9"/>
        </a:solidFill>
      </p:bgPr>
    </p:bg>
    <p:spTree>
      <p:nvGrpSpPr>
        <p:cNvPr id="1" name=""/>
        <p:cNvGrpSpPr/>
        <p:nvPr/>
      </p:nvGrpSpPr>
      <p:grpSpPr>
        <a:xfrm xmlns:a="http://schemas.openxmlformats.org/drawingml/2006/main"/>
      </p:grpSpPr>
      <p:pic>
        <p:nvPicPr>
          <p:cNvPr id="28" name="">
            <a:extLst xmlns:a="http://schemas.openxmlformats.org/drawingml/2006/main">
              <a:ext uri="{FF2B5EF4-FFF2-40B4-BE49-F238E27FC236}">
                <a16:creationId xmlns:a16="http://schemas.microsoft.com/office/drawing/2014/main" id="{C4C37908-337A-481E-9B3D-AAEC52BF7D21}"/>
              </a:ext>
            </a:extLst>
          </p:cNvPr>
          <p:cNvPicPr>
            <a:picLocks xmlns:a="http://schemas.openxmlformats.org/drawingml/2006/main" noChangeAspect="1"/>
          </p:cNvPicPr>
          <p:nvPr/>
        </p:nvPicPr>
        <p:blipFill>
          <a:blip xmlns:r="http://schemas.openxmlformats.org/officeDocument/2006/relationships" xmlns:a="http://schemas.openxmlformats.org/drawingml/2006/main" r:embed="Rf1dce6c2c25f4320"/>
          <a:srcRect xmlns:a="http://schemas.openxmlformats.org/drawingml/2006/main" l="0" t="1932" r="0" b="1932"/>
          <a:stretch xmlns:a="http://schemas.openxmlformats.org/drawingml/2006/main">
            <a:fillRect l="0" t="0" r="0" b="0"/>
          </a:stretch>
        </p:blipFill>
        <p:spPr>
          <a:xfrm xmlns:a="http://schemas.openxmlformats.org/drawingml/2006/main">
            <a:off x="0" y="0"/>
            <a:ext cx="7477125" cy="539115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A2E87AA2-3D91-4FA1-892D-0351FDE2DA48}"/>
              </a:ext>
            </a:extLst>
          </p:cNvPr>
          <p:cNvSpPr>
            <a:spLocks xmlns:a="http://schemas.openxmlformats.org/drawingml/2006/main" noGrp="1"/>
          </p:cNvSpPr>
          <p:nvPr/>
        </p:nvSpPr>
        <p:spPr>
          <a:xfrm xmlns:a="http://schemas.openxmlformats.org/drawingml/2006/main">
            <a:off x="390525" y="1781175"/>
            <a:ext cx="6734175" cy="504825"/>
          </a:xfrm>
          <a:prstGeom xmlns:a="http://schemas.openxmlformats.org/drawingml/2006/main" prst="roundRect">
            <a:avLst>
              <a:gd name="adj" fmla="val 28302"/>
            </a:avLst>
          </a:prstGeom>
          <a:solidFill xmlns:a="http://schemas.openxmlformats.org/drawingml/2006/main">
            <a:srgbClr val="FFFFFF">
              <a:alpha val="95000"/>
            </a:srgbClr>
          </a:solidFill>
          <a:ln xmlns:a="http://schemas.openxmlformats.org/drawingml/2006/main" w="9525">
            <a:solidFill>
              <a:srgbClr val="D7E7E4"/>
            </a:solidFill>
            <a:prstDash val="solid"/>
          </a:ln>
        </p:spPr>
      </p:sp>
      <p:sp>
        <p:nvSpPr>
          <p:cNvPr id="30" name="">
            <a:extLst xmlns:a="http://schemas.openxmlformats.org/drawingml/2006/main">
              <a:ext uri="{FF2B5EF4-FFF2-40B4-BE49-F238E27FC236}">
                <a16:creationId xmlns:a16="http://schemas.microsoft.com/office/drawing/2014/main" id="{954CF19D-6131-466E-BB50-274C3C5F977E}"/>
              </a:ext>
            </a:extLst>
          </p:cNvPr>
          <p:cNvSpPr>
            <a:spLocks xmlns:a="http://schemas.openxmlformats.org/drawingml/2006/main" noGrp="1"/>
          </p:cNvSpPr>
          <p:nvPr/>
        </p:nvSpPr>
        <p:spPr>
          <a:xfrm xmlns:a="http://schemas.openxmlformats.org/drawingml/2006/main">
            <a:off x="390525" y="1790700"/>
            <a:ext cx="47625" cy="485775"/>
          </a:xfrm>
          <a:prstGeom xmlns:a="http://schemas.openxmlformats.org/drawingml/2006/main" prst="roundRect">
            <a:avLst>
              <a:gd name="adj" fmla="val 50000"/>
            </a:avLst>
          </a:prstGeom>
          <a:solidFill xmlns:a="http://schemas.openxmlformats.org/drawingml/2006/main">
            <a:srgbClr val="D86E52"/>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736C5774-97F0-4C47-9E72-FBE6E8FFCDDB}"/>
              </a:ext>
            </a:extLst>
          </p:cNvPr>
          <p:cNvSpPr>
            <a:spLocks xmlns:a="http://schemas.openxmlformats.org/drawingml/2006/main" noGrp="1"/>
          </p:cNvSpPr>
          <p:nvPr/>
        </p:nvSpPr>
        <p:spPr>
          <a:xfrm xmlns:a="http://schemas.openxmlformats.org/drawingml/2006/main">
            <a:off x="390525" y="2352675"/>
            <a:ext cx="6734175" cy="504825"/>
          </a:xfrm>
          <a:prstGeom xmlns:a="http://schemas.openxmlformats.org/drawingml/2006/main" prst="roundRect">
            <a:avLst>
              <a:gd name="adj" fmla="val 28302"/>
            </a:avLst>
          </a:prstGeom>
          <a:solidFill xmlns:a="http://schemas.openxmlformats.org/drawingml/2006/main">
            <a:srgbClr val="FFFFFF">
              <a:alpha val="95000"/>
            </a:srgbClr>
          </a:solidFill>
          <a:ln xmlns:a="http://schemas.openxmlformats.org/drawingml/2006/main" w="9525">
            <a:solidFill>
              <a:srgbClr val="D7E7E4"/>
            </a:solidFill>
            <a:prstDash val="solid"/>
          </a:ln>
        </p:spPr>
      </p:sp>
      <p:sp>
        <p:nvSpPr>
          <p:cNvPr id="32" name="">
            <a:extLst xmlns:a="http://schemas.openxmlformats.org/drawingml/2006/main">
              <a:ext uri="{FF2B5EF4-FFF2-40B4-BE49-F238E27FC236}">
                <a16:creationId xmlns:a16="http://schemas.microsoft.com/office/drawing/2014/main" id="{1B2956C5-EF96-4510-A2E2-6011BD129462}"/>
              </a:ext>
            </a:extLst>
          </p:cNvPr>
          <p:cNvSpPr>
            <a:spLocks xmlns:a="http://schemas.openxmlformats.org/drawingml/2006/main" noGrp="1"/>
          </p:cNvSpPr>
          <p:nvPr/>
        </p:nvSpPr>
        <p:spPr>
          <a:xfrm xmlns:a="http://schemas.openxmlformats.org/drawingml/2006/main">
            <a:off x="390525" y="2362200"/>
            <a:ext cx="47625" cy="485775"/>
          </a:xfrm>
          <a:prstGeom xmlns:a="http://schemas.openxmlformats.org/drawingml/2006/main" prst="roundRect">
            <a:avLst>
              <a:gd name="adj" fmla="val 50000"/>
            </a:avLst>
          </a:prstGeom>
          <a:solidFill xmlns:a="http://schemas.openxmlformats.org/drawingml/2006/main">
            <a:srgbClr val="C78A26"/>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FE3B8CFB-D195-4B0D-B145-A9F48879E1A0}"/>
              </a:ext>
            </a:extLst>
          </p:cNvPr>
          <p:cNvSpPr>
            <a:spLocks xmlns:a="http://schemas.openxmlformats.org/drawingml/2006/main" noGrp="1"/>
          </p:cNvSpPr>
          <p:nvPr/>
        </p:nvSpPr>
        <p:spPr>
          <a:xfrm xmlns:a="http://schemas.openxmlformats.org/drawingml/2006/main">
            <a:off x="390525" y="2924175"/>
            <a:ext cx="6734175" cy="504825"/>
          </a:xfrm>
          <a:prstGeom xmlns:a="http://schemas.openxmlformats.org/drawingml/2006/main" prst="roundRect">
            <a:avLst>
              <a:gd name="adj" fmla="val 28302"/>
            </a:avLst>
          </a:prstGeom>
          <a:solidFill xmlns:a="http://schemas.openxmlformats.org/drawingml/2006/main">
            <a:srgbClr val="FFFFFF">
              <a:alpha val="95000"/>
            </a:srgbClr>
          </a:solidFill>
          <a:ln xmlns:a="http://schemas.openxmlformats.org/drawingml/2006/main" w="9525">
            <a:solidFill>
              <a:srgbClr val="D7E7E4"/>
            </a:solidFill>
            <a:prstDash val="solid"/>
          </a:ln>
        </p:spPr>
      </p:sp>
      <p:sp>
        <p:nvSpPr>
          <p:cNvPr id="34" name="">
            <a:extLst xmlns:a="http://schemas.openxmlformats.org/drawingml/2006/main">
              <a:ext uri="{FF2B5EF4-FFF2-40B4-BE49-F238E27FC236}">
                <a16:creationId xmlns:a16="http://schemas.microsoft.com/office/drawing/2014/main" id="{9C093B29-4D1C-4EE7-8385-3544E7617B3E}"/>
              </a:ext>
            </a:extLst>
          </p:cNvPr>
          <p:cNvSpPr>
            <a:spLocks xmlns:a="http://schemas.openxmlformats.org/drawingml/2006/main" noGrp="1"/>
          </p:cNvSpPr>
          <p:nvPr/>
        </p:nvSpPr>
        <p:spPr>
          <a:xfrm xmlns:a="http://schemas.openxmlformats.org/drawingml/2006/main">
            <a:off x="390525" y="2933700"/>
            <a:ext cx="47625" cy="485775"/>
          </a:xfrm>
          <a:prstGeom xmlns:a="http://schemas.openxmlformats.org/drawingml/2006/main" prst="roundRect">
            <a:avLst>
              <a:gd name="adj" fmla="val 50000"/>
            </a:avLst>
          </a:prstGeom>
          <a:solidFill xmlns:a="http://schemas.openxmlformats.org/drawingml/2006/main">
            <a:srgbClr val="1598B7"/>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9713C875-CE65-4D48-9658-A46BB1DFFE31}"/>
              </a:ext>
            </a:extLst>
          </p:cNvPr>
          <p:cNvSpPr>
            <a:spLocks xmlns:a="http://schemas.openxmlformats.org/drawingml/2006/main" noGrp="1"/>
          </p:cNvSpPr>
          <p:nvPr/>
        </p:nvSpPr>
        <p:spPr>
          <a:xfrm xmlns:a="http://schemas.openxmlformats.org/drawingml/2006/main">
            <a:off x="390525" y="3495675"/>
            <a:ext cx="6734175" cy="504825"/>
          </a:xfrm>
          <a:prstGeom xmlns:a="http://schemas.openxmlformats.org/drawingml/2006/main" prst="roundRect">
            <a:avLst>
              <a:gd name="adj" fmla="val 28302"/>
            </a:avLst>
          </a:prstGeom>
          <a:solidFill xmlns:a="http://schemas.openxmlformats.org/drawingml/2006/main">
            <a:srgbClr val="FFFFFF">
              <a:alpha val="95000"/>
            </a:srgbClr>
          </a:solidFill>
          <a:ln xmlns:a="http://schemas.openxmlformats.org/drawingml/2006/main" w="9525">
            <a:solidFill>
              <a:srgbClr val="D7E7E4"/>
            </a:solidFill>
            <a:prstDash val="solid"/>
          </a:ln>
        </p:spPr>
      </p:sp>
      <p:sp>
        <p:nvSpPr>
          <p:cNvPr id="36" name="">
            <a:extLst xmlns:a="http://schemas.openxmlformats.org/drawingml/2006/main">
              <a:ext uri="{FF2B5EF4-FFF2-40B4-BE49-F238E27FC236}">
                <a16:creationId xmlns:a16="http://schemas.microsoft.com/office/drawing/2014/main" id="{64A5D663-9571-42C7-AC57-D9BDAA78C562}"/>
              </a:ext>
            </a:extLst>
          </p:cNvPr>
          <p:cNvSpPr>
            <a:spLocks xmlns:a="http://schemas.openxmlformats.org/drawingml/2006/main" noGrp="1"/>
          </p:cNvSpPr>
          <p:nvPr/>
        </p:nvSpPr>
        <p:spPr>
          <a:xfrm xmlns:a="http://schemas.openxmlformats.org/drawingml/2006/main">
            <a:off x="390525" y="3505200"/>
            <a:ext cx="47625" cy="485775"/>
          </a:xfrm>
          <a:prstGeom xmlns:a="http://schemas.openxmlformats.org/drawingml/2006/main" prst="roundRect">
            <a:avLst>
              <a:gd name="adj" fmla="val 50000"/>
            </a:avLst>
          </a:prstGeom>
          <a:solidFill xmlns:a="http://schemas.openxmlformats.org/drawingml/2006/main">
            <a:srgbClr val="845FB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8CA0AFB2-99DC-4D39-8CE3-0168D19BFE21}"/>
              </a:ext>
            </a:extLst>
          </p:cNvPr>
          <p:cNvSpPr>
            <a:spLocks xmlns:a="http://schemas.openxmlformats.org/drawingml/2006/main" noGrp="1"/>
          </p:cNvSpPr>
          <p:nvPr/>
        </p:nvSpPr>
        <p:spPr>
          <a:xfrm xmlns:a="http://schemas.openxmlformats.org/drawingml/2006/main">
            <a:off x="704850" y="4181475"/>
            <a:ext cx="6076950" cy="533400"/>
          </a:xfrm>
          <a:prstGeom xmlns:a="http://schemas.openxmlformats.org/drawingml/2006/main" prst="roundRect">
            <a:avLst>
              <a:gd name="adj" fmla="val 26786"/>
            </a:avLst>
          </a:prstGeom>
          <a:solidFill xmlns:a="http://schemas.openxmlformats.org/drawingml/2006/main">
            <a:srgbClr val="F1F8F7"/>
          </a:solidFill>
          <a:ln xmlns:a="http://schemas.openxmlformats.org/drawingml/2006/main" w="9525">
            <a:solidFill>
              <a:srgbClr val="D4E6E2"/>
            </a:solidFill>
            <a:prstDash val="solid"/>
          </a:ln>
        </p:spPr>
      </p:sp>
      <p:sp>
        <p:nvSpPr>
          <p:cNvPr id="38" name="">
            <a:extLst xmlns:a="http://schemas.openxmlformats.org/drawingml/2006/main">
              <a:ext uri="{FF2B5EF4-FFF2-40B4-BE49-F238E27FC236}">
                <a16:creationId xmlns:a16="http://schemas.microsoft.com/office/drawing/2014/main" id="{04CB5ACF-FFBC-4028-81F4-6F47FF1E78C0}"/>
              </a:ext>
            </a:extLst>
          </p:cNvPr>
          <p:cNvSpPr>
            <a:spLocks xmlns:a="http://schemas.openxmlformats.org/drawingml/2006/main" noGrp="1"/>
          </p:cNvSpPr>
          <p:nvPr/>
        </p:nvSpPr>
        <p:spPr>
          <a:xfrm xmlns:a="http://schemas.openxmlformats.org/drawingml/2006/main">
            <a:off x="704850" y="4181475"/>
            <a:ext cx="47625" cy="533400"/>
          </a:xfrm>
          <a:prstGeom xmlns:a="http://schemas.openxmlformats.org/drawingml/2006/main" prst="roundRect">
            <a:avLst>
              <a:gd name="adj" fmla="val 50000"/>
            </a:avLst>
          </a:prstGeom>
          <a:solidFill xmlns:a="http://schemas.openxmlformats.org/drawingml/2006/main">
            <a:srgbClr val="168F89"/>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BB2483AC-5DA5-45DC-B7BC-1EAD27C59F2F}"/>
              </a:ext>
            </a:extLst>
          </p:cNvPr>
          <p:cNvSpPr>
            <a:spLocks xmlns:a="http://schemas.openxmlformats.org/drawingml/2006/main" noGrp="1"/>
          </p:cNvSpPr>
          <p:nvPr/>
        </p:nvSpPr>
        <p:spPr>
          <a:xfrm xmlns:a="http://schemas.openxmlformats.org/drawingml/2006/main">
            <a:off x="457200" y="342900"/>
            <a:ext cx="6572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75" b="1" i="0">
                <a:solidFill>
                  <a:srgbClr val="123F50"/>
                </a:solidFill>
                <a:latin typeface="Calibri Light"/>
                <a:ea typeface="Calibri Light"/>
                <a:cs typeface="Calibri Light"/>
              </a:defRPr>
            </a:defPPr>
            <a:lvl1pPr algn="l">
              <a:buNone/>
              <a:defRPr sz="2325" b="1" i="0">
                <a:solidFill>
                  <a:srgbClr val="123F50"/>
                </a:solidFill>
                <a:latin typeface="Calibri Light"/>
                <a:ea typeface="Calibri Light"/>
                <a:cs typeface="Calibri Light"/>
              </a:defRPr>
            </a:lvl1pPr>
            <a:lvl2pPr algn="l">
              <a:buNone/>
              <a:defRPr sz="2325" b="1" i="0">
                <a:solidFill>
                  <a:srgbClr val="123F50"/>
                </a:solidFill>
                <a:latin typeface="Calibri Light"/>
                <a:ea typeface="Calibri Light"/>
                <a:cs typeface="Calibri Light"/>
              </a:defRPr>
            </a:lvl2pPr>
            <a:lvl3pPr algn="l">
              <a:buNone/>
              <a:defRPr sz="2325" b="1" i="0">
                <a:solidFill>
                  <a:srgbClr val="123F50"/>
                </a:solidFill>
                <a:latin typeface="Calibri Light"/>
                <a:ea typeface="Calibri Light"/>
                <a:cs typeface="Calibri Light"/>
              </a:defRPr>
            </a:lvl3pPr>
            <a:lvl4pPr algn="l">
              <a:buNone/>
              <a:defRPr sz="2325" b="1" i="0">
                <a:solidFill>
                  <a:srgbClr val="123F50"/>
                </a:solidFill>
                <a:latin typeface="Calibri Light"/>
                <a:ea typeface="Calibri Light"/>
                <a:cs typeface="Calibri Light"/>
              </a:defRPr>
            </a:lvl4pPr>
            <a:lvl5pPr algn="l">
              <a:buNone/>
              <a:defRPr sz="2325" b="1" i="0">
                <a:solidFill>
                  <a:srgbClr val="123F50"/>
                </a:solidFill>
                <a:latin typeface="Calibri Light"/>
                <a:ea typeface="Calibri Light"/>
                <a:cs typeface="Calibri Light"/>
              </a:defRPr>
            </a:lvl5pPr>
            <a:lvl6pPr algn="l">
              <a:buNone/>
              <a:defRPr sz="2325" b="1" i="0">
                <a:solidFill>
                  <a:srgbClr val="123F50"/>
                </a:solidFill>
                <a:latin typeface="Calibri Light"/>
                <a:ea typeface="Calibri Light"/>
                <a:cs typeface="Calibri Light"/>
              </a:defRPr>
            </a:lvl6pPr>
            <a:lvl7pPr algn="l">
              <a:buNone/>
              <a:defRPr sz="2325" b="1" i="0">
                <a:solidFill>
                  <a:srgbClr val="123F50"/>
                </a:solidFill>
                <a:latin typeface="Calibri Light"/>
                <a:ea typeface="Calibri Light"/>
                <a:cs typeface="Calibri Light"/>
              </a:defRPr>
            </a:lvl7pPr>
            <a:lvl8pPr algn="l">
              <a:buNone/>
              <a:defRPr sz="2325" b="1" i="0">
                <a:solidFill>
                  <a:srgbClr val="123F50"/>
                </a:solidFill>
                <a:latin typeface="Calibri Light"/>
                <a:ea typeface="Calibri Light"/>
                <a:cs typeface="Calibri Light"/>
              </a:defRPr>
            </a:lvl8pPr>
            <a:lvl9pPr algn="l">
              <a:buNone/>
              <a:defRPr sz="2325" b="1" i="0">
                <a:solidFill>
                  <a:srgbClr val="123F50"/>
                </a:solidFill>
                <a:latin typeface="Calibri Light"/>
                <a:ea typeface="Calibri Light"/>
                <a:cs typeface="Calibri Light"/>
              </a:defRPr>
            </a:lvl9pPr>
          </a:lstStyle>
          <a:p xmlns:a="http://schemas.openxmlformats.org/drawingml/2006/main">
            <a:pPr algn="l">
              <a:lnSpc>
                <a:spcPct val="108000"/>
              </a:lnSpc>
              <a:buNone/>
              <a:defRPr sz="2325" b="1" i="0">
                <a:solidFill>
                  <a:srgbClr val="123F50"/>
                </a:solidFill>
                <a:latin typeface="Calibri Light"/>
                <a:ea typeface="Calibri Light"/>
                <a:cs typeface="Calibri Light"/>
              </a:defRPr>
            </a:pPr>
            <a:r>
              <a:rPr sz="2475" b="1" i="0">
                <a:solidFill>
                  <a:srgbClr val="123F50"/>
                </a:solidFill>
                <a:latin typeface="Calibri Light"/>
                <a:ea typeface="Calibri Light"/>
                <a:cs typeface="Calibri Light"/>
              </a:rPr>
              <a:t>Alerts flag threshold events for review</a:t>
            </a:r>
          </a:p>
        </p:txBody>
      </p:sp>
      <p:sp>
        <p:nvSpPr>
          <p:cNvPr id="2" name="">
            <a:extLst xmlns:a="http://schemas.openxmlformats.org/drawingml/2006/main">
              <a:ext uri="{FF2B5EF4-FFF2-40B4-BE49-F238E27FC236}">
                <a16:creationId xmlns:a16="http://schemas.microsoft.com/office/drawing/2014/main" id="{1192610B-7E65-4432-B99F-EFBD269BC3C4}"/>
              </a:ext>
            </a:extLst>
          </p:cNvPr>
          <p:cNvSpPr>
            <a:spLocks xmlns:a="http://schemas.openxmlformats.org/drawingml/2006/main" noGrp="1"/>
          </p:cNvSpPr>
          <p:nvPr/>
        </p:nvSpPr>
        <p:spPr>
          <a:xfrm xmlns:a="http://schemas.openxmlformats.org/drawingml/2006/main" flipH="0" flipV="0">
            <a:off x="457200" y="866775"/>
            <a:ext cx="647700" cy="4763"/>
          </a:xfrm>
          <a:prstGeom xmlns:a="http://schemas.openxmlformats.org/drawingml/2006/main" prst="line">
            <a:avLst/>
          </a:prstGeom>
          <a:noFill xmlns:a="http://schemas.openxmlformats.org/drawingml/2006/main"/>
          <a:ln xmlns:a="http://schemas.openxmlformats.org/drawingml/2006/main" w="38100">
            <a:solidFill>
              <a:srgbClr val="168F89"/>
            </a:solidFill>
            <a:prstDash val="solid"/>
          </a:ln>
        </p:spPr>
      </p:sp>
      <p:sp>
        <p:nvSpPr>
          <p:cNvPr id="3" name="">
            <a:extLst xmlns:a="http://schemas.openxmlformats.org/drawingml/2006/main">
              <a:ext uri="{FF2B5EF4-FFF2-40B4-BE49-F238E27FC236}">
                <a16:creationId xmlns:a16="http://schemas.microsoft.com/office/drawing/2014/main" id="{0A057B0B-0E18-4E24-AE22-6BA312C79348}"/>
              </a:ext>
            </a:extLst>
          </p:cNvPr>
          <p:cNvSpPr>
            <a:spLocks xmlns:a="http://schemas.openxmlformats.org/drawingml/2006/main" noGrp="1"/>
          </p:cNvSpPr>
          <p:nvPr/>
        </p:nvSpPr>
        <p:spPr>
          <a:xfrm xmlns:a="http://schemas.openxmlformats.org/drawingml/2006/main">
            <a:off x="457200" y="981075"/>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63" b="0" i="0">
                <a:solidFill>
                  <a:srgbClr val="526B73"/>
                </a:solidFill>
                <a:latin typeface="Calibri"/>
                <a:ea typeface="Calibri"/>
                <a:cs typeface="Calibri"/>
              </a:defRPr>
            </a:defPPr>
            <a:lvl1pPr algn="l">
              <a:buNone/>
              <a:defRPr sz="1125" b="0" i="0">
                <a:solidFill>
                  <a:srgbClr val="647781"/>
                </a:solidFill>
                <a:latin typeface="Calibri"/>
                <a:ea typeface="Calibri"/>
                <a:cs typeface="Calibri"/>
              </a:defRPr>
            </a:lvl1pPr>
            <a:lvl2pPr algn="l">
              <a:buNone/>
              <a:defRPr sz="1125" b="0" i="0">
                <a:solidFill>
                  <a:srgbClr val="647781"/>
                </a:solidFill>
                <a:latin typeface="Calibri"/>
                <a:ea typeface="Calibri"/>
                <a:cs typeface="Calibri"/>
              </a:defRPr>
            </a:lvl2pPr>
            <a:lvl3pPr algn="l">
              <a:buNone/>
              <a:defRPr sz="1125" b="0" i="0">
                <a:solidFill>
                  <a:srgbClr val="647781"/>
                </a:solidFill>
                <a:latin typeface="Calibri"/>
                <a:ea typeface="Calibri"/>
                <a:cs typeface="Calibri"/>
              </a:defRPr>
            </a:lvl3pPr>
            <a:lvl4pPr algn="l">
              <a:buNone/>
              <a:defRPr sz="1125" b="0" i="0">
                <a:solidFill>
                  <a:srgbClr val="647781"/>
                </a:solidFill>
                <a:latin typeface="Calibri"/>
                <a:ea typeface="Calibri"/>
                <a:cs typeface="Calibri"/>
              </a:defRPr>
            </a:lvl4pPr>
            <a:lvl5pPr algn="l">
              <a:buNone/>
              <a:defRPr sz="1125" b="0" i="0">
                <a:solidFill>
                  <a:srgbClr val="647781"/>
                </a:solidFill>
                <a:latin typeface="Calibri"/>
                <a:ea typeface="Calibri"/>
                <a:cs typeface="Calibri"/>
              </a:defRPr>
            </a:lvl5pPr>
            <a:lvl6pPr algn="l">
              <a:buNone/>
              <a:defRPr sz="1125" b="0" i="0">
                <a:solidFill>
                  <a:srgbClr val="647781"/>
                </a:solidFill>
                <a:latin typeface="Calibri"/>
                <a:ea typeface="Calibri"/>
                <a:cs typeface="Calibri"/>
              </a:defRPr>
            </a:lvl6pPr>
            <a:lvl7pPr algn="l">
              <a:buNone/>
              <a:defRPr sz="1125" b="0" i="0">
                <a:solidFill>
                  <a:srgbClr val="647781"/>
                </a:solidFill>
                <a:latin typeface="Calibri"/>
                <a:ea typeface="Calibri"/>
                <a:cs typeface="Calibri"/>
              </a:defRPr>
            </a:lvl7pPr>
            <a:lvl8pPr algn="l">
              <a:buNone/>
              <a:defRPr sz="1125" b="0" i="0">
                <a:solidFill>
                  <a:srgbClr val="647781"/>
                </a:solidFill>
                <a:latin typeface="Calibri"/>
                <a:ea typeface="Calibri"/>
                <a:cs typeface="Calibri"/>
              </a:defRPr>
            </a:lvl8pPr>
            <a:lvl9pPr algn="l">
              <a:buNone/>
              <a:defRPr sz="1125" b="0" i="0">
                <a:solidFill>
                  <a:srgbClr val="647781"/>
                </a:solidFill>
                <a:latin typeface="Calibri"/>
                <a:ea typeface="Calibri"/>
                <a:cs typeface="Calibri"/>
              </a:defRPr>
            </a:lvl9pPr>
          </a:lstStyle>
          <a:p xmlns:a="http://schemas.openxmlformats.org/drawingml/2006/main">
            <a:pPr algn="l">
              <a:lnSpc>
                <a:spcPct val="108000"/>
              </a:lnSpc>
              <a:buNone/>
              <a:defRPr sz="1125" b="0" i="0">
                <a:solidFill>
                  <a:srgbClr val="647781"/>
                </a:solidFill>
                <a:latin typeface="Calibri"/>
                <a:ea typeface="Calibri"/>
                <a:cs typeface="Calibri"/>
              </a:defRPr>
            </a:pPr>
            <a:r>
              <a:rPr sz="1163" b="0" i="0">
                <a:solidFill>
                  <a:srgbClr val="526B73"/>
                </a:solidFill>
                <a:latin typeface="Calibri"/>
                <a:ea typeface="Calibri"/>
                <a:cs typeface="Calibri"/>
              </a:rPr>
              <a:t>Thresholds are code rules, not a calibrated multi-signal clinical alarm system.</a:t>
            </a:r>
          </a:p>
        </p:txBody>
      </p:sp>
      <p:sp>
        <p:nvSpPr>
          <p:cNvPr id="4" name="">
            <a:extLst xmlns:a="http://schemas.openxmlformats.org/drawingml/2006/main">
              <a:ext uri="{FF2B5EF4-FFF2-40B4-BE49-F238E27FC236}">
                <a16:creationId xmlns:a16="http://schemas.microsoft.com/office/drawing/2014/main" id="{145DD0C4-FA7C-403C-A306-D42624DF7B50}"/>
              </a:ext>
            </a:extLst>
          </p:cNvPr>
          <p:cNvSpPr>
            <a:spLocks xmlns:a="http://schemas.openxmlformats.org/drawingml/2006/main" noGrp="1"/>
          </p:cNvSpPr>
          <p:nvPr/>
        </p:nvSpPr>
        <p:spPr>
          <a:xfrm xmlns:a="http://schemas.openxmlformats.org/drawingml/2006/main" flipH="0" flipV="0">
            <a:off x="457200" y="5029200"/>
            <a:ext cx="6562725" cy="4763"/>
          </a:xfrm>
          <a:prstGeom xmlns:a="http://schemas.openxmlformats.org/drawingml/2006/main" prst="line">
            <a:avLst/>
          </a:prstGeom>
          <a:noFill xmlns:a="http://schemas.openxmlformats.org/drawingml/2006/main"/>
          <a:ln xmlns:a="http://schemas.openxmlformats.org/drawingml/2006/main" w="9525">
            <a:solidFill>
              <a:srgbClr val="D6E3E2"/>
            </a:solidFill>
            <a:prstDash val="solid"/>
          </a:ln>
        </p:spPr>
      </p:sp>
      <p:sp>
        <p:nvSpPr>
          <p:cNvPr id="5" name="">
            <a:extLst xmlns:a="http://schemas.openxmlformats.org/drawingml/2006/main">
              <a:ext uri="{FF2B5EF4-FFF2-40B4-BE49-F238E27FC236}">
                <a16:creationId xmlns:a16="http://schemas.microsoft.com/office/drawing/2014/main" id="{9514E920-AF11-419E-80AF-460446FA6BAE}"/>
              </a:ext>
            </a:extLst>
          </p:cNvPr>
          <p:cNvSpPr>
            <a:spLocks xmlns:a="http://schemas.openxmlformats.org/drawingml/2006/main" noGrp="1"/>
          </p:cNvSpPr>
          <p:nvPr/>
        </p:nvSpPr>
        <p:spPr>
          <a:xfrm xmlns:a="http://schemas.openxmlformats.org/drawingml/2006/main">
            <a:off x="457200" y="5105400"/>
            <a:ext cx="2476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13" b="1" i="0">
                <a:solidFill>
                  <a:srgbClr val="486975"/>
                </a:solidFill>
                <a:latin typeface="Calibri"/>
                <a:ea typeface="Calibri"/>
                <a:cs typeface="Calibri"/>
              </a:defRPr>
            </a:defPPr>
            <a:lvl1pPr algn="l">
              <a:buNone/>
              <a:defRPr sz="788" b="1" i="0">
                <a:solidFill>
                  <a:srgbClr val="647781"/>
                </a:solidFill>
                <a:latin typeface="Calibri"/>
                <a:ea typeface="Calibri"/>
                <a:cs typeface="Calibri"/>
              </a:defRPr>
            </a:lvl1pPr>
            <a:lvl2pPr algn="l">
              <a:buNone/>
              <a:defRPr sz="788" b="1" i="0">
                <a:solidFill>
                  <a:srgbClr val="647781"/>
                </a:solidFill>
                <a:latin typeface="Calibri"/>
                <a:ea typeface="Calibri"/>
                <a:cs typeface="Calibri"/>
              </a:defRPr>
            </a:lvl2pPr>
            <a:lvl3pPr algn="l">
              <a:buNone/>
              <a:defRPr sz="788" b="1" i="0">
                <a:solidFill>
                  <a:srgbClr val="647781"/>
                </a:solidFill>
                <a:latin typeface="Calibri"/>
                <a:ea typeface="Calibri"/>
                <a:cs typeface="Calibri"/>
              </a:defRPr>
            </a:lvl3pPr>
            <a:lvl4pPr algn="l">
              <a:buNone/>
              <a:defRPr sz="788" b="1" i="0">
                <a:solidFill>
                  <a:srgbClr val="647781"/>
                </a:solidFill>
                <a:latin typeface="Calibri"/>
                <a:ea typeface="Calibri"/>
                <a:cs typeface="Calibri"/>
              </a:defRPr>
            </a:lvl4pPr>
            <a:lvl5pPr algn="l">
              <a:buNone/>
              <a:defRPr sz="788" b="1" i="0">
                <a:solidFill>
                  <a:srgbClr val="647781"/>
                </a:solidFill>
                <a:latin typeface="Calibri"/>
                <a:ea typeface="Calibri"/>
                <a:cs typeface="Calibri"/>
              </a:defRPr>
            </a:lvl5pPr>
            <a:lvl6pPr algn="l">
              <a:buNone/>
              <a:defRPr sz="788" b="1" i="0">
                <a:solidFill>
                  <a:srgbClr val="647781"/>
                </a:solidFill>
                <a:latin typeface="Calibri"/>
                <a:ea typeface="Calibri"/>
                <a:cs typeface="Calibri"/>
              </a:defRPr>
            </a:lvl6pPr>
            <a:lvl7pPr algn="l">
              <a:buNone/>
              <a:defRPr sz="788" b="1" i="0">
                <a:solidFill>
                  <a:srgbClr val="647781"/>
                </a:solidFill>
                <a:latin typeface="Calibri"/>
                <a:ea typeface="Calibri"/>
                <a:cs typeface="Calibri"/>
              </a:defRPr>
            </a:lvl7pPr>
            <a:lvl8pPr algn="l">
              <a:buNone/>
              <a:defRPr sz="788" b="1" i="0">
                <a:solidFill>
                  <a:srgbClr val="647781"/>
                </a:solidFill>
                <a:latin typeface="Calibri"/>
                <a:ea typeface="Calibri"/>
                <a:cs typeface="Calibri"/>
              </a:defRPr>
            </a:lvl8pPr>
            <a:lvl9pPr algn="l">
              <a:buNone/>
              <a:defRPr sz="788" b="1" i="0">
                <a:solidFill>
                  <a:srgbClr val="647781"/>
                </a:solidFill>
                <a:latin typeface="Calibri"/>
                <a:ea typeface="Calibri"/>
                <a:cs typeface="Calibri"/>
              </a:defRPr>
            </a:lvl9pPr>
          </a:lstStyle>
          <a:p xmlns:a="http://schemas.openxmlformats.org/drawingml/2006/main">
            <a:pPr algn="l">
              <a:lnSpc>
                <a:spcPct val="108000"/>
              </a:lnSpc>
              <a:buNone/>
              <a:defRPr sz="788" b="1" i="0">
                <a:solidFill>
                  <a:srgbClr val="647781"/>
                </a:solidFill>
                <a:latin typeface="Calibri"/>
                <a:ea typeface="Calibri"/>
                <a:cs typeface="Calibri"/>
              </a:defRPr>
            </a:pPr>
            <a:r>
              <a:rPr sz="713" b="1" i="0">
                <a:solidFill>
                  <a:srgbClr val="486975"/>
                </a:solidFill>
                <a:latin typeface="Calibri"/>
                <a:ea typeface="Calibri"/>
                <a:cs typeface="Calibri"/>
              </a:rPr>
              <a:t>SADHYA  ·  CARDIOTWIN</a:t>
            </a:r>
          </a:p>
        </p:txBody>
      </p:sp>
      <p:sp>
        <p:nvSpPr>
          <p:cNvPr id="6" name="">
            <a:extLst xmlns:a="http://schemas.openxmlformats.org/drawingml/2006/main">
              <a:ext uri="{FF2B5EF4-FFF2-40B4-BE49-F238E27FC236}">
                <a16:creationId xmlns:a16="http://schemas.microsoft.com/office/drawing/2014/main" id="{4C10495F-1C66-4201-A2A4-E46DE3E535D2}"/>
              </a:ext>
            </a:extLst>
          </p:cNvPr>
          <p:cNvSpPr>
            <a:spLocks xmlns:a="http://schemas.openxmlformats.org/drawingml/2006/main" noGrp="1"/>
          </p:cNvSpPr>
          <p:nvPr/>
        </p:nvSpPr>
        <p:spPr>
          <a:xfrm xmlns:a="http://schemas.openxmlformats.org/drawingml/2006/main">
            <a:off x="6724650" y="5105400"/>
            <a:ext cx="2952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750" b="1" i="0">
                <a:solidFill>
                  <a:srgbClr val="168D89"/>
                </a:solidFill>
                <a:latin typeface="Calibri"/>
                <a:ea typeface="Calibri"/>
                <a:cs typeface="Calibri"/>
              </a:defRPr>
            </a:defPPr>
            <a:lvl1pPr algn="r">
              <a:buNone/>
              <a:defRPr sz="788" b="0" i="0">
                <a:solidFill>
                  <a:srgbClr val="647781"/>
                </a:solidFill>
                <a:latin typeface="Calibri"/>
                <a:ea typeface="Calibri"/>
                <a:cs typeface="Calibri"/>
              </a:defRPr>
            </a:lvl1pPr>
            <a:lvl2pPr algn="r">
              <a:buNone/>
              <a:defRPr sz="788" b="0" i="0">
                <a:solidFill>
                  <a:srgbClr val="647781"/>
                </a:solidFill>
                <a:latin typeface="Calibri"/>
                <a:ea typeface="Calibri"/>
                <a:cs typeface="Calibri"/>
              </a:defRPr>
            </a:lvl2pPr>
            <a:lvl3pPr algn="r">
              <a:buNone/>
              <a:defRPr sz="788" b="0" i="0">
                <a:solidFill>
                  <a:srgbClr val="647781"/>
                </a:solidFill>
                <a:latin typeface="Calibri"/>
                <a:ea typeface="Calibri"/>
                <a:cs typeface="Calibri"/>
              </a:defRPr>
            </a:lvl3pPr>
            <a:lvl4pPr algn="r">
              <a:buNone/>
              <a:defRPr sz="788" b="0" i="0">
                <a:solidFill>
                  <a:srgbClr val="647781"/>
                </a:solidFill>
                <a:latin typeface="Calibri"/>
                <a:ea typeface="Calibri"/>
                <a:cs typeface="Calibri"/>
              </a:defRPr>
            </a:lvl4pPr>
            <a:lvl5pPr algn="r">
              <a:buNone/>
              <a:defRPr sz="788" b="0" i="0">
                <a:solidFill>
                  <a:srgbClr val="647781"/>
                </a:solidFill>
                <a:latin typeface="Calibri"/>
                <a:ea typeface="Calibri"/>
                <a:cs typeface="Calibri"/>
              </a:defRPr>
            </a:lvl5pPr>
            <a:lvl6pPr algn="r">
              <a:buNone/>
              <a:defRPr sz="788" b="0" i="0">
                <a:solidFill>
                  <a:srgbClr val="647781"/>
                </a:solidFill>
                <a:latin typeface="Calibri"/>
                <a:ea typeface="Calibri"/>
                <a:cs typeface="Calibri"/>
              </a:defRPr>
            </a:lvl6pPr>
            <a:lvl7pPr algn="r">
              <a:buNone/>
              <a:defRPr sz="788" b="0" i="0">
                <a:solidFill>
                  <a:srgbClr val="647781"/>
                </a:solidFill>
                <a:latin typeface="Calibri"/>
                <a:ea typeface="Calibri"/>
                <a:cs typeface="Calibri"/>
              </a:defRPr>
            </a:lvl7pPr>
            <a:lvl8pPr algn="r">
              <a:buNone/>
              <a:defRPr sz="788" b="0" i="0">
                <a:solidFill>
                  <a:srgbClr val="647781"/>
                </a:solidFill>
                <a:latin typeface="Calibri"/>
                <a:ea typeface="Calibri"/>
                <a:cs typeface="Calibri"/>
              </a:defRPr>
            </a:lvl8pPr>
            <a:lvl9pPr algn="r">
              <a:buNone/>
              <a:defRPr sz="788" b="0" i="0">
                <a:solidFill>
                  <a:srgbClr val="647781"/>
                </a:solidFill>
                <a:latin typeface="Calibri"/>
                <a:ea typeface="Calibri"/>
                <a:cs typeface="Calibri"/>
              </a:defRPr>
            </a:lvl9pPr>
          </a:lstStyle>
          <a:p xmlns:a="http://schemas.openxmlformats.org/drawingml/2006/main">
            <a:pPr algn="r">
              <a:lnSpc>
                <a:spcPct val="108000"/>
              </a:lnSpc>
              <a:buNone/>
              <a:defRPr sz="788" b="0" i="0">
                <a:solidFill>
                  <a:srgbClr val="647781"/>
                </a:solidFill>
                <a:latin typeface="Calibri"/>
                <a:ea typeface="Calibri"/>
                <a:cs typeface="Calibri"/>
              </a:defRPr>
            </a:pPr>
            <a:r>
              <a:rPr sz="750" b="1" i="0">
                <a:solidFill>
                  <a:srgbClr val="168D89"/>
                </a:solidFill>
                <a:latin typeface="Calibri"/>
                <a:ea typeface="Calibri"/>
                <a:cs typeface="Calibri"/>
              </a:rPr>
              <a:t>09</a:t>
            </a:r>
          </a:p>
        </p:txBody>
      </p:sp>
      <p:sp>
        <p:nvSpPr>
          <p:cNvPr id="7" name="">
            <a:extLst xmlns:a="http://schemas.openxmlformats.org/drawingml/2006/main">
              <a:ext uri="{FF2B5EF4-FFF2-40B4-BE49-F238E27FC236}">
                <a16:creationId xmlns:a16="http://schemas.microsoft.com/office/drawing/2014/main" id="{F35A6453-14DD-45B0-82F4-819A4ED58170}"/>
              </a:ext>
            </a:extLst>
          </p:cNvPr>
          <p:cNvSpPr>
            <a:spLocks xmlns:a="http://schemas.openxmlformats.org/drawingml/2006/main" noGrp="1"/>
          </p:cNvSpPr>
          <p:nvPr/>
        </p:nvSpPr>
        <p:spPr>
          <a:xfrm xmlns:a="http://schemas.openxmlformats.org/drawingml/2006/main">
            <a:off x="552450" y="1457325"/>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647781"/>
                </a:solidFill>
                <a:latin typeface="Calibri"/>
                <a:ea typeface="Calibri"/>
                <a:cs typeface="Calibri"/>
              </a:defRPr>
            </a:defPPr>
            <a:lvl1pPr algn="l">
              <a:buNone/>
              <a:defRPr sz="975" b="1" i="0">
                <a:solidFill>
                  <a:srgbClr val="647781"/>
                </a:solidFill>
                <a:latin typeface="Calibri"/>
                <a:ea typeface="Calibri"/>
                <a:cs typeface="Calibri"/>
              </a:defRPr>
            </a:lvl1pPr>
            <a:lvl2pPr algn="l">
              <a:buNone/>
              <a:defRPr sz="975" b="1" i="0">
                <a:solidFill>
                  <a:srgbClr val="647781"/>
                </a:solidFill>
                <a:latin typeface="Calibri"/>
                <a:ea typeface="Calibri"/>
                <a:cs typeface="Calibri"/>
              </a:defRPr>
            </a:lvl2pPr>
            <a:lvl3pPr algn="l">
              <a:buNone/>
              <a:defRPr sz="975" b="1" i="0">
                <a:solidFill>
                  <a:srgbClr val="647781"/>
                </a:solidFill>
                <a:latin typeface="Calibri"/>
                <a:ea typeface="Calibri"/>
                <a:cs typeface="Calibri"/>
              </a:defRPr>
            </a:lvl3pPr>
            <a:lvl4pPr algn="l">
              <a:buNone/>
              <a:defRPr sz="975" b="1" i="0">
                <a:solidFill>
                  <a:srgbClr val="647781"/>
                </a:solidFill>
                <a:latin typeface="Calibri"/>
                <a:ea typeface="Calibri"/>
                <a:cs typeface="Calibri"/>
              </a:defRPr>
            </a:lvl4pPr>
            <a:lvl5pPr algn="l">
              <a:buNone/>
              <a:defRPr sz="975" b="1" i="0">
                <a:solidFill>
                  <a:srgbClr val="647781"/>
                </a:solidFill>
                <a:latin typeface="Calibri"/>
                <a:ea typeface="Calibri"/>
                <a:cs typeface="Calibri"/>
              </a:defRPr>
            </a:lvl5pPr>
            <a:lvl6pPr algn="l">
              <a:buNone/>
              <a:defRPr sz="975" b="1" i="0">
                <a:solidFill>
                  <a:srgbClr val="647781"/>
                </a:solidFill>
                <a:latin typeface="Calibri"/>
                <a:ea typeface="Calibri"/>
                <a:cs typeface="Calibri"/>
              </a:defRPr>
            </a:lvl6pPr>
            <a:lvl7pPr algn="l">
              <a:buNone/>
              <a:defRPr sz="975" b="1" i="0">
                <a:solidFill>
                  <a:srgbClr val="647781"/>
                </a:solidFill>
                <a:latin typeface="Calibri"/>
                <a:ea typeface="Calibri"/>
                <a:cs typeface="Calibri"/>
              </a:defRPr>
            </a:lvl7pPr>
            <a:lvl8pPr algn="l">
              <a:buNone/>
              <a:defRPr sz="975" b="1" i="0">
                <a:solidFill>
                  <a:srgbClr val="647781"/>
                </a:solidFill>
                <a:latin typeface="Calibri"/>
                <a:ea typeface="Calibri"/>
                <a:cs typeface="Calibri"/>
              </a:defRPr>
            </a:lvl8pPr>
            <a:lvl9pPr algn="l">
              <a:buNone/>
              <a:defRPr sz="975" b="1" i="0">
                <a:solidFill>
                  <a:srgbClr val="647781"/>
                </a:solidFill>
                <a:latin typeface="Calibri"/>
                <a:ea typeface="Calibri"/>
                <a:cs typeface="Calibri"/>
              </a:defRPr>
            </a:lvl9pPr>
          </a:lstStyle>
          <a:p xmlns:a="http://schemas.openxmlformats.org/drawingml/2006/main">
            <a:pPr algn="l">
              <a:lnSpc>
                <a:spcPct val="108000"/>
              </a:lnSpc>
              <a:buNone/>
              <a:defRPr sz="975" b="1" i="0">
                <a:solidFill>
                  <a:srgbClr val="647781"/>
                </a:solidFill>
                <a:latin typeface="Calibri"/>
                <a:ea typeface="Calibri"/>
                <a:cs typeface="Calibri"/>
              </a:defRPr>
            </a:pPr>
            <a:r>
              <a:rPr sz="975" b="1" i="0">
                <a:solidFill>
                  <a:srgbClr val="647781"/>
                </a:solidFill>
                <a:latin typeface="Calibri"/>
                <a:ea typeface="Calibri"/>
                <a:cs typeface="Calibri"/>
              </a:rPr>
              <a:t>SIGNAL CHECK</a:t>
            </a:r>
          </a:p>
        </p:txBody>
      </p:sp>
      <p:sp>
        <p:nvSpPr>
          <p:cNvPr id="8" name="">
            <a:extLst xmlns:a="http://schemas.openxmlformats.org/drawingml/2006/main">
              <a:ext uri="{FF2B5EF4-FFF2-40B4-BE49-F238E27FC236}">
                <a16:creationId xmlns:a16="http://schemas.microsoft.com/office/drawing/2014/main" id="{75C9EDD9-CC0F-4348-8289-1149FD9016B3}"/>
              </a:ext>
            </a:extLst>
          </p:cNvPr>
          <p:cNvSpPr>
            <a:spLocks xmlns:a="http://schemas.openxmlformats.org/drawingml/2006/main" noGrp="1"/>
          </p:cNvSpPr>
          <p:nvPr/>
        </p:nvSpPr>
        <p:spPr>
          <a:xfrm xmlns:a="http://schemas.openxmlformats.org/drawingml/2006/main">
            <a:off x="2381250" y="1457325"/>
            <a:ext cx="3095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647781"/>
                </a:solidFill>
                <a:latin typeface="Calibri"/>
                <a:ea typeface="Calibri"/>
                <a:cs typeface="Calibri"/>
              </a:defRPr>
            </a:defPPr>
            <a:lvl1pPr algn="l">
              <a:buNone/>
              <a:defRPr sz="975" b="1" i="0">
                <a:solidFill>
                  <a:srgbClr val="647781"/>
                </a:solidFill>
                <a:latin typeface="Calibri"/>
                <a:ea typeface="Calibri"/>
                <a:cs typeface="Calibri"/>
              </a:defRPr>
            </a:lvl1pPr>
            <a:lvl2pPr algn="l">
              <a:buNone/>
              <a:defRPr sz="975" b="1" i="0">
                <a:solidFill>
                  <a:srgbClr val="647781"/>
                </a:solidFill>
                <a:latin typeface="Calibri"/>
                <a:ea typeface="Calibri"/>
                <a:cs typeface="Calibri"/>
              </a:defRPr>
            </a:lvl2pPr>
            <a:lvl3pPr algn="l">
              <a:buNone/>
              <a:defRPr sz="975" b="1" i="0">
                <a:solidFill>
                  <a:srgbClr val="647781"/>
                </a:solidFill>
                <a:latin typeface="Calibri"/>
                <a:ea typeface="Calibri"/>
                <a:cs typeface="Calibri"/>
              </a:defRPr>
            </a:lvl3pPr>
            <a:lvl4pPr algn="l">
              <a:buNone/>
              <a:defRPr sz="975" b="1" i="0">
                <a:solidFill>
                  <a:srgbClr val="647781"/>
                </a:solidFill>
                <a:latin typeface="Calibri"/>
                <a:ea typeface="Calibri"/>
                <a:cs typeface="Calibri"/>
              </a:defRPr>
            </a:lvl4pPr>
            <a:lvl5pPr algn="l">
              <a:buNone/>
              <a:defRPr sz="975" b="1" i="0">
                <a:solidFill>
                  <a:srgbClr val="647781"/>
                </a:solidFill>
                <a:latin typeface="Calibri"/>
                <a:ea typeface="Calibri"/>
                <a:cs typeface="Calibri"/>
              </a:defRPr>
            </a:lvl5pPr>
            <a:lvl6pPr algn="l">
              <a:buNone/>
              <a:defRPr sz="975" b="1" i="0">
                <a:solidFill>
                  <a:srgbClr val="647781"/>
                </a:solidFill>
                <a:latin typeface="Calibri"/>
                <a:ea typeface="Calibri"/>
                <a:cs typeface="Calibri"/>
              </a:defRPr>
            </a:lvl6pPr>
            <a:lvl7pPr algn="l">
              <a:buNone/>
              <a:defRPr sz="975" b="1" i="0">
                <a:solidFill>
                  <a:srgbClr val="647781"/>
                </a:solidFill>
                <a:latin typeface="Calibri"/>
                <a:ea typeface="Calibri"/>
                <a:cs typeface="Calibri"/>
              </a:defRPr>
            </a:lvl7pPr>
            <a:lvl8pPr algn="l">
              <a:buNone/>
              <a:defRPr sz="975" b="1" i="0">
                <a:solidFill>
                  <a:srgbClr val="647781"/>
                </a:solidFill>
                <a:latin typeface="Calibri"/>
                <a:ea typeface="Calibri"/>
                <a:cs typeface="Calibri"/>
              </a:defRPr>
            </a:lvl8pPr>
            <a:lvl9pPr algn="l">
              <a:buNone/>
              <a:defRPr sz="975" b="1" i="0">
                <a:solidFill>
                  <a:srgbClr val="647781"/>
                </a:solidFill>
                <a:latin typeface="Calibri"/>
                <a:ea typeface="Calibri"/>
                <a:cs typeface="Calibri"/>
              </a:defRPr>
            </a:lvl9pPr>
          </a:lstStyle>
          <a:p xmlns:a="http://schemas.openxmlformats.org/drawingml/2006/main">
            <a:pPr algn="l">
              <a:lnSpc>
                <a:spcPct val="108000"/>
              </a:lnSpc>
              <a:buNone/>
              <a:defRPr sz="975" b="1" i="0">
                <a:solidFill>
                  <a:srgbClr val="647781"/>
                </a:solidFill>
                <a:latin typeface="Calibri"/>
                <a:ea typeface="Calibri"/>
                <a:cs typeface="Calibri"/>
              </a:defRPr>
            </a:pPr>
            <a:r>
              <a:rPr sz="975" b="1" i="0">
                <a:solidFill>
                  <a:srgbClr val="647781"/>
                </a:solidFill>
                <a:latin typeface="Calibri"/>
                <a:ea typeface="Calibri"/>
                <a:cs typeface="Calibri"/>
              </a:rPr>
              <a:t>EXAMPLE RULE IN CODE</a:t>
            </a:r>
          </a:p>
        </p:txBody>
      </p:sp>
      <p:sp>
        <p:nvSpPr>
          <p:cNvPr id="9" name="">
            <a:extLst xmlns:a="http://schemas.openxmlformats.org/drawingml/2006/main">
              <a:ext uri="{FF2B5EF4-FFF2-40B4-BE49-F238E27FC236}">
                <a16:creationId xmlns:a16="http://schemas.microsoft.com/office/drawing/2014/main" id="{A03E4ADC-B62A-4B0D-BCC3-BEC914E1982A}"/>
              </a:ext>
            </a:extLst>
          </p:cNvPr>
          <p:cNvSpPr>
            <a:spLocks xmlns:a="http://schemas.openxmlformats.org/drawingml/2006/main" noGrp="1"/>
          </p:cNvSpPr>
          <p:nvPr/>
        </p:nvSpPr>
        <p:spPr>
          <a:xfrm xmlns:a="http://schemas.openxmlformats.org/drawingml/2006/main">
            <a:off x="5676900" y="1457325"/>
            <a:ext cx="1333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647781"/>
                </a:solidFill>
                <a:latin typeface="Calibri"/>
                <a:ea typeface="Calibri"/>
                <a:cs typeface="Calibri"/>
              </a:defRPr>
            </a:defPPr>
            <a:lvl1pPr algn="l">
              <a:buNone/>
              <a:defRPr sz="975" b="1" i="0">
                <a:solidFill>
                  <a:srgbClr val="647781"/>
                </a:solidFill>
                <a:latin typeface="Calibri"/>
                <a:ea typeface="Calibri"/>
                <a:cs typeface="Calibri"/>
              </a:defRPr>
            </a:lvl1pPr>
            <a:lvl2pPr algn="l">
              <a:buNone/>
              <a:defRPr sz="975" b="1" i="0">
                <a:solidFill>
                  <a:srgbClr val="647781"/>
                </a:solidFill>
                <a:latin typeface="Calibri"/>
                <a:ea typeface="Calibri"/>
                <a:cs typeface="Calibri"/>
              </a:defRPr>
            </a:lvl2pPr>
            <a:lvl3pPr algn="l">
              <a:buNone/>
              <a:defRPr sz="975" b="1" i="0">
                <a:solidFill>
                  <a:srgbClr val="647781"/>
                </a:solidFill>
                <a:latin typeface="Calibri"/>
                <a:ea typeface="Calibri"/>
                <a:cs typeface="Calibri"/>
              </a:defRPr>
            </a:lvl3pPr>
            <a:lvl4pPr algn="l">
              <a:buNone/>
              <a:defRPr sz="975" b="1" i="0">
                <a:solidFill>
                  <a:srgbClr val="647781"/>
                </a:solidFill>
                <a:latin typeface="Calibri"/>
                <a:ea typeface="Calibri"/>
                <a:cs typeface="Calibri"/>
              </a:defRPr>
            </a:lvl4pPr>
            <a:lvl5pPr algn="l">
              <a:buNone/>
              <a:defRPr sz="975" b="1" i="0">
                <a:solidFill>
                  <a:srgbClr val="647781"/>
                </a:solidFill>
                <a:latin typeface="Calibri"/>
                <a:ea typeface="Calibri"/>
                <a:cs typeface="Calibri"/>
              </a:defRPr>
            </a:lvl5pPr>
            <a:lvl6pPr algn="l">
              <a:buNone/>
              <a:defRPr sz="975" b="1" i="0">
                <a:solidFill>
                  <a:srgbClr val="647781"/>
                </a:solidFill>
                <a:latin typeface="Calibri"/>
                <a:ea typeface="Calibri"/>
                <a:cs typeface="Calibri"/>
              </a:defRPr>
            </a:lvl6pPr>
            <a:lvl7pPr algn="l">
              <a:buNone/>
              <a:defRPr sz="975" b="1" i="0">
                <a:solidFill>
                  <a:srgbClr val="647781"/>
                </a:solidFill>
                <a:latin typeface="Calibri"/>
                <a:ea typeface="Calibri"/>
                <a:cs typeface="Calibri"/>
              </a:defRPr>
            </a:lvl7pPr>
            <a:lvl8pPr algn="l">
              <a:buNone/>
              <a:defRPr sz="975" b="1" i="0">
                <a:solidFill>
                  <a:srgbClr val="647781"/>
                </a:solidFill>
                <a:latin typeface="Calibri"/>
                <a:ea typeface="Calibri"/>
                <a:cs typeface="Calibri"/>
              </a:defRPr>
            </a:lvl8pPr>
            <a:lvl9pPr algn="l">
              <a:buNone/>
              <a:defRPr sz="975" b="1" i="0">
                <a:solidFill>
                  <a:srgbClr val="647781"/>
                </a:solidFill>
                <a:latin typeface="Calibri"/>
                <a:ea typeface="Calibri"/>
                <a:cs typeface="Calibri"/>
              </a:defRPr>
            </a:lvl9pPr>
          </a:lstStyle>
          <a:p xmlns:a="http://schemas.openxmlformats.org/drawingml/2006/main">
            <a:pPr algn="l">
              <a:lnSpc>
                <a:spcPct val="108000"/>
              </a:lnSpc>
              <a:buNone/>
              <a:defRPr sz="975" b="1" i="0">
                <a:solidFill>
                  <a:srgbClr val="647781"/>
                </a:solidFill>
                <a:latin typeface="Calibri"/>
                <a:ea typeface="Calibri"/>
                <a:cs typeface="Calibri"/>
              </a:defRPr>
            </a:pPr>
            <a:r>
              <a:rPr sz="975" b="1" i="0">
                <a:solidFill>
                  <a:srgbClr val="647781"/>
                </a:solidFill>
                <a:latin typeface="Calibri"/>
                <a:ea typeface="Calibri"/>
                <a:cs typeface="Calibri"/>
              </a:rPr>
              <a:t>FOLLOW-UP IN APP</a:t>
            </a:r>
          </a:p>
        </p:txBody>
      </p:sp>
      <p:sp>
        <p:nvSpPr>
          <p:cNvPr id="10" name="">
            <a:extLst xmlns:a="http://schemas.openxmlformats.org/drawingml/2006/main">
              <a:ext uri="{FF2B5EF4-FFF2-40B4-BE49-F238E27FC236}">
                <a16:creationId xmlns:a16="http://schemas.microsoft.com/office/drawing/2014/main" id="{00868F52-60AD-4721-B202-793E789A496E}"/>
              </a:ext>
            </a:extLst>
          </p:cNvPr>
          <p:cNvSpPr>
            <a:spLocks xmlns:a="http://schemas.openxmlformats.org/drawingml/2006/main" noGrp="1"/>
          </p:cNvSpPr>
          <p:nvPr/>
        </p:nvSpPr>
        <p:spPr>
          <a:xfrm xmlns:a="http://schemas.openxmlformats.org/drawingml/2006/main">
            <a:off x="552450" y="1847850"/>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13" b="1" i="0">
                <a:solidFill>
                  <a:srgbClr val="D76A55"/>
                </a:solidFill>
                <a:latin typeface="Calibri"/>
                <a:ea typeface="Calibri"/>
                <a:cs typeface="Calibri"/>
              </a:defRPr>
            </a:defPPr>
            <a:lvl1pPr algn="l">
              <a:buNone/>
              <a:defRPr sz="1275" b="1" i="0">
                <a:solidFill>
                  <a:srgbClr val="123F50"/>
                </a:solidFill>
                <a:latin typeface="Calibri"/>
                <a:ea typeface="Calibri"/>
                <a:cs typeface="Calibri"/>
              </a:defRPr>
            </a:lvl1pPr>
            <a:lvl2pPr algn="l">
              <a:buNone/>
              <a:defRPr sz="1275" b="1" i="0">
                <a:solidFill>
                  <a:srgbClr val="123F50"/>
                </a:solidFill>
                <a:latin typeface="Calibri"/>
                <a:ea typeface="Calibri"/>
                <a:cs typeface="Calibri"/>
              </a:defRPr>
            </a:lvl2pPr>
            <a:lvl3pPr algn="l">
              <a:buNone/>
              <a:defRPr sz="1275" b="1" i="0">
                <a:solidFill>
                  <a:srgbClr val="123F50"/>
                </a:solidFill>
                <a:latin typeface="Calibri"/>
                <a:ea typeface="Calibri"/>
                <a:cs typeface="Calibri"/>
              </a:defRPr>
            </a:lvl3pPr>
            <a:lvl4pPr algn="l">
              <a:buNone/>
              <a:defRPr sz="1275" b="1" i="0">
                <a:solidFill>
                  <a:srgbClr val="123F50"/>
                </a:solidFill>
                <a:latin typeface="Calibri"/>
                <a:ea typeface="Calibri"/>
                <a:cs typeface="Calibri"/>
              </a:defRPr>
            </a:lvl4pPr>
            <a:lvl5pPr algn="l">
              <a:buNone/>
              <a:defRPr sz="1275" b="1" i="0">
                <a:solidFill>
                  <a:srgbClr val="123F50"/>
                </a:solidFill>
                <a:latin typeface="Calibri"/>
                <a:ea typeface="Calibri"/>
                <a:cs typeface="Calibri"/>
              </a:defRPr>
            </a:lvl5pPr>
            <a:lvl6pPr algn="l">
              <a:buNone/>
              <a:defRPr sz="1275" b="1" i="0">
                <a:solidFill>
                  <a:srgbClr val="123F50"/>
                </a:solidFill>
                <a:latin typeface="Calibri"/>
                <a:ea typeface="Calibri"/>
                <a:cs typeface="Calibri"/>
              </a:defRPr>
            </a:lvl6pPr>
            <a:lvl7pPr algn="l">
              <a:buNone/>
              <a:defRPr sz="1275" b="1" i="0">
                <a:solidFill>
                  <a:srgbClr val="123F50"/>
                </a:solidFill>
                <a:latin typeface="Calibri"/>
                <a:ea typeface="Calibri"/>
                <a:cs typeface="Calibri"/>
              </a:defRPr>
            </a:lvl7pPr>
            <a:lvl8pPr algn="l">
              <a:buNone/>
              <a:defRPr sz="1275" b="1" i="0">
                <a:solidFill>
                  <a:srgbClr val="123F50"/>
                </a:solidFill>
                <a:latin typeface="Calibri"/>
                <a:ea typeface="Calibri"/>
                <a:cs typeface="Calibri"/>
              </a:defRPr>
            </a:lvl8pPr>
            <a:lvl9pPr algn="l">
              <a:buNone/>
              <a:defRPr sz="1275" b="1" i="0">
                <a:solidFill>
                  <a:srgbClr val="123F50"/>
                </a:solidFill>
                <a:latin typeface="Calibri"/>
                <a:ea typeface="Calibri"/>
                <a:cs typeface="Calibri"/>
              </a:defRPr>
            </a:lvl9pPr>
          </a:lstStyle>
          <a:p xmlns:a="http://schemas.openxmlformats.org/drawingml/2006/main">
            <a:pPr algn="l">
              <a:lnSpc>
                <a:spcPct val="108000"/>
              </a:lnSpc>
              <a:buNone/>
              <a:defRPr sz="1275" b="1" i="0">
                <a:solidFill>
                  <a:srgbClr val="123F50"/>
                </a:solidFill>
                <a:latin typeface="Calibri"/>
                <a:ea typeface="Calibri"/>
                <a:cs typeface="Calibri"/>
              </a:defRPr>
            </a:pPr>
            <a:r>
              <a:rPr sz="1313" b="1" i="0">
                <a:solidFill>
                  <a:srgbClr val="D76A55"/>
                </a:solidFill>
                <a:latin typeface="Calibri"/>
                <a:ea typeface="Calibri"/>
                <a:cs typeface="Calibri"/>
              </a:rPr>
              <a:t>Heart rate</a:t>
            </a:r>
          </a:p>
        </p:txBody>
      </p:sp>
      <p:sp>
        <p:nvSpPr>
          <p:cNvPr id="11" name="">
            <a:extLst xmlns:a="http://schemas.openxmlformats.org/drawingml/2006/main">
              <a:ext uri="{FF2B5EF4-FFF2-40B4-BE49-F238E27FC236}">
                <a16:creationId xmlns:a16="http://schemas.microsoft.com/office/drawing/2014/main" id="{04CED08C-597A-4D77-8552-83B8B339DFB8}"/>
              </a:ext>
            </a:extLst>
          </p:cNvPr>
          <p:cNvSpPr>
            <a:spLocks xmlns:a="http://schemas.openxmlformats.org/drawingml/2006/main" noGrp="1"/>
          </p:cNvSpPr>
          <p:nvPr/>
        </p:nvSpPr>
        <p:spPr>
          <a:xfrm xmlns:a="http://schemas.openxmlformats.org/drawingml/2006/main">
            <a:off x="2381250" y="1847850"/>
            <a:ext cx="3095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i="0">
                <a:solidFill>
                  <a:srgbClr val="304F5B"/>
                </a:solidFill>
                <a:latin typeface="Calibri"/>
                <a:ea typeface="Calibri"/>
                <a:cs typeface="Calibri"/>
              </a:defRPr>
            </a:defPPr>
            <a:lvl1pPr algn="l">
              <a:buNone/>
              <a:defRPr sz="1163" b="0" i="0">
                <a:solidFill>
                  <a:srgbClr val="263C45"/>
                </a:solidFill>
                <a:latin typeface="Calibri"/>
                <a:ea typeface="Calibri"/>
                <a:cs typeface="Calibri"/>
              </a:defRPr>
            </a:lvl1pPr>
            <a:lvl2pPr algn="l">
              <a:buNone/>
              <a:defRPr sz="1163" b="0" i="0">
                <a:solidFill>
                  <a:srgbClr val="263C45"/>
                </a:solidFill>
                <a:latin typeface="Calibri"/>
                <a:ea typeface="Calibri"/>
                <a:cs typeface="Calibri"/>
              </a:defRPr>
            </a:lvl2pPr>
            <a:lvl3pPr algn="l">
              <a:buNone/>
              <a:defRPr sz="1163" b="0" i="0">
                <a:solidFill>
                  <a:srgbClr val="263C45"/>
                </a:solidFill>
                <a:latin typeface="Calibri"/>
                <a:ea typeface="Calibri"/>
                <a:cs typeface="Calibri"/>
              </a:defRPr>
            </a:lvl3pPr>
            <a:lvl4pPr algn="l">
              <a:buNone/>
              <a:defRPr sz="1163" b="0" i="0">
                <a:solidFill>
                  <a:srgbClr val="263C45"/>
                </a:solidFill>
                <a:latin typeface="Calibri"/>
                <a:ea typeface="Calibri"/>
                <a:cs typeface="Calibri"/>
              </a:defRPr>
            </a:lvl4pPr>
            <a:lvl5pPr algn="l">
              <a:buNone/>
              <a:defRPr sz="1163" b="0" i="0">
                <a:solidFill>
                  <a:srgbClr val="263C45"/>
                </a:solidFill>
                <a:latin typeface="Calibri"/>
                <a:ea typeface="Calibri"/>
                <a:cs typeface="Calibri"/>
              </a:defRPr>
            </a:lvl5pPr>
            <a:lvl6pPr algn="l">
              <a:buNone/>
              <a:defRPr sz="1163" b="0" i="0">
                <a:solidFill>
                  <a:srgbClr val="263C45"/>
                </a:solidFill>
                <a:latin typeface="Calibri"/>
                <a:ea typeface="Calibri"/>
                <a:cs typeface="Calibri"/>
              </a:defRPr>
            </a:lvl6pPr>
            <a:lvl7pPr algn="l">
              <a:buNone/>
              <a:defRPr sz="1163" b="0" i="0">
                <a:solidFill>
                  <a:srgbClr val="263C45"/>
                </a:solidFill>
                <a:latin typeface="Calibri"/>
                <a:ea typeface="Calibri"/>
                <a:cs typeface="Calibri"/>
              </a:defRPr>
            </a:lvl7pPr>
            <a:lvl8pPr algn="l">
              <a:buNone/>
              <a:defRPr sz="1163" b="0" i="0">
                <a:solidFill>
                  <a:srgbClr val="263C45"/>
                </a:solidFill>
                <a:latin typeface="Calibri"/>
                <a:ea typeface="Calibri"/>
                <a:cs typeface="Calibri"/>
              </a:defRPr>
            </a:lvl8pPr>
            <a:lvl9pPr algn="l">
              <a:buNone/>
              <a:defRPr sz="1163" b="0" i="0">
                <a:solidFill>
                  <a:srgbClr val="263C45"/>
                </a:solidFill>
                <a:latin typeface="Calibri"/>
                <a:ea typeface="Calibri"/>
                <a:cs typeface="Calibri"/>
              </a:defRPr>
            </a:lvl9pPr>
          </a:lstStyle>
          <a:p xmlns:a="http://schemas.openxmlformats.org/drawingml/2006/main">
            <a:pPr algn="l">
              <a:lnSpc>
                <a:spcPct val="108000"/>
              </a:lnSpc>
              <a:buNone/>
              <a:defRPr sz="1163" b="0" i="0">
                <a:solidFill>
                  <a:srgbClr val="263C45"/>
                </a:solidFill>
                <a:latin typeface="Calibri"/>
                <a:ea typeface="Calibri"/>
                <a:cs typeface="Calibri"/>
              </a:defRPr>
            </a:pPr>
            <a:r>
              <a:rPr sz="1125" b="0" i="0">
                <a:solidFill>
                  <a:srgbClr val="304F5B"/>
                </a:solidFill>
                <a:latin typeface="Calibri"/>
                <a:ea typeface="Calibri"/>
                <a:cs typeface="Calibri"/>
              </a:rPr>
              <a:t>&gt;120 or &lt;50 bpm → HIGH; &gt;100 → MEDIUM</a:t>
            </a:r>
          </a:p>
        </p:txBody>
      </p:sp>
      <p:sp>
        <p:nvSpPr>
          <p:cNvPr id="12" name="">
            <a:extLst xmlns:a="http://schemas.openxmlformats.org/drawingml/2006/main">
              <a:ext uri="{FF2B5EF4-FFF2-40B4-BE49-F238E27FC236}">
                <a16:creationId xmlns:a16="http://schemas.microsoft.com/office/drawing/2014/main" id="{67E33EB2-12BB-43A9-A955-98753ECB5180}"/>
              </a:ext>
            </a:extLst>
          </p:cNvPr>
          <p:cNvSpPr>
            <a:spLocks xmlns:a="http://schemas.openxmlformats.org/drawingml/2006/main" noGrp="1"/>
          </p:cNvSpPr>
          <p:nvPr/>
        </p:nvSpPr>
        <p:spPr>
          <a:xfrm xmlns:a="http://schemas.openxmlformats.org/drawingml/2006/main">
            <a:off x="5676900" y="1847850"/>
            <a:ext cx="133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63" b="1" i="0">
                <a:solidFill>
                  <a:srgbClr val="087E83"/>
                </a:solidFill>
                <a:latin typeface="Calibri"/>
                <a:ea typeface="Calibri"/>
                <a:cs typeface="Calibri"/>
              </a:defRPr>
            </a:defPPr>
            <a:lvl1pPr algn="l">
              <a:buNone/>
              <a:defRPr sz="1163" b="1" i="0">
                <a:solidFill>
                  <a:srgbClr val="0D6F73"/>
                </a:solidFill>
                <a:latin typeface="Calibri"/>
                <a:ea typeface="Calibri"/>
                <a:cs typeface="Calibri"/>
              </a:defRPr>
            </a:lvl1pPr>
            <a:lvl2pPr algn="l">
              <a:buNone/>
              <a:defRPr sz="1163" b="1" i="0">
                <a:solidFill>
                  <a:srgbClr val="0D6F73"/>
                </a:solidFill>
                <a:latin typeface="Calibri"/>
                <a:ea typeface="Calibri"/>
                <a:cs typeface="Calibri"/>
              </a:defRPr>
            </a:lvl2pPr>
            <a:lvl3pPr algn="l">
              <a:buNone/>
              <a:defRPr sz="1163" b="1" i="0">
                <a:solidFill>
                  <a:srgbClr val="0D6F73"/>
                </a:solidFill>
                <a:latin typeface="Calibri"/>
                <a:ea typeface="Calibri"/>
                <a:cs typeface="Calibri"/>
              </a:defRPr>
            </a:lvl3pPr>
            <a:lvl4pPr algn="l">
              <a:buNone/>
              <a:defRPr sz="1163" b="1" i="0">
                <a:solidFill>
                  <a:srgbClr val="0D6F73"/>
                </a:solidFill>
                <a:latin typeface="Calibri"/>
                <a:ea typeface="Calibri"/>
                <a:cs typeface="Calibri"/>
              </a:defRPr>
            </a:lvl4pPr>
            <a:lvl5pPr algn="l">
              <a:buNone/>
              <a:defRPr sz="1163" b="1" i="0">
                <a:solidFill>
                  <a:srgbClr val="0D6F73"/>
                </a:solidFill>
                <a:latin typeface="Calibri"/>
                <a:ea typeface="Calibri"/>
                <a:cs typeface="Calibri"/>
              </a:defRPr>
            </a:lvl5pPr>
            <a:lvl6pPr algn="l">
              <a:buNone/>
              <a:defRPr sz="1163" b="1" i="0">
                <a:solidFill>
                  <a:srgbClr val="0D6F73"/>
                </a:solidFill>
                <a:latin typeface="Calibri"/>
                <a:ea typeface="Calibri"/>
                <a:cs typeface="Calibri"/>
              </a:defRPr>
            </a:lvl6pPr>
            <a:lvl7pPr algn="l">
              <a:buNone/>
              <a:defRPr sz="1163" b="1" i="0">
                <a:solidFill>
                  <a:srgbClr val="0D6F73"/>
                </a:solidFill>
                <a:latin typeface="Calibri"/>
                <a:ea typeface="Calibri"/>
                <a:cs typeface="Calibri"/>
              </a:defRPr>
            </a:lvl7pPr>
            <a:lvl8pPr algn="l">
              <a:buNone/>
              <a:defRPr sz="1163" b="1" i="0">
                <a:solidFill>
                  <a:srgbClr val="0D6F73"/>
                </a:solidFill>
                <a:latin typeface="Calibri"/>
                <a:ea typeface="Calibri"/>
                <a:cs typeface="Calibri"/>
              </a:defRPr>
            </a:lvl8pPr>
            <a:lvl9pPr algn="l">
              <a:buNone/>
              <a:defRPr sz="1163" b="1" i="0">
                <a:solidFill>
                  <a:srgbClr val="0D6F73"/>
                </a:solidFill>
                <a:latin typeface="Calibri"/>
                <a:ea typeface="Calibri"/>
                <a:cs typeface="Calibri"/>
              </a:defRPr>
            </a:lvl9pPr>
          </a:lstStyle>
          <a:p xmlns:a="http://schemas.openxmlformats.org/drawingml/2006/main">
            <a:pPr algn="l">
              <a:lnSpc>
                <a:spcPct val="108000"/>
              </a:lnSpc>
              <a:buNone/>
              <a:defRPr sz="1163" b="1" i="0">
                <a:solidFill>
                  <a:srgbClr val="0D6F73"/>
                </a:solidFill>
                <a:latin typeface="Calibri"/>
                <a:ea typeface="Calibri"/>
                <a:cs typeface="Calibri"/>
              </a:defRPr>
            </a:pPr>
            <a:r>
              <a:rPr sz="1163" b="1" i="0">
                <a:solidFill>
                  <a:srgbClr val="087E83"/>
                </a:solidFill>
                <a:latin typeface="Calibri"/>
                <a:ea typeface="Calibri"/>
                <a:cs typeface="Calibri"/>
              </a:rPr>
              <a:t>Alert queue</a:t>
            </a:r>
          </a:p>
        </p:txBody>
      </p:sp>
      <p:sp>
        <p:nvSpPr>
          <p:cNvPr id="13" name="">
            <a:extLst xmlns:a="http://schemas.openxmlformats.org/drawingml/2006/main">
              <a:ext uri="{FF2B5EF4-FFF2-40B4-BE49-F238E27FC236}">
                <a16:creationId xmlns:a16="http://schemas.microsoft.com/office/drawing/2014/main" id="{8F1C1970-DDC9-4310-ABB9-443AE6FFFCD9}"/>
              </a:ext>
            </a:extLst>
          </p:cNvPr>
          <p:cNvSpPr>
            <a:spLocks xmlns:a="http://schemas.openxmlformats.org/drawingml/2006/main" noGrp="1"/>
          </p:cNvSpPr>
          <p:nvPr/>
        </p:nvSpPr>
        <p:spPr>
          <a:xfrm xmlns:a="http://schemas.openxmlformats.org/drawingml/2006/main" flipH="0" flipV="0">
            <a:off x="552450" y="2352675"/>
            <a:ext cx="6457950" cy="4763"/>
          </a:xfrm>
          <a:prstGeom xmlns:a="http://schemas.openxmlformats.org/drawingml/2006/main" prst="line">
            <a:avLst/>
          </a:prstGeom>
          <a:noFill xmlns:a="http://schemas.openxmlformats.org/drawingml/2006/main"/>
          <a:ln xmlns:a="http://schemas.openxmlformats.org/drawingml/2006/main" w="9525">
            <a:solidFill>
              <a:srgbClr val="DDE7E6"/>
            </a:solidFill>
            <a:prstDash val="solid"/>
          </a:ln>
        </p:spPr>
      </p:sp>
      <p:sp>
        <p:nvSpPr>
          <p:cNvPr id="14" name="">
            <a:extLst xmlns:a="http://schemas.openxmlformats.org/drawingml/2006/main">
              <a:ext uri="{FF2B5EF4-FFF2-40B4-BE49-F238E27FC236}">
                <a16:creationId xmlns:a16="http://schemas.microsoft.com/office/drawing/2014/main" id="{61AC4CAA-66C0-41C3-8088-E021664E0016}"/>
              </a:ext>
            </a:extLst>
          </p:cNvPr>
          <p:cNvSpPr>
            <a:spLocks xmlns:a="http://schemas.openxmlformats.org/drawingml/2006/main" noGrp="1"/>
          </p:cNvSpPr>
          <p:nvPr/>
        </p:nvSpPr>
        <p:spPr>
          <a:xfrm xmlns:a="http://schemas.openxmlformats.org/drawingml/2006/main">
            <a:off x="552450" y="2419350"/>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13" b="1" i="0">
                <a:solidFill>
                  <a:srgbClr val="C88625"/>
                </a:solidFill>
                <a:latin typeface="Calibri"/>
                <a:ea typeface="Calibri"/>
                <a:cs typeface="Calibri"/>
              </a:defRPr>
            </a:defPPr>
            <a:lvl1pPr algn="l">
              <a:buNone/>
              <a:defRPr sz="1275" b="1" i="0">
                <a:solidFill>
                  <a:srgbClr val="123F50"/>
                </a:solidFill>
                <a:latin typeface="Calibri"/>
                <a:ea typeface="Calibri"/>
                <a:cs typeface="Calibri"/>
              </a:defRPr>
            </a:lvl1pPr>
            <a:lvl2pPr algn="l">
              <a:buNone/>
              <a:defRPr sz="1275" b="1" i="0">
                <a:solidFill>
                  <a:srgbClr val="123F50"/>
                </a:solidFill>
                <a:latin typeface="Calibri"/>
                <a:ea typeface="Calibri"/>
                <a:cs typeface="Calibri"/>
              </a:defRPr>
            </a:lvl2pPr>
            <a:lvl3pPr algn="l">
              <a:buNone/>
              <a:defRPr sz="1275" b="1" i="0">
                <a:solidFill>
                  <a:srgbClr val="123F50"/>
                </a:solidFill>
                <a:latin typeface="Calibri"/>
                <a:ea typeface="Calibri"/>
                <a:cs typeface="Calibri"/>
              </a:defRPr>
            </a:lvl3pPr>
            <a:lvl4pPr algn="l">
              <a:buNone/>
              <a:defRPr sz="1275" b="1" i="0">
                <a:solidFill>
                  <a:srgbClr val="123F50"/>
                </a:solidFill>
                <a:latin typeface="Calibri"/>
                <a:ea typeface="Calibri"/>
                <a:cs typeface="Calibri"/>
              </a:defRPr>
            </a:lvl4pPr>
            <a:lvl5pPr algn="l">
              <a:buNone/>
              <a:defRPr sz="1275" b="1" i="0">
                <a:solidFill>
                  <a:srgbClr val="123F50"/>
                </a:solidFill>
                <a:latin typeface="Calibri"/>
                <a:ea typeface="Calibri"/>
                <a:cs typeface="Calibri"/>
              </a:defRPr>
            </a:lvl5pPr>
            <a:lvl6pPr algn="l">
              <a:buNone/>
              <a:defRPr sz="1275" b="1" i="0">
                <a:solidFill>
                  <a:srgbClr val="123F50"/>
                </a:solidFill>
                <a:latin typeface="Calibri"/>
                <a:ea typeface="Calibri"/>
                <a:cs typeface="Calibri"/>
              </a:defRPr>
            </a:lvl6pPr>
            <a:lvl7pPr algn="l">
              <a:buNone/>
              <a:defRPr sz="1275" b="1" i="0">
                <a:solidFill>
                  <a:srgbClr val="123F50"/>
                </a:solidFill>
                <a:latin typeface="Calibri"/>
                <a:ea typeface="Calibri"/>
                <a:cs typeface="Calibri"/>
              </a:defRPr>
            </a:lvl7pPr>
            <a:lvl8pPr algn="l">
              <a:buNone/>
              <a:defRPr sz="1275" b="1" i="0">
                <a:solidFill>
                  <a:srgbClr val="123F50"/>
                </a:solidFill>
                <a:latin typeface="Calibri"/>
                <a:ea typeface="Calibri"/>
                <a:cs typeface="Calibri"/>
              </a:defRPr>
            </a:lvl8pPr>
            <a:lvl9pPr algn="l">
              <a:buNone/>
              <a:defRPr sz="1275" b="1" i="0">
                <a:solidFill>
                  <a:srgbClr val="123F50"/>
                </a:solidFill>
                <a:latin typeface="Calibri"/>
                <a:ea typeface="Calibri"/>
                <a:cs typeface="Calibri"/>
              </a:defRPr>
            </a:lvl9pPr>
          </a:lstStyle>
          <a:p xmlns:a="http://schemas.openxmlformats.org/drawingml/2006/main">
            <a:pPr algn="l">
              <a:lnSpc>
                <a:spcPct val="108000"/>
              </a:lnSpc>
              <a:buNone/>
              <a:defRPr sz="1275" b="1" i="0">
                <a:solidFill>
                  <a:srgbClr val="123F50"/>
                </a:solidFill>
                <a:latin typeface="Calibri"/>
                <a:ea typeface="Calibri"/>
                <a:cs typeface="Calibri"/>
              </a:defRPr>
            </a:pPr>
            <a:r>
              <a:rPr sz="1313" b="1" i="0">
                <a:solidFill>
                  <a:srgbClr val="C88625"/>
                </a:solidFill>
                <a:latin typeface="Calibri"/>
                <a:ea typeface="Calibri"/>
                <a:cs typeface="Calibri"/>
              </a:rPr>
              <a:t>Blood pressure</a:t>
            </a:r>
          </a:p>
        </p:txBody>
      </p:sp>
      <p:sp>
        <p:nvSpPr>
          <p:cNvPr id="15" name="">
            <a:extLst xmlns:a="http://schemas.openxmlformats.org/drawingml/2006/main">
              <a:ext uri="{FF2B5EF4-FFF2-40B4-BE49-F238E27FC236}">
                <a16:creationId xmlns:a16="http://schemas.microsoft.com/office/drawing/2014/main" id="{F0B0EC37-E183-47DD-AE0B-A2601EE88F08}"/>
              </a:ext>
            </a:extLst>
          </p:cNvPr>
          <p:cNvSpPr>
            <a:spLocks xmlns:a="http://schemas.openxmlformats.org/drawingml/2006/main" noGrp="1"/>
          </p:cNvSpPr>
          <p:nvPr/>
        </p:nvSpPr>
        <p:spPr>
          <a:xfrm xmlns:a="http://schemas.openxmlformats.org/drawingml/2006/main">
            <a:off x="2381250" y="2419350"/>
            <a:ext cx="3095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13" b="0" i="0">
                <a:solidFill>
                  <a:srgbClr val="304F5B"/>
                </a:solidFill>
                <a:latin typeface="Calibri"/>
                <a:ea typeface="Calibri"/>
                <a:cs typeface="Calibri"/>
              </a:defRPr>
            </a:defPPr>
            <a:lvl1pPr algn="l">
              <a:buNone/>
              <a:defRPr sz="1013" b="0" i="0">
                <a:solidFill>
                  <a:srgbClr val="263C45"/>
                </a:solidFill>
                <a:latin typeface="Calibri"/>
                <a:ea typeface="Calibri"/>
                <a:cs typeface="Calibri"/>
              </a:defRPr>
            </a:lvl1pPr>
            <a:lvl2pPr algn="l">
              <a:buNone/>
              <a:defRPr sz="1013" b="0" i="0">
                <a:solidFill>
                  <a:srgbClr val="263C45"/>
                </a:solidFill>
                <a:latin typeface="Calibri"/>
                <a:ea typeface="Calibri"/>
                <a:cs typeface="Calibri"/>
              </a:defRPr>
            </a:lvl2pPr>
            <a:lvl3pPr algn="l">
              <a:buNone/>
              <a:defRPr sz="1013" b="0" i="0">
                <a:solidFill>
                  <a:srgbClr val="263C45"/>
                </a:solidFill>
                <a:latin typeface="Calibri"/>
                <a:ea typeface="Calibri"/>
                <a:cs typeface="Calibri"/>
              </a:defRPr>
            </a:lvl3pPr>
            <a:lvl4pPr algn="l">
              <a:buNone/>
              <a:defRPr sz="1013" b="0" i="0">
                <a:solidFill>
                  <a:srgbClr val="263C45"/>
                </a:solidFill>
                <a:latin typeface="Calibri"/>
                <a:ea typeface="Calibri"/>
                <a:cs typeface="Calibri"/>
              </a:defRPr>
            </a:lvl4pPr>
            <a:lvl5pPr algn="l">
              <a:buNone/>
              <a:defRPr sz="1013" b="0" i="0">
                <a:solidFill>
                  <a:srgbClr val="263C45"/>
                </a:solidFill>
                <a:latin typeface="Calibri"/>
                <a:ea typeface="Calibri"/>
                <a:cs typeface="Calibri"/>
              </a:defRPr>
            </a:lvl5pPr>
            <a:lvl6pPr algn="l">
              <a:buNone/>
              <a:defRPr sz="1013" b="0" i="0">
                <a:solidFill>
                  <a:srgbClr val="263C45"/>
                </a:solidFill>
                <a:latin typeface="Calibri"/>
                <a:ea typeface="Calibri"/>
                <a:cs typeface="Calibri"/>
              </a:defRPr>
            </a:lvl6pPr>
            <a:lvl7pPr algn="l">
              <a:buNone/>
              <a:defRPr sz="1013" b="0" i="0">
                <a:solidFill>
                  <a:srgbClr val="263C45"/>
                </a:solidFill>
                <a:latin typeface="Calibri"/>
                <a:ea typeface="Calibri"/>
                <a:cs typeface="Calibri"/>
              </a:defRPr>
            </a:lvl7pPr>
            <a:lvl8pPr algn="l">
              <a:buNone/>
              <a:defRPr sz="1013" b="0" i="0">
                <a:solidFill>
                  <a:srgbClr val="263C45"/>
                </a:solidFill>
                <a:latin typeface="Calibri"/>
                <a:ea typeface="Calibri"/>
                <a:cs typeface="Calibri"/>
              </a:defRPr>
            </a:lvl8pPr>
            <a:lvl9pPr algn="l">
              <a:buNone/>
              <a:defRPr sz="1013" b="0" i="0">
                <a:solidFill>
                  <a:srgbClr val="263C45"/>
                </a:solidFill>
                <a:latin typeface="Calibri"/>
                <a:ea typeface="Calibri"/>
                <a:cs typeface="Calibri"/>
              </a:defRPr>
            </a:lvl9pPr>
          </a:lstStyle>
          <a:p xmlns:a="http://schemas.openxmlformats.org/drawingml/2006/main">
            <a:pPr algn="l">
              <a:lnSpc>
                <a:spcPct val="108000"/>
              </a:lnSpc>
              <a:buNone/>
              <a:defRPr sz="1013" b="0" i="0">
                <a:solidFill>
                  <a:srgbClr val="263C45"/>
                </a:solidFill>
                <a:latin typeface="Calibri"/>
                <a:ea typeface="Calibri"/>
                <a:cs typeface="Calibri"/>
              </a:defRPr>
            </a:pPr>
            <a:r>
              <a:rPr sz="1013" b="0" i="0">
                <a:solidFill>
                  <a:srgbClr val="304F5B"/>
                </a:solidFill>
                <a:latin typeface="Calibri"/>
                <a:ea typeface="Calibri"/>
                <a:cs typeface="Calibri"/>
              </a:rPr>
              <a:t>SBP ≥180 or DBP ≥120 → CRITICAL; SBP ≥160 or DBP ≥100 → HIGH; SBP ≥140 or DBP ≥90 → MEDIUM</a:t>
            </a:r>
          </a:p>
        </p:txBody>
      </p:sp>
      <p:sp>
        <p:nvSpPr>
          <p:cNvPr id="16" name="">
            <a:extLst xmlns:a="http://schemas.openxmlformats.org/drawingml/2006/main">
              <a:ext uri="{FF2B5EF4-FFF2-40B4-BE49-F238E27FC236}">
                <a16:creationId xmlns:a16="http://schemas.microsoft.com/office/drawing/2014/main" id="{81C848CA-D81C-4DA5-8B5D-A5E0248F0B35}"/>
              </a:ext>
            </a:extLst>
          </p:cNvPr>
          <p:cNvSpPr>
            <a:spLocks xmlns:a="http://schemas.openxmlformats.org/drawingml/2006/main" noGrp="1"/>
          </p:cNvSpPr>
          <p:nvPr/>
        </p:nvSpPr>
        <p:spPr>
          <a:xfrm xmlns:a="http://schemas.openxmlformats.org/drawingml/2006/main">
            <a:off x="5676900" y="2419350"/>
            <a:ext cx="133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63" b="1" i="0">
                <a:solidFill>
                  <a:srgbClr val="087E83"/>
                </a:solidFill>
                <a:latin typeface="Calibri"/>
                <a:ea typeface="Calibri"/>
                <a:cs typeface="Calibri"/>
              </a:defRPr>
            </a:defPPr>
            <a:lvl1pPr algn="l">
              <a:buNone/>
              <a:defRPr sz="1163" b="1" i="0">
                <a:solidFill>
                  <a:srgbClr val="0D6F73"/>
                </a:solidFill>
                <a:latin typeface="Calibri"/>
                <a:ea typeface="Calibri"/>
                <a:cs typeface="Calibri"/>
              </a:defRPr>
            </a:lvl1pPr>
            <a:lvl2pPr algn="l">
              <a:buNone/>
              <a:defRPr sz="1163" b="1" i="0">
                <a:solidFill>
                  <a:srgbClr val="0D6F73"/>
                </a:solidFill>
                <a:latin typeface="Calibri"/>
                <a:ea typeface="Calibri"/>
                <a:cs typeface="Calibri"/>
              </a:defRPr>
            </a:lvl2pPr>
            <a:lvl3pPr algn="l">
              <a:buNone/>
              <a:defRPr sz="1163" b="1" i="0">
                <a:solidFill>
                  <a:srgbClr val="0D6F73"/>
                </a:solidFill>
                <a:latin typeface="Calibri"/>
                <a:ea typeface="Calibri"/>
                <a:cs typeface="Calibri"/>
              </a:defRPr>
            </a:lvl3pPr>
            <a:lvl4pPr algn="l">
              <a:buNone/>
              <a:defRPr sz="1163" b="1" i="0">
                <a:solidFill>
                  <a:srgbClr val="0D6F73"/>
                </a:solidFill>
                <a:latin typeface="Calibri"/>
                <a:ea typeface="Calibri"/>
                <a:cs typeface="Calibri"/>
              </a:defRPr>
            </a:lvl4pPr>
            <a:lvl5pPr algn="l">
              <a:buNone/>
              <a:defRPr sz="1163" b="1" i="0">
                <a:solidFill>
                  <a:srgbClr val="0D6F73"/>
                </a:solidFill>
                <a:latin typeface="Calibri"/>
                <a:ea typeface="Calibri"/>
                <a:cs typeface="Calibri"/>
              </a:defRPr>
            </a:lvl5pPr>
            <a:lvl6pPr algn="l">
              <a:buNone/>
              <a:defRPr sz="1163" b="1" i="0">
                <a:solidFill>
                  <a:srgbClr val="0D6F73"/>
                </a:solidFill>
                <a:latin typeface="Calibri"/>
                <a:ea typeface="Calibri"/>
                <a:cs typeface="Calibri"/>
              </a:defRPr>
            </a:lvl6pPr>
            <a:lvl7pPr algn="l">
              <a:buNone/>
              <a:defRPr sz="1163" b="1" i="0">
                <a:solidFill>
                  <a:srgbClr val="0D6F73"/>
                </a:solidFill>
                <a:latin typeface="Calibri"/>
                <a:ea typeface="Calibri"/>
                <a:cs typeface="Calibri"/>
              </a:defRPr>
            </a:lvl7pPr>
            <a:lvl8pPr algn="l">
              <a:buNone/>
              <a:defRPr sz="1163" b="1" i="0">
                <a:solidFill>
                  <a:srgbClr val="0D6F73"/>
                </a:solidFill>
                <a:latin typeface="Calibri"/>
                <a:ea typeface="Calibri"/>
                <a:cs typeface="Calibri"/>
              </a:defRPr>
            </a:lvl8pPr>
            <a:lvl9pPr algn="l">
              <a:buNone/>
              <a:defRPr sz="1163" b="1" i="0">
                <a:solidFill>
                  <a:srgbClr val="0D6F73"/>
                </a:solidFill>
                <a:latin typeface="Calibri"/>
                <a:ea typeface="Calibri"/>
                <a:cs typeface="Calibri"/>
              </a:defRPr>
            </a:lvl9pPr>
          </a:lstStyle>
          <a:p xmlns:a="http://schemas.openxmlformats.org/drawingml/2006/main">
            <a:pPr algn="l">
              <a:lnSpc>
                <a:spcPct val="108000"/>
              </a:lnSpc>
              <a:buNone/>
              <a:defRPr sz="1163" b="1" i="0">
                <a:solidFill>
                  <a:srgbClr val="0D6F73"/>
                </a:solidFill>
                <a:latin typeface="Calibri"/>
                <a:ea typeface="Calibri"/>
                <a:cs typeface="Calibri"/>
              </a:defRPr>
            </a:pPr>
            <a:r>
              <a:rPr sz="1163" b="1" i="0">
                <a:solidFill>
                  <a:srgbClr val="087E83"/>
                </a:solidFill>
                <a:latin typeface="Calibri"/>
                <a:ea typeface="Calibri"/>
                <a:cs typeface="Calibri"/>
              </a:rPr>
              <a:t>Alert queue</a:t>
            </a:r>
          </a:p>
        </p:txBody>
      </p:sp>
      <p:sp>
        <p:nvSpPr>
          <p:cNvPr id="17" name="">
            <a:extLst xmlns:a="http://schemas.openxmlformats.org/drawingml/2006/main">
              <a:ext uri="{FF2B5EF4-FFF2-40B4-BE49-F238E27FC236}">
                <a16:creationId xmlns:a16="http://schemas.microsoft.com/office/drawing/2014/main" id="{EB77416B-731A-4C34-94D2-D55E1C84F98E}"/>
              </a:ext>
            </a:extLst>
          </p:cNvPr>
          <p:cNvSpPr>
            <a:spLocks xmlns:a="http://schemas.openxmlformats.org/drawingml/2006/main" noGrp="1"/>
          </p:cNvSpPr>
          <p:nvPr/>
        </p:nvSpPr>
        <p:spPr>
          <a:xfrm xmlns:a="http://schemas.openxmlformats.org/drawingml/2006/main" flipH="0" flipV="0">
            <a:off x="552450" y="2924175"/>
            <a:ext cx="6457950" cy="4763"/>
          </a:xfrm>
          <a:prstGeom xmlns:a="http://schemas.openxmlformats.org/drawingml/2006/main" prst="line">
            <a:avLst/>
          </a:prstGeom>
          <a:noFill xmlns:a="http://schemas.openxmlformats.org/drawingml/2006/main"/>
          <a:ln xmlns:a="http://schemas.openxmlformats.org/drawingml/2006/main" w="9525">
            <a:solidFill>
              <a:srgbClr val="DDE7E6"/>
            </a:solidFill>
            <a:prstDash val="solid"/>
          </a:ln>
        </p:spPr>
      </p:sp>
      <p:sp>
        <p:nvSpPr>
          <p:cNvPr id="18" name="">
            <a:extLst xmlns:a="http://schemas.openxmlformats.org/drawingml/2006/main">
              <a:ext uri="{FF2B5EF4-FFF2-40B4-BE49-F238E27FC236}">
                <a16:creationId xmlns:a16="http://schemas.microsoft.com/office/drawing/2014/main" id="{7D06D34C-72B2-48C0-B84B-93E3CF5170F1}"/>
              </a:ext>
            </a:extLst>
          </p:cNvPr>
          <p:cNvSpPr>
            <a:spLocks xmlns:a="http://schemas.openxmlformats.org/drawingml/2006/main" noGrp="1"/>
          </p:cNvSpPr>
          <p:nvPr/>
        </p:nvSpPr>
        <p:spPr>
          <a:xfrm xmlns:a="http://schemas.openxmlformats.org/drawingml/2006/main">
            <a:off x="552450" y="2990850"/>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13" b="1" i="0">
                <a:solidFill>
                  <a:srgbClr val="258FB1"/>
                </a:solidFill>
                <a:latin typeface="Calibri"/>
                <a:ea typeface="Calibri"/>
                <a:cs typeface="Calibri"/>
              </a:defRPr>
            </a:defPPr>
            <a:lvl1pPr algn="l">
              <a:buNone/>
              <a:defRPr sz="1275" b="1" i="0">
                <a:solidFill>
                  <a:srgbClr val="123F50"/>
                </a:solidFill>
                <a:latin typeface="Calibri"/>
                <a:ea typeface="Calibri"/>
                <a:cs typeface="Calibri"/>
              </a:defRPr>
            </a:lvl1pPr>
            <a:lvl2pPr algn="l">
              <a:buNone/>
              <a:defRPr sz="1275" b="1" i="0">
                <a:solidFill>
                  <a:srgbClr val="123F50"/>
                </a:solidFill>
                <a:latin typeface="Calibri"/>
                <a:ea typeface="Calibri"/>
                <a:cs typeface="Calibri"/>
              </a:defRPr>
            </a:lvl2pPr>
            <a:lvl3pPr algn="l">
              <a:buNone/>
              <a:defRPr sz="1275" b="1" i="0">
                <a:solidFill>
                  <a:srgbClr val="123F50"/>
                </a:solidFill>
                <a:latin typeface="Calibri"/>
                <a:ea typeface="Calibri"/>
                <a:cs typeface="Calibri"/>
              </a:defRPr>
            </a:lvl3pPr>
            <a:lvl4pPr algn="l">
              <a:buNone/>
              <a:defRPr sz="1275" b="1" i="0">
                <a:solidFill>
                  <a:srgbClr val="123F50"/>
                </a:solidFill>
                <a:latin typeface="Calibri"/>
                <a:ea typeface="Calibri"/>
                <a:cs typeface="Calibri"/>
              </a:defRPr>
            </a:lvl4pPr>
            <a:lvl5pPr algn="l">
              <a:buNone/>
              <a:defRPr sz="1275" b="1" i="0">
                <a:solidFill>
                  <a:srgbClr val="123F50"/>
                </a:solidFill>
                <a:latin typeface="Calibri"/>
                <a:ea typeface="Calibri"/>
                <a:cs typeface="Calibri"/>
              </a:defRPr>
            </a:lvl5pPr>
            <a:lvl6pPr algn="l">
              <a:buNone/>
              <a:defRPr sz="1275" b="1" i="0">
                <a:solidFill>
                  <a:srgbClr val="123F50"/>
                </a:solidFill>
                <a:latin typeface="Calibri"/>
                <a:ea typeface="Calibri"/>
                <a:cs typeface="Calibri"/>
              </a:defRPr>
            </a:lvl6pPr>
            <a:lvl7pPr algn="l">
              <a:buNone/>
              <a:defRPr sz="1275" b="1" i="0">
                <a:solidFill>
                  <a:srgbClr val="123F50"/>
                </a:solidFill>
                <a:latin typeface="Calibri"/>
                <a:ea typeface="Calibri"/>
                <a:cs typeface="Calibri"/>
              </a:defRPr>
            </a:lvl7pPr>
            <a:lvl8pPr algn="l">
              <a:buNone/>
              <a:defRPr sz="1275" b="1" i="0">
                <a:solidFill>
                  <a:srgbClr val="123F50"/>
                </a:solidFill>
                <a:latin typeface="Calibri"/>
                <a:ea typeface="Calibri"/>
                <a:cs typeface="Calibri"/>
              </a:defRPr>
            </a:lvl8pPr>
            <a:lvl9pPr algn="l">
              <a:buNone/>
              <a:defRPr sz="1275" b="1" i="0">
                <a:solidFill>
                  <a:srgbClr val="123F50"/>
                </a:solidFill>
                <a:latin typeface="Calibri"/>
                <a:ea typeface="Calibri"/>
                <a:cs typeface="Calibri"/>
              </a:defRPr>
            </a:lvl9pPr>
          </a:lstStyle>
          <a:p xmlns:a="http://schemas.openxmlformats.org/drawingml/2006/main">
            <a:pPr algn="l">
              <a:lnSpc>
                <a:spcPct val="108000"/>
              </a:lnSpc>
              <a:buNone/>
              <a:defRPr sz="1275" b="1" i="0">
                <a:solidFill>
                  <a:srgbClr val="123F50"/>
                </a:solidFill>
                <a:latin typeface="Calibri"/>
                <a:ea typeface="Calibri"/>
                <a:cs typeface="Calibri"/>
              </a:defRPr>
            </a:pPr>
            <a:r>
              <a:rPr sz="1313" b="1" i="0">
                <a:solidFill>
                  <a:srgbClr val="258FB1"/>
                </a:solidFill>
                <a:latin typeface="Calibri"/>
                <a:ea typeface="Calibri"/>
                <a:cs typeface="Calibri"/>
              </a:rPr>
              <a:t>Oxygen</a:t>
            </a:r>
          </a:p>
        </p:txBody>
      </p:sp>
      <p:sp>
        <p:nvSpPr>
          <p:cNvPr id="19" name="">
            <a:extLst xmlns:a="http://schemas.openxmlformats.org/drawingml/2006/main">
              <a:ext uri="{FF2B5EF4-FFF2-40B4-BE49-F238E27FC236}">
                <a16:creationId xmlns:a16="http://schemas.microsoft.com/office/drawing/2014/main" id="{7CD31BB3-5185-4A99-A352-44F1EEFA0D9F}"/>
              </a:ext>
            </a:extLst>
          </p:cNvPr>
          <p:cNvSpPr>
            <a:spLocks xmlns:a="http://schemas.openxmlformats.org/drawingml/2006/main" noGrp="1"/>
          </p:cNvSpPr>
          <p:nvPr/>
        </p:nvSpPr>
        <p:spPr>
          <a:xfrm xmlns:a="http://schemas.openxmlformats.org/drawingml/2006/main">
            <a:off x="2381250" y="2990850"/>
            <a:ext cx="3095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i="0">
                <a:solidFill>
                  <a:srgbClr val="304F5B"/>
                </a:solidFill>
                <a:latin typeface="Calibri"/>
                <a:ea typeface="Calibri"/>
                <a:cs typeface="Calibri"/>
              </a:defRPr>
            </a:defPPr>
            <a:lvl1pPr algn="l">
              <a:buNone/>
              <a:defRPr sz="1163" b="0" i="0">
                <a:solidFill>
                  <a:srgbClr val="263C45"/>
                </a:solidFill>
                <a:latin typeface="Calibri"/>
                <a:ea typeface="Calibri"/>
                <a:cs typeface="Calibri"/>
              </a:defRPr>
            </a:lvl1pPr>
            <a:lvl2pPr algn="l">
              <a:buNone/>
              <a:defRPr sz="1163" b="0" i="0">
                <a:solidFill>
                  <a:srgbClr val="263C45"/>
                </a:solidFill>
                <a:latin typeface="Calibri"/>
                <a:ea typeface="Calibri"/>
                <a:cs typeface="Calibri"/>
              </a:defRPr>
            </a:lvl2pPr>
            <a:lvl3pPr algn="l">
              <a:buNone/>
              <a:defRPr sz="1163" b="0" i="0">
                <a:solidFill>
                  <a:srgbClr val="263C45"/>
                </a:solidFill>
                <a:latin typeface="Calibri"/>
                <a:ea typeface="Calibri"/>
                <a:cs typeface="Calibri"/>
              </a:defRPr>
            </a:lvl3pPr>
            <a:lvl4pPr algn="l">
              <a:buNone/>
              <a:defRPr sz="1163" b="0" i="0">
                <a:solidFill>
                  <a:srgbClr val="263C45"/>
                </a:solidFill>
                <a:latin typeface="Calibri"/>
                <a:ea typeface="Calibri"/>
                <a:cs typeface="Calibri"/>
              </a:defRPr>
            </a:lvl4pPr>
            <a:lvl5pPr algn="l">
              <a:buNone/>
              <a:defRPr sz="1163" b="0" i="0">
                <a:solidFill>
                  <a:srgbClr val="263C45"/>
                </a:solidFill>
                <a:latin typeface="Calibri"/>
                <a:ea typeface="Calibri"/>
                <a:cs typeface="Calibri"/>
              </a:defRPr>
            </a:lvl5pPr>
            <a:lvl6pPr algn="l">
              <a:buNone/>
              <a:defRPr sz="1163" b="0" i="0">
                <a:solidFill>
                  <a:srgbClr val="263C45"/>
                </a:solidFill>
                <a:latin typeface="Calibri"/>
                <a:ea typeface="Calibri"/>
                <a:cs typeface="Calibri"/>
              </a:defRPr>
            </a:lvl6pPr>
            <a:lvl7pPr algn="l">
              <a:buNone/>
              <a:defRPr sz="1163" b="0" i="0">
                <a:solidFill>
                  <a:srgbClr val="263C45"/>
                </a:solidFill>
                <a:latin typeface="Calibri"/>
                <a:ea typeface="Calibri"/>
                <a:cs typeface="Calibri"/>
              </a:defRPr>
            </a:lvl7pPr>
            <a:lvl8pPr algn="l">
              <a:buNone/>
              <a:defRPr sz="1163" b="0" i="0">
                <a:solidFill>
                  <a:srgbClr val="263C45"/>
                </a:solidFill>
                <a:latin typeface="Calibri"/>
                <a:ea typeface="Calibri"/>
                <a:cs typeface="Calibri"/>
              </a:defRPr>
            </a:lvl8pPr>
            <a:lvl9pPr algn="l">
              <a:buNone/>
              <a:defRPr sz="1163" b="0" i="0">
                <a:solidFill>
                  <a:srgbClr val="263C45"/>
                </a:solidFill>
                <a:latin typeface="Calibri"/>
                <a:ea typeface="Calibri"/>
                <a:cs typeface="Calibri"/>
              </a:defRPr>
            </a:lvl9pPr>
          </a:lstStyle>
          <a:p xmlns:a="http://schemas.openxmlformats.org/drawingml/2006/main">
            <a:pPr algn="l">
              <a:lnSpc>
                <a:spcPct val="108000"/>
              </a:lnSpc>
              <a:buNone/>
              <a:defRPr sz="1163" b="0" i="0">
                <a:solidFill>
                  <a:srgbClr val="263C45"/>
                </a:solidFill>
                <a:latin typeface="Calibri"/>
                <a:ea typeface="Calibri"/>
                <a:cs typeface="Calibri"/>
              </a:defRPr>
            </a:pPr>
            <a:r>
              <a:rPr sz="1125" b="0" i="0">
                <a:solidFill>
                  <a:srgbClr val="304F5B"/>
                </a:solidFill>
                <a:latin typeface="Calibri"/>
                <a:ea typeface="Calibri"/>
                <a:cs typeface="Calibri"/>
              </a:rPr>
              <a:t>SpO₂ &lt;90% → HIGH</a:t>
            </a:r>
          </a:p>
        </p:txBody>
      </p:sp>
      <p:sp>
        <p:nvSpPr>
          <p:cNvPr id="20" name="">
            <a:extLst xmlns:a="http://schemas.openxmlformats.org/drawingml/2006/main">
              <a:ext uri="{FF2B5EF4-FFF2-40B4-BE49-F238E27FC236}">
                <a16:creationId xmlns:a16="http://schemas.microsoft.com/office/drawing/2014/main" id="{B72F1D39-22EF-4A35-8477-62751C21E0FC}"/>
              </a:ext>
            </a:extLst>
          </p:cNvPr>
          <p:cNvSpPr>
            <a:spLocks xmlns:a="http://schemas.openxmlformats.org/drawingml/2006/main" noGrp="1"/>
          </p:cNvSpPr>
          <p:nvPr/>
        </p:nvSpPr>
        <p:spPr>
          <a:xfrm xmlns:a="http://schemas.openxmlformats.org/drawingml/2006/main">
            <a:off x="5676900" y="2990850"/>
            <a:ext cx="133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63" b="1" i="0">
                <a:solidFill>
                  <a:srgbClr val="087E83"/>
                </a:solidFill>
                <a:latin typeface="Calibri"/>
                <a:ea typeface="Calibri"/>
                <a:cs typeface="Calibri"/>
              </a:defRPr>
            </a:defPPr>
            <a:lvl1pPr algn="l">
              <a:buNone/>
              <a:defRPr sz="1163" b="1" i="0">
                <a:solidFill>
                  <a:srgbClr val="0D6F73"/>
                </a:solidFill>
                <a:latin typeface="Calibri"/>
                <a:ea typeface="Calibri"/>
                <a:cs typeface="Calibri"/>
              </a:defRPr>
            </a:lvl1pPr>
            <a:lvl2pPr algn="l">
              <a:buNone/>
              <a:defRPr sz="1163" b="1" i="0">
                <a:solidFill>
                  <a:srgbClr val="0D6F73"/>
                </a:solidFill>
                <a:latin typeface="Calibri"/>
                <a:ea typeface="Calibri"/>
                <a:cs typeface="Calibri"/>
              </a:defRPr>
            </a:lvl2pPr>
            <a:lvl3pPr algn="l">
              <a:buNone/>
              <a:defRPr sz="1163" b="1" i="0">
                <a:solidFill>
                  <a:srgbClr val="0D6F73"/>
                </a:solidFill>
                <a:latin typeface="Calibri"/>
                <a:ea typeface="Calibri"/>
                <a:cs typeface="Calibri"/>
              </a:defRPr>
            </a:lvl3pPr>
            <a:lvl4pPr algn="l">
              <a:buNone/>
              <a:defRPr sz="1163" b="1" i="0">
                <a:solidFill>
                  <a:srgbClr val="0D6F73"/>
                </a:solidFill>
                <a:latin typeface="Calibri"/>
                <a:ea typeface="Calibri"/>
                <a:cs typeface="Calibri"/>
              </a:defRPr>
            </a:lvl4pPr>
            <a:lvl5pPr algn="l">
              <a:buNone/>
              <a:defRPr sz="1163" b="1" i="0">
                <a:solidFill>
                  <a:srgbClr val="0D6F73"/>
                </a:solidFill>
                <a:latin typeface="Calibri"/>
                <a:ea typeface="Calibri"/>
                <a:cs typeface="Calibri"/>
              </a:defRPr>
            </a:lvl5pPr>
            <a:lvl6pPr algn="l">
              <a:buNone/>
              <a:defRPr sz="1163" b="1" i="0">
                <a:solidFill>
                  <a:srgbClr val="0D6F73"/>
                </a:solidFill>
                <a:latin typeface="Calibri"/>
                <a:ea typeface="Calibri"/>
                <a:cs typeface="Calibri"/>
              </a:defRPr>
            </a:lvl6pPr>
            <a:lvl7pPr algn="l">
              <a:buNone/>
              <a:defRPr sz="1163" b="1" i="0">
                <a:solidFill>
                  <a:srgbClr val="0D6F73"/>
                </a:solidFill>
                <a:latin typeface="Calibri"/>
                <a:ea typeface="Calibri"/>
                <a:cs typeface="Calibri"/>
              </a:defRPr>
            </a:lvl7pPr>
            <a:lvl8pPr algn="l">
              <a:buNone/>
              <a:defRPr sz="1163" b="1" i="0">
                <a:solidFill>
                  <a:srgbClr val="0D6F73"/>
                </a:solidFill>
                <a:latin typeface="Calibri"/>
                <a:ea typeface="Calibri"/>
                <a:cs typeface="Calibri"/>
              </a:defRPr>
            </a:lvl8pPr>
            <a:lvl9pPr algn="l">
              <a:buNone/>
              <a:defRPr sz="1163" b="1" i="0">
                <a:solidFill>
                  <a:srgbClr val="0D6F73"/>
                </a:solidFill>
                <a:latin typeface="Calibri"/>
                <a:ea typeface="Calibri"/>
                <a:cs typeface="Calibri"/>
              </a:defRPr>
            </a:lvl9pPr>
          </a:lstStyle>
          <a:p xmlns:a="http://schemas.openxmlformats.org/drawingml/2006/main">
            <a:pPr algn="l">
              <a:lnSpc>
                <a:spcPct val="108000"/>
              </a:lnSpc>
              <a:buNone/>
              <a:defRPr sz="1163" b="1" i="0">
                <a:solidFill>
                  <a:srgbClr val="0D6F73"/>
                </a:solidFill>
                <a:latin typeface="Calibri"/>
                <a:ea typeface="Calibri"/>
                <a:cs typeface="Calibri"/>
              </a:defRPr>
            </a:pPr>
            <a:r>
              <a:rPr sz="1163" b="1" i="0">
                <a:solidFill>
                  <a:srgbClr val="087E83"/>
                </a:solidFill>
                <a:latin typeface="Calibri"/>
                <a:ea typeface="Calibri"/>
                <a:cs typeface="Calibri"/>
              </a:rPr>
              <a:t>Alert queue</a:t>
            </a:r>
          </a:p>
        </p:txBody>
      </p:sp>
      <p:sp>
        <p:nvSpPr>
          <p:cNvPr id="21" name="">
            <a:extLst xmlns:a="http://schemas.openxmlformats.org/drawingml/2006/main">
              <a:ext uri="{FF2B5EF4-FFF2-40B4-BE49-F238E27FC236}">
                <a16:creationId xmlns:a16="http://schemas.microsoft.com/office/drawing/2014/main" id="{408B9436-D31E-4744-A0ED-A25C90FB3437}"/>
              </a:ext>
            </a:extLst>
          </p:cNvPr>
          <p:cNvSpPr>
            <a:spLocks xmlns:a="http://schemas.openxmlformats.org/drawingml/2006/main" noGrp="1"/>
          </p:cNvSpPr>
          <p:nvPr/>
        </p:nvSpPr>
        <p:spPr>
          <a:xfrm xmlns:a="http://schemas.openxmlformats.org/drawingml/2006/main" flipH="0" flipV="0">
            <a:off x="552450" y="3495675"/>
            <a:ext cx="6457950" cy="4763"/>
          </a:xfrm>
          <a:prstGeom xmlns:a="http://schemas.openxmlformats.org/drawingml/2006/main" prst="line">
            <a:avLst/>
          </a:prstGeom>
          <a:noFill xmlns:a="http://schemas.openxmlformats.org/drawingml/2006/main"/>
          <a:ln xmlns:a="http://schemas.openxmlformats.org/drawingml/2006/main" w="9525">
            <a:solidFill>
              <a:srgbClr val="DDE7E6"/>
            </a:solidFill>
            <a:prstDash val="solid"/>
          </a:ln>
        </p:spPr>
      </p:sp>
      <p:sp>
        <p:nvSpPr>
          <p:cNvPr id="22" name="">
            <a:extLst xmlns:a="http://schemas.openxmlformats.org/drawingml/2006/main">
              <a:ext uri="{FF2B5EF4-FFF2-40B4-BE49-F238E27FC236}">
                <a16:creationId xmlns:a16="http://schemas.microsoft.com/office/drawing/2014/main" id="{396914B5-F2DD-457A-8834-AA2313575EBB}"/>
              </a:ext>
            </a:extLst>
          </p:cNvPr>
          <p:cNvSpPr>
            <a:spLocks xmlns:a="http://schemas.openxmlformats.org/drawingml/2006/main" noGrp="1"/>
          </p:cNvSpPr>
          <p:nvPr/>
        </p:nvSpPr>
        <p:spPr>
          <a:xfrm xmlns:a="http://schemas.openxmlformats.org/drawingml/2006/main">
            <a:off x="552450" y="3562350"/>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13" b="1" i="0">
                <a:solidFill>
                  <a:srgbClr val="825FB4"/>
                </a:solidFill>
                <a:latin typeface="Calibri"/>
                <a:ea typeface="Calibri"/>
                <a:cs typeface="Calibri"/>
              </a:defRPr>
            </a:defPPr>
            <a:lvl1pPr algn="l">
              <a:buNone/>
              <a:defRPr sz="1275" b="1" i="0">
                <a:solidFill>
                  <a:srgbClr val="123F50"/>
                </a:solidFill>
                <a:latin typeface="Calibri"/>
                <a:ea typeface="Calibri"/>
                <a:cs typeface="Calibri"/>
              </a:defRPr>
            </a:lvl1pPr>
            <a:lvl2pPr algn="l">
              <a:buNone/>
              <a:defRPr sz="1275" b="1" i="0">
                <a:solidFill>
                  <a:srgbClr val="123F50"/>
                </a:solidFill>
                <a:latin typeface="Calibri"/>
                <a:ea typeface="Calibri"/>
                <a:cs typeface="Calibri"/>
              </a:defRPr>
            </a:lvl2pPr>
            <a:lvl3pPr algn="l">
              <a:buNone/>
              <a:defRPr sz="1275" b="1" i="0">
                <a:solidFill>
                  <a:srgbClr val="123F50"/>
                </a:solidFill>
                <a:latin typeface="Calibri"/>
                <a:ea typeface="Calibri"/>
                <a:cs typeface="Calibri"/>
              </a:defRPr>
            </a:lvl3pPr>
            <a:lvl4pPr algn="l">
              <a:buNone/>
              <a:defRPr sz="1275" b="1" i="0">
                <a:solidFill>
                  <a:srgbClr val="123F50"/>
                </a:solidFill>
                <a:latin typeface="Calibri"/>
                <a:ea typeface="Calibri"/>
                <a:cs typeface="Calibri"/>
              </a:defRPr>
            </a:lvl4pPr>
            <a:lvl5pPr algn="l">
              <a:buNone/>
              <a:defRPr sz="1275" b="1" i="0">
                <a:solidFill>
                  <a:srgbClr val="123F50"/>
                </a:solidFill>
                <a:latin typeface="Calibri"/>
                <a:ea typeface="Calibri"/>
                <a:cs typeface="Calibri"/>
              </a:defRPr>
            </a:lvl5pPr>
            <a:lvl6pPr algn="l">
              <a:buNone/>
              <a:defRPr sz="1275" b="1" i="0">
                <a:solidFill>
                  <a:srgbClr val="123F50"/>
                </a:solidFill>
                <a:latin typeface="Calibri"/>
                <a:ea typeface="Calibri"/>
                <a:cs typeface="Calibri"/>
              </a:defRPr>
            </a:lvl6pPr>
            <a:lvl7pPr algn="l">
              <a:buNone/>
              <a:defRPr sz="1275" b="1" i="0">
                <a:solidFill>
                  <a:srgbClr val="123F50"/>
                </a:solidFill>
                <a:latin typeface="Calibri"/>
                <a:ea typeface="Calibri"/>
                <a:cs typeface="Calibri"/>
              </a:defRPr>
            </a:lvl7pPr>
            <a:lvl8pPr algn="l">
              <a:buNone/>
              <a:defRPr sz="1275" b="1" i="0">
                <a:solidFill>
                  <a:srgbClr val="123F50"/>
                </a:solidFill>
                <a:latin typeface="Calibri"/>
                <a:ea typeface="Calibri"/>
                <a:cs typeface="Calibri"/>
              </a:defRPr>
            </a:lvl8pPr>
            <a:lvl9pPr algn="l">
              <a:buNone/>
              <a:defRPr sz="1275" b="1" i="0">
                <a:solidFill>
                  <a:srgbClr val="123F50"/>
                </a:solidFill>
                <a:latin typeface="Calibri"/>
                <a:ea typeface="Calibri"/>
                <a:cs typeface="Calibri"/>
              </a:defRPr>
            </a:lvl9pPr>
          </a:lstStyle>
          <a:p xmlns:a="http://schemas.openxmlformats.org/drawingml/2006/main">
            <a:pPr algn="l">
              <a:lnSpc>
                <a:spcPct val="108000"/>
              </a:lnSpc>
              <a:buNone/>
              <a:defRPr sz="1275" b="1" i="0">
                <a:solidFill>
                  <a:srgbClr val="123F50"/>
                </a:solidFill>
                <a:latin typeface="Calibri"/>
                <a:ea typeface="Calibri"/>
                <a:cs typeface="Calibri"/>
              </a:defRPr>
            </a:pPr>
            <a:r>
              <a:rPr sz="1313" b="1" i="0">
                <a:solidFill>
                  <a:srgbClr val="825FB4"/>
                </a:solidFill>
                <a:latin typeface="Calibri"/>
                <a:ea typeface="Calibri"/>
                <a:cs typeface="Calibri"/>
              </a:rPr>
              <a:t>ECG label</a:t>
            </a:r>
          </a:p>
        </p:txBody>
      </p:sp>
      <p:sp>
        <p:nvSpPr>
          <p:cNvPr id="23" name="">
            <a:extLst xmlns:a="http://schemas.openxmlformats.org/drawingml/2006/main">
              <a:ext uri="{FF2B5EF4-FFF2-40B4-BE49-F238E27FC236}">
                <a16:creationId xmlns:a16="http://schemas.microsoft.com/office/drawing/2014/main" id="{CAC3E99B-9B90-475E-A869-F779805EF9D1}"/>
              </a:ext>
            </a:extLst>
          </p:cNvPr>
          <p:cNvSpPr>
            <a:spLocks xmlns:a="http://schemas.openxmlformats.org/drawingml/2006/main" noGrp="1"/>
          </p:cNvSpPr>
          <p:nvPr/>
        </p:nvSpPr>
        <p:spPr>
          <a:xfrm xmlns:a="http://schemas.openxmlformats.org/drawingml/2006/main">
            <a:off x="2381250" y="3562350"/>
            <a:ext cx="3095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i="0">
                <a:solidFill>
                  <a:srgbClr val="304F5B"/>
                </a:solidFill>
                <a:latin typeface="Calibri"/>
                <a:ea typeface="Calibri"/>
                <a:cs typeface="Calibri"/>
              </a:defRPr>
            </a:defPPr>
            <a:lvl1pPr algn="l">
              <a:buNone/>
              <a:defRPr sz="1163" b="0" i="0">
                <a:solidFill>
                  <a:srgbClr val="263C45"/>
                </a:solidFill>
                <a:latin typeface="Calibri"/>
                <a:ea typeface="Calibri"/>
                <a:cs typeface="Calibri"/>
              </a:defRPr>
            </a:lvl1pPr>
            <a:lvl2pPr algn="l">
              <a:buNone/>
              <a:defRPr sz="1163" b="0" i="0">
                <a:solidFill>
                  <a:srgbClr val="263C45"/>
                </a:solidFill>
                <a:latin typeface="Calibri"/>
                <a:ea typeface="Calibri"/>
                <a:cs typeface="Calibri"/>
              </a:defRPr>
            </a:lvl2pPr>
            <a:lvl3pPr algn="l">
              <a:buNone/>
              <a:defRPr sz="1163" b="0" i="0">
                <a:solidFill>
                  <a:srgbClr val="263C45"/>
                </a:solidFill>
                <a:latin typeface="Calibri"/>
                <a:ea typeface="Calibri"/>
                <a:cs typeface="Calibri"/>
              </a:defRPr>
            </a:lvl3pPr>
            <a:lvl4pPr algn="l">
              <a:buNone/>
              <a:defRPr sz="1163" b="0" i="0">
                <a:solidFill>
                  <a:srgbClr val="263C45"/>
                </a:solidFill>
                <a:latin typeface="Calibri"/>
                <a:ea typeface="Calibri"/>
                <a:cs typeface="Calibri"/>
              </a:defRPr>
            </a:lvl4pPr>
            <a:lvl5pPr algn="l">
              <a:buNone/>
              <a:defRPr sz="1163" b="0" i="0">
                <a:solidFill>
                  <a:srgbClr val="263C45"/>
                </a:solidFill>
                <a:latin typeface="Calibri"/>
                <a:ea typeface="Calibri"/>
                <a:cs typeface="Calibri"/>
              </a:defRPr>
            </a:lvl5pPr>
            <a:lvl6pPr algn="l">
              <a:buNone/>
              <a:defRPr sz="1163" b="0" i="0">
                <a:solidFill>
                  <a:srgbClr val="263C45"/>
                </a:solidFill>
                <a:latin typeface="Calibri"/>
                <a:ea typeface="Calibri"/>
                <a:cs typeface="Calibri"/>
              </a:defRPr>
            </a:lvl6pPr>
            <a:lvl7pPr algn="l">
              <a:buNone/>
              <a:defRPr sz="1163" b="0" i="0">
                <a:solidFill>
                  <a:srgbClr val="263C45"/>
                </a:solidFill>
                <a:latin typeface="Calibri"/>
                <a:ea typeface="Calibri"/>
                <a:cs typeface="Calibri"/>
              </a:defRPr>
            </a:lvl7pPr>
            <a:lvl8pPr algn="l">
              <a:buNone/>
              <a:defRPr sz="1163" b="0" i="0">
                <a:solidFill>
                  <a:srgbClr val="263C45"/>
                </a:solidFill>
                <a:latin typeface="Calibri"/>
                <a:ea typeface="Calibri"/>
                <a:cs typeface="Calibri"/>
              </a:defRPr>
            </a:lvl8pPr>
            <a:lvl9pPr algn="l">
              <a:buNone/>
              <a:defRPr sz="1163" b="0" i="0">
                <a:solidFill>
                  <a:srgbClr val="263C45"/>
                </a:solidFill>
                <a:latin typeface="Calibri"/>
                <a:ea typeface="Calibri"/>
                <a:cs typeface="Calibri"/>
              </a:defRPr>
            </a:lvl9pPr>
          </a:lstStyle>
          <a:p xmlns:a="http://schemas.openxmlformats.org/drawingml/2006/main">
            <a:pPr algn="l">
              <a:lnSpc>
                <a:spcPct val="108000"/>
              </a:lnSpc>
              <a:buNone/>
              <a:defRPr sz="1163" b="0" i="0">
                <a:solidFill>
                  <a:srgbClr val="263C45"/>
                </a:solidFill>
                <a:latin typeface="Calibri"/>
                <a:ea typeface="Calibri"/>
                <a:cs typeface="Calibri"/>
              </a:defRPr>
            </a:pPr>
            <a:r>
              <a:rPr sz="1125" b="0" i="0">
                <a:solidFill>
                  <a:srgbClr val="304F5B"/>
                </a:solidFill>
                <a:latin typeface="Calibri"/>
                <a:ea typeface="Calibri"/>
                <a:cs typeface="Calibri"/>
              </a:rPr>
              <a:t>AFib / PVC / ST elevation / T-wave inversion → HIGH</a:t>
            </a:r>
          </a:p>
        </p:txBody>
      </p:sp>
      <p:sp>
        <p:nvSpPr>
          <p:cNvPr id="24" name="">
            <a:extLst xmlns:a="http://schemas.openxmlformats.org/drawingml/2006/main">
              <a:ext uri="{FF2B5EF4-FFF2-40B4-BE49-F238E27FC236}">
                <a16:creationId xmlns:a16="http://schemas.microsoft.com/office/drawing/2014/main" id="{3B87E684-7123-4434-96B2-B1A6E7382415}"/>
              </a:ext>
            </a:extLst>
          </p:cNvPr>
          <p:cNvSpPr>
            <a:spLocks xmlns:a="http://schemas.openxmlformats.org/drawingml/2006/main" noGrp="1"/>
          </p:cNvSpPr>
          <p:nvPr/>
        </p:nvSpPr>
        <p:spPr>
          <a:xfrm xmlns:a="http://schemas.openxmlformats.org/drawingml/2006/main">
            <a:off x="5676900" y="3562350"/>
            <a:ext cx="133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63" b="1" i="0">
                <a:solidFill>
                  <a:srgbClr val="087E83"/>
                </a:solidFill>
                <a:latin typeface="Calibri"/>
                <a:ea typeface="Calibri"/>
                <a:cs typeface="Calibri"/>
              </a:defRPr>
            </a:defPPr>
            <a:lvl1pPr algn="l">
              <a:buNone/>
              <a:defRPr sz="1163" b="1" i="0">
                <a:solidFill>
                  <a:srgbClr val="0D6F73"/>
                </a:solidFill>
                <a:latin typeface="Calibri"/>
                <a:ea typeface="Calibri"/>
                <a:cs typeface="Calibri"/>
              </a:defRPr>
            </a:lvl1pPr>
            <a:lvl2pPr algn="l">
              <a:buNone/>
              <a:defRPr sz="1163" b="1" i="0">
                <a:solidFill>
                  <a:srgbClr val="0D6F73"/>
                </a:solidFill>
                <a:latin typeface="Calibri"/>
                <a:ea typeface="Calibri"/>
                <a:cs typeface="Calibri"/>
              </a:defRPr>
            </a:lvl2pPr>
            <a:lvl3pPr algn="l">
              <a:buNone/>
              <a:defRPr sz="1163" b="1" i="0">
                <a:solidFill>
                  <a:srgbClr val="0D6F73"/>
                </a:solidFill>
                <a:latin typeface="Calibri"/>
                <a:ea typeface="Calibri"/>
                <a:cs typeface="Calibri"/>
              </a:defRPr>
            </a:lvl3pPr>
            <a:lvl4pPr algn="l">
              <a:buNone/>
              <a:defRPr sz="1163" b="1" i="0">
                <a:solidFill>
                  <a:srgbClr val="0D6F73"/>
                </a:solidFill>
                <a:latin typeface="Calibri"/>
                <a:ea typeface="Calibri"/>
                <a:cs typeface="Calibri"/>
              </a:defRPr>
            </a:lvl4pPr>
            <a:lvl5pPr algn="l">
              <a:buNone/>
              <a:defRPr sz="1163" b="1" i="0">
                <a:solidFill>
                  <a:srgbClr val="0D6F73"/>
                </a:solidFill>
                <a:latin typeface="Calibri"/>
                <a:ea typeface="Calibri"/>
                <a:cs typeface="Calibri"/>
              </a:defRPr>
            </a:lvl5pPr>
            <a:lvl6pPr algn="l">
              <a:buNone/>
              <a:defRPr sz="1163" b="1" i="0">
                <a:solidFill>
                  <a:srgbClr val="0D6F73"/>
                </a:solidFill>
                <a:latin typeface="Calibri"/>
                <a:ea typeface="Calibri"/>
                <a:cs typeface="Calibri"/>
              </a:defRPr>
            </a:lvl6pPr>
            <a:lvl7pPr algn="l">
              <a:buNone/>
              <a:defRPr sz="1163" b="1" i="0">
                <a:solidFill>
                  <a:srgbClr val="0D6F73"/>
                </a:solidFill>
                <a:latin typeface="Calibri"/>
                <a:ea typeface="Calibri"/>
                <a:cs typeface="Calibri"/>
              </a:defRPr>
            </a:lvl7pPr>
            <a:lvl8pPr algn="l">
              <a:buNone/>
              <a:defRPr sz="1163" b="1" i="0">
                <a:solidFill>
                  <a:srgbClr val="0D6F73"/>
                </a:solidFill>
                <a:latin typeface="Calibri"/>
                <a:ea typeface="Calibri"/>
                <a:cs typeface="Calibri"/>
              </a:defRPr>
            </a:lvl8pPr>
            <a:lvl9pPr algn="l">
              <a:buNone/>
              <a:defRPr sz="1163" b="1" i="0">
                <a:solidFill>
                  <a:srgbClr val="0D6F73"/>
                </a:solidFill>
                <a:latin typeface="Calibri"/>
                <a:ea typeface="Calibri"/>
                <a:cs typeface="Calibri"/>
              </a:defRPr>
            </a:lvl9pPr>
          </a:lstStyle>
          <a:p xmlns:a="http://schemas.openxmlformats.org/drawingml/2006/main">
            <a:pPr algn="l">
              <a:lnSpc>
                <a:spcPct val="108000"/>
              </a:lnSpc>
              <a:buNone/>
              <a:defRPr sz="1163" b="1" i="0">
                <a:solidFill>
                  <a:srgbClr val="0D6F73"/>
                </a:solidFill>
                <a:latin typeface="Calibri"/>
                <a:ea typeface="Calibri"/>
                <a:cs typeface="Calibri"/>
              </a:defRPr>
            </a:pPr>
            <a:r>
              <a:rPr sz="1163" b="1" i="0">
                <a:solidFill>
                  <a:srgbClr val="087E83"/>
                </a:solidFill>
                <a:latin typeface="Calibri"/>
                <a:ea typeface="Calibri"/>
                <a:cs typeface="Calibri"/>
              </a:rPr>
              <a:t>Alert queue</a:t>
            </a:r>
          </a:p>
        </p:txBody>
      </p:sp>
      <p:sp>
        <p:nvSpPr>
          <p:cNvPr id="25" name="">
            <a:extLst xmlns:a="http://schemas.openxmlformats.org/drawingml/2006/main">
              <a:ext uri="{FF2B5EF4-FFF2-40B4-BE49-F238E27FC236}">
                <a16:creationId xmlns:a16="http://schemas.microsoft.com/office/drawing/2014/main" id="{A4D27ED1-ECAD-4778-8811-27C2F12326D7}"/>
              </a:ext>
            </a:extLst>
          </p:cNvPr>
          <p:cNvSpPr>
            <a:spLocks xmlns:a="http://schemas.openxmlformats.org/drawingml/2006/main" noGrp="1"/>
          </p:cNvSpPr>
          <p:nvPr/>
        </p:nvSpPr>
        <p:spPr>
          <a:xfrm xmlns:a="http://schemas.openxmlformats.org/drawingml/2006/main" flipH="0" flipV="0">
            <a:off x="552450" y="4067175"/>
            <a:ext cx="6457950" cy="4763"/>
          </a:xfrm>
          <a:prstGeom xmlns:a="http://schemas.openxmlformats.org/drawingml/2006/main" prst="line">
            <a:avLst/>
          </a:prstGeom>
          <a:noFill xmlns:a="http://schemas.openxmlformats.org/drawingml/2006/main"/>
          <a:ln xmlns:a="http://schemas.openxmlformats.org/drawingml/2006/main" w="9525">
            <a:solidFill>
              <a:srgbClr val="DDE7E6"/>
            </a:solidFill>
            <a:prstDash val="solid"/>
          </a:ln>
        </p:spPr>
      </p:sp>
      <p:sp>
        <p:nvSpPr>
          <p:cNvPr id="26" name="">
            <a:extLst xmlns:a="http://schemas.openxmlformats.org/drawingml/2006/main">
              <a:ext uri="{FF2B5EF4-FFF2-40B4-BE49-F238E27FC236}">
                <a16:creationId xmlns:a16="http://schemas.microsoft.com/office/drawing/2014/main" id="{5A7C1ACE-EBA0-4722-A236-5A2E1F00BBF7}"/>
              </a:ext>
            </a:extLst>
          </p:cNvPr>
          <p:cNvSpPr>
            <a:spLocks xmlns:a="http://schemas.openxmlformats.org/drawingml/2006/main" noGrp="1"/>
          </p:cNvSpPr>
          <p:nvPr/>
        </p:nvSpPr>
        <p:spPr>
          <a:xfrm xmlns:a="http://schemas.openxmlformats.org/drawingml/2006/main">
            <a:off x="742950" y="4238625"/>
            <a:ext cx="6010275" cy="466725"/>
          </a:xfrm>
          <a:prstGeom xmlns:a="http://schemas.openxmlformats.org/drawingml/2006/main" prst="roundRect">
            <a:avLst>
              <a:gd name="adj" fmla="val 16327"/>
            </a:avLst>
          </a:prstGeom>
          <a:solidFill xmlns:a="http://schemas.openxmlformats.org/drawingml/2006/main">
            <a:srgbClr val="DDF2EF"/>
          </a:solidFill>
          <a:ln xmlns:a="http://schemas.openxmlformats.org/drawingml/2006/main" w="11430">
            <a:solidFill>
              <a:srgbClr val="BEDDDA"/>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088" b="1">
                <a:solidFill>
                  <a:srgbClr val="8B5C54"/>
                </a:solidFill>
                <a:latin typeface="Calibri"/>
                <a:ea typeface="Calibri"/>
                <a:cs typeface="Calibri"/>
              </a:defRPr>
            </a:defPPr>
            <a:lvl1pPr algn="ctr">
              <a:buNone/>
              <a:defRPr sz="1125" b="1">
                <a:solidFill>
                  <a:srgbClr val="123F50"/>
                </a:solidFill>
                <a:latin typeface="Calibri"/>
                <a:ea typeface="Calibri"/>
                <a:cs typeface="Calibri"/>
              </a:defRPr>
            </a:lvl1pPr>
            <a:lvl2pPr algn="ctr">
              <a:buNone/>
              <a:defRPr sz="1125" b="1">
                <a:solidFill>
                  <a:srgbClr val="123F50"/>
                </a:solidFill>
                <a:latin typeface="Calibri"/>
                <a:ea typeface="Calibri"/>
                <a:cs typeface="Calibri"/>
              </a:defRPr>
            </a:lvl2pPr>
            <a:lvl3pPr algn="ctr">
              <a:buNone/>
              <a:defRPr sz="1125" b="1">
                <a:solidFill>
                  <a:srgbClr val="123F50"/>
                </a:solidFill>
                <a:latin typeface="Calibri"/>
                <a:ea typeface="Calibri"/>
                <a:cs typeface="Calibri"/>
              </a:defRPr>
            </a:lvl3pPr>
            <a:lvl4pPr algn="ctr">
              <a:buNone/>
              <a:defRPr sz="1125" b="1">
                <a:solidFill>
                  <a:srgbClr val="123F50"/>
                </a:solidFill>
                <a:latin typeface="Calibri"/>
                <a:ea typeface="Calibri"/>
                <a:cs typeface="Calibri"/>
              </a:defRPr>
            </a:lvl4pPr>
            <a:lvl5pPr algn="ctr">
              <a:buNone/>
              <a:defRPr sz="1125" b="1">
                <a:solidFill>
                  <a:srgbClr val="123F50"/>
                </a:solidFill>
                <a:latin typeface="Calibri"/>
                <a:ea typeface="Calibri"/>
                <a:cs typeface="Calibri"/>
              </a:defRPr>
            </a:lvl5pPr>
            <a:lvl6pPr algn="ctr">
              <a:buNone/>
              <a:defRPr sz="1125" b="1">
                <a:solidFill>
                  <a:srgbClr val="123F50"/>
                </a:solidFill>
                <a:latin typeface="Calibri"/>
                <a:ea typeface="Calibri"/>
                <a:cs typeface="Calibri"/>
              </a:defRPr>
            </a:lvl6pPr>
            <a:lvl7pPr algn="ctr">
              <a:buNone/>
              <a:defRPr sz="1125" b="1">
                <a:solidFill>
                  <a:srgbClr val="123F50"/>
                </a:solidFill>
                <a:latin typeface="Calibri"/>
                <a:ea typeface="Calibri"/>
                <a:cs typeface="Calibri"/>
              </a:defRPr>
            </a:lvl7pPr>
            <a:lvl8pPr algn="ctr">
              <a:buNone/>
              <a:defRPr sz="1125" b="1">
                <a:solidFill>
                  <a:srgbClr val="123F50"/>
                </a:solidFill>
                <a:latin typeface="Calibri"/>
                <a:ea typeface="Calibri"/>
                <a:cs typeface="Calibri"/>
              </a:defRPr>
            </a:lvl8pPr>
            <a:lvl9pPr algn="ctr">
              <a:buNone/>
              <a:defRPr sz="1125" b="1">
                <a:solidFill>
                  <a:srgbClr val="123F50"/>
                </a:solidFill>
                <a:latin typeface="Calibri"/>
                <a:ea typeface="Calibri"/>
                <a:cs typeface="Calibri"/>
              </a:defRPr>
            </a:lvl9pPr>
          </a:lstStyle>
          <a:p xmlns:a="http://schemas.openxmlformats.org/drawingml/2006/main">
            <a:pPr algn="ctr">
              <a:buNone/>
              <a:defRPr sz="1125" b="1">
                <a:solidFill>
                  <a:srgbClr val="123F50"/>
                </a:solidFill>
                <a:latin typeface="Calibri"/>
                <a:ea typeface="Calibri"/>
                <a:cs typeface="Calibri"/>
              </a:defRPr>
            </a:pPr>
            <a:r>
              <a:rPr sz="1088" b="1">
                <a:solidFill>
                  <a:srgbClr val="8B5C54"/>
                </a:solidFill>
                <a:latin typeface="Calibri"/>
                <a:ea typeface="Calibri"/>
                <a:cs typeface="Calibri"/>
              </a:rPr>
              <a:t>Clinician acknowledgement is supported; alert history is in-memory and resets with the API process.</a:t>
            </a:r>
          </a:p>
        </p:txBody>
      </p:sp>
    </p:spTree>
    <p:extLst>
      <p:ext uri="{BB962C8B-B14F-4D97-AF65-F5344CB8AC3E}">
        <p14:creationId xmlns:p14="http://schemas.microsoft.com/office/powerpoint/2010/main" val="340585538"/>
      </p:ext>
    </p:extLst>
  </p:cSld>
</p:sld>
</file>

<file path=ppt/slides/slide10.xml><?xml version="1.0" encoding="utf-8"?>
<p:sld xmlns:p="http://schemas.openxmlformats.org/presentationml/2006/main">
  <p:cSld>
    <p:bg>
      <p:bgPr>
        <a:solidFill xmlns:a="http://schemas.openxmlformats.org/drawingml/2006/main">
          <a:srgbClr val="F5FAF9"/>
        </a:solidFill>
      </p:bgPr>
    </p:bg>
    <p:spTree>
      <p:nvGrpSpPr>
        <p:cNvPr id="1" name=""/>
        <p:cNvGrpSpPr/>
        <p:nvPr/>
      </p:nvGrpSpPr>
      <p:grpSpPr>
        <a:xfrm xmlns:a="http://schemas.openxmlformats.org/drawingml/2006/main"/>
      </p:grpSpPr>
      <p:pic>
        <p:nvPicPr>
          <p:cNvPr id="40" name="">
            <a:extLst xmlns:a="http://schemas.openxmlformats.org/drawingml/2006/main">
              <a:ext uri="{FF2B5EF4-FFF2-40B4-BE49-F238E27FC236}">
                <a16:creationId xmlns:a16="http://schemas.microsoft.com/office/drawing/2014/main" id="{D0D3108B-52A0-420A-9195-467BC574F959}"/>
              </a:ext>
            </a:extLst>
          </p:cNvPr>
          <p:cNvPicPr>
            <a:picLocks xmlns:a="http://schemas.openxmlformats.org/drawingml/2006/main" noChangeAspect="1"/>
          </p:cNvPicPr>
          <p:nvPr/>
        </p:nvPicPr>
        <p:blipFill>
          <a:blip xmlns:r="http://schemas.openxmlformats.org/officeDocument/2006/relationships" xmlns:a="http://schemas.openxmlformats.org/drawingml/2006/main" r:embed="R9259e2a4d0254a82"/>
          <a:srcRect xmlns:a="http://schemas.openxmlformats.org/drawingml/2006/main" l="0" t="1932" r="0" b="1932"/>
          <a:stretch xmlns:a="http://schemas.openxmlformats.org/drawingml/2006/main">
            <a:fillRect l="0" t="0" r="0" b="0"/>
          </a:stretch>
        </p:blipFill>
        <p:spPr>
          <a:xfrm xmlns:a="http://schemas.openxmlformats.org/drawingml/2006/main">
            <a:off x="0" y="0"/>
            <a:ext cx="7477125" cy="5391150"/>
          </a:xfrm>
          <a:prstGeom xmlns:a="http://schemas.openxmlformats.org/drawingml/2006/main" prst="rect">
            <a:avLst/>
          </a:prstGeom>
        </p:spPr>
      </p:pic>
      <p:sp>
        <p:nvSpPr>
          <p:cNvPr id="41" name="">
            <a:extLst xmlns:a="http://schemas.openxmlformats.org/drawingml/2006/main">
              <a:ext uri="{FF2B5EF4-FFF2-40B4-BE49-F238E27FC236}">
                <a16:creationId xmlns:a16="http://schemas.microsoft.com/office/drawing/2014/main" id="{83706106-21EA-427E-96C9-7F8B9FB6D44C}"/>
              </a:ext>
            </a:extLst>
          </p:cNvPr>
          <p:cNvSpPr>
            <a:spLocks xmlns:a="http://schemas.openxmlformats.org/drawingml/2006/main" noGrp="1"/>
          </p:cNvSpPr>
          <p:nvPr/>
        </p:nvSpPr>
        <p:spPr>
          <a:xfrm xmlns:a="http://schemas.openxmlformats.org/drawingml/2006/main">
            <a:off x="371475" y="1381125"/>
            <a:ext cx="6734175" cy="3448050"/>
          </a:xfrm>
          <a:prstGeom xmlns:a="http://schemas.openxmlformats.org/drawingml/2006/main" prst="roundRect">
            <a:avLst>
              <a:gd name="adj" fmla="val 4144"/>
            </a:avLst>
          </a:prstGeom>
          <a:solidFill xmlns:a="http://schemas.openxmlformats.org/drawingml/2006/main">
            <a:srgbClr val="FFFFFF">
              <a:alpha val="95000"/>
            </a:srgbClr>
          </a:solidFill>
          <a:ln xmlns:a="http://schemas.openxmlformats.org/drawingml/2006/main" w="9525">
            <a:solidFill>
              <a:srgbClr val="CFE3D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2" name="">
            <a:extLst xmlns:a="http://schemas.openxmlformats.org/drawingml/2006/main">
              <a:ext uri="{FF2B5EF4-FFF2-40B4-BE49-F238E27FC236}">
                <a16:creationId xmlns:a16="http://schemas.microsoft.com/office/drawing/2014/main" id="{9A729F0C-E97F-4A13-9B94-D655FA196573}"/>
              </a:ext>
            </a:extLst>
          </p:cNvPr>
          <p:cNvSpPr>
            <a:spLocks xmlns:a="http://schemas.openxmlformats.org/drawingml/2006/main" noGrp="1"/>
          </p:cNvSpPr>
          <p:nvPr/>
        </p:nvSpPr>
        <p:spPr>
          <a:xfrm xmlns:a="http://schemas.openxmlformats.org/drawingml/2006/main">
            <a:off x="371475" y="1381125"/>
            <a:ext cx="47625" cy="3448050"/>
          </a:xfrm>
          <a:prstGeom xmlns:a="http://schemas.openxmlformats.org/drawingml/2006/main" prst="roundRect">
            <a:avLst>
              <a:gd name="adj" fmla="val 50000"/>
            </a:avLst>
          </a:prstGeom>
          <a:solidFill xmlns:a="http://schemas.openxmlformats.org/drawingml/2006/main">
            <a:srgbClr val="168F89"/>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43A0D5A2-403B-4127-8107-70CDC4E4033F}"/>
              </a:ext>
            </a:extLst>
          </p:cNvPr>
          <p:cNvSpPr>
            <a:spLocks xmlns:a="http://schemas.openxmlformats.org/drawingml/2006/main" noGrp="1"/>
          </p:cNvSpPr>
          <p:nvPr/>
        </p:nvSpPr>
        <p:spPr>
          <a:xfrm xmlns:a="http://schemas.openxmlformats.org/drawingml/2006/main">
            <a:off x="600075" y="1457325"/>
            <a:ext cx="6191250" cy="323850"/>
          </a:xfrm>
          <a:prstGeom xmlns:a="http://schemas.openxmlformats.org/drawingml/2006/main" prst="roundRect">
            <a:avLst>
              <a:gd name="adj" fmla="val 44118"/>
            </a:avLst>
          </a:prstGeom>
          <a:solidFill xmlns:a="http://schemas.openxmlformats.org/drawingml/2006/main">
            <a:srgbClr val="E7F5F2"/>
          </a:solidFill>
          <a:ln xmlns:a="http://schemas.openxmlformats.org/drawingml/2006/main" w="9525">
            <a:solidFill>
              <a:srgbClr val="BBDCD7"/>
            </a:solidFill>
            <a:prstDash val="solid"/>
          </a:ln>
        </p:spPr>
      </p:sp>
      <p:sp>
        <p:nvSpPr>
          <p:cNvPr id="39" name="">
            <a:extLst xmlns:a="http://schemas.openxmlformats.org/drawingml/2006/main">
              <a:ext uri="{FF2B5EF4-FFF2-40B4-BE49-F238E27FC236}">
                <a16:creationId xmlns:a16="http://schemas.microsoft.com/office/drawing/2014/main" id="{E6BE5151-3498-48B5-8A8B-E4A9089AD63C}"/>
              </a:ext>
            </a:extLst>
          </p:cNvPr>
          <p:cNvSpPr>
            <a:spLocks xmlns:a="http://schemas.openxmlformats.org/drawingml/2006/main" noGrp="1"/>
          </p:cNvSpPr>
          <p:nvPr/>
        </p:nvSpPr>
        <p:spPr>
          <a:xfrm xmlns:a="http://schemas.openxmlformats.org/drawingml/2006/main">
            <a:off x="457200" y="342900"/>
            <a:ext cx="6572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75" b="1" i="0">
                <a:solidFill>
                  <a:srgbClr val="123F50"/>
                </a:solidFill>
                <a:latin typeface="Calibri Light"/>
                <a:ea typeface="Calibri Light"/>
                <a:cs typeface="Calibri Light"/>
              </a:defRPr>
            </a:defPPr>
            <a:lvl1pPr algn="l">
              <a:buNone/>
              <a:defRPr sz="2325" b="1" i="0">
                <a:solidFill>
                  <a:srgbClr val="123F50"/>
                </a:solidFill>
                <a:latin typeface="Calibri Light"/>
                <a:ea typeface="Calibri Light"/>
                <a:cs typeface="Calibri Light"/>
              </a:defRPr>
            </a:lvl1pPr>
            <a:lvl2pPr algn="l">
              <a:buNone/>
              <a:defRPr sz="2325" b="1" i="0">
                <a:solidFill>
                  <a:srgbClr val="123F50"/>
                </a:solidFill>
                <a:latin typeface="Calibri Light"/>
                <a:ea typeface="Calibri Light"/>
                <a:cs typeface="Calibri Light"/>
              </a:defRPr>
            </a:lvl2pPr>
            <a:lvl3pPr algn="l">
              <a:buNone/>
              <a:defRPr sz="2325" b="1" i="0">
                <a:solidFill>
                  <a:srgbClr val="123F50"/>
                </a:solidFill>
                <a:latin typeface="Calibri Light"/>
                <a:ea typeface="Calibri Light"/>
                <a:cs typeface="Calibri Light"/>
              </a:defRPr>
            </a:lvl3pPr>
            <a:lvl4pPr algn="l">
              <a:buNone/>
              <a:defRPr sz="2325" b="1" i="0">
                <a:solidFill>
                  <a:srgbClr val="123F50"/>
                </a:solidFill>
                <a:latin typeface="Calibri Light"/>
                <a:ea typeface="Calibri Light"/>
                <a:cs typeface="Calibri Light"/>
              </a:defRPr>
            </a:lvl4pPr>
            <a:lvl5pPr algn="l">
              <a:buNone/>
              <a:defRPr sz="2325" b="1" i="0">
                <a:solidFill>
                  <a:srgbClr val="123F50"/>
                </a:solidFill>
                <a:latin typeface="Calibri Light"/>
                <a:ea typeface="Calibri Light"/>
                <a:cs typeface="Calibri Light"/>
              </a:defRPr>
            </a:lvl5pPr>
            <a:lvl6pPr algn="l">
              <a:buNone/>
              <a:defRPr sz="2325" b="1" i="0">
                <a:solidFill>
                  <a:srgbClr val="123F50"/>
                </a:solidFill>
                <a:latin typeface="Calibri Light"/>
                <a:ea typeface="Calibri Light"/>
                <a:cs typeface="Calibri Light"/>
              </a:defRPr>
            </a:lvl6pPr>
            <a:lvl7pPr algn="l">
              <a:buNone/>
              <a:defRPr sz="2325" b="1" i="0">
                <a:solidFill>
                  <a:srgbClr val="123F50"/>
                </a:solidFill>
                <a:latin typeface="Calibri Light"/>
                <a:ea typeface="Calibri Light"/>
                <a:cs typeface="Calibri Light"/>
              </a:defRPr>
            </a:lvl7pPr>
            <a:lvl8pPr algn="l">
              <a:buNone/>
              <a:defRPr sz="2325" b="1" i="0">
                <a:solidFill>
                  <a:srgbClr val="123F50"/>
                </a:solidFill>
                <a:latin typeface="Calibri Light"/>
                <a:ea typeface="Calibri Light"/>
                <a:cs typeface="Calibri Light"/>
              </a:defRPr>
            </a:lvl8pPr>
            <a:lvl9pPr algn="l">
              <a:buNone/>
              <a:defRPr sz="2325" b="1" i="0">
                <a:solidFill>
                  <a:srgbClr val="123F50"/>
                </a:solidFill>
                <a:latin typeface="Calibri Light"/>
                <a:ea typeface="Calibri Light"/>
                <a:cs typeface="Calibri Light"/>
              </a:defRPr>
            </a:lvl9pPr>
          </a:lstStyle>
          <a:p xmlns:a="http://schemas.openxmlformats.org/drawingml/2006/main">
            <a:pPr algn="l">
              <a:lnSpc>
                <a:spcPct val="108000"/>
              </a:lnSpc>
              <a:buNone/>
              <a:defRPr sz="2325" b="1" i="0">
                <a:solidFill>
                  <a:srgbClr val="123F50"/>
                </a:solidFill>
                <a:latin typeface="Calibri Light"/>
                <a:ea typeface="Calibri Light"/>
                <a:cs typeface="Calibri Light"/>
              </a:defRPr>
            </a:pPr>
            <a:r>
              <a:rPr sz="2475" b="1" i="0">
                <a:solidFill>
                  <a:srgbClr val="123F50"/>
                </a:solidFill>
                <a:latin typeface="Calibri Light"/>
                <a:ea typeface="Calibri Light"/>
                <a:cs typeface="Calibri Light"/>
              </a:rPr>
              <a:t>Clinician dashboard</a:t>
            </a:r>
          </a:p>
        </p:txBody>
      </p:sp>
      <p:sp>
        <p:nvSpPr>
          <p:cNvPr id="2" name="">
            <a:extLst xmlns:a="http://schemas.openxmlformats.org/drawingml/2006/main">
              <a:ext uri="{FF2B5EF4-FFF2-40B4-BE49-F238E27FC236}">
                <a16:creationId xmlns:a16="http://schemas.microsoft.com/office/drawing/2014/main" id="{947B7D65-0ABE-46DF-A63D-5C5B323075B5}"/>
              </a:ext>
            </a:extLst>
          </p:cNvPr>
          <p:cNvSpPr>
            <a:spLocks xmlns:a="http://schemas.openxmlformats.org/drawingml/2006/main" noGrp="1"/>
          </p:cNvSpPr>
          <p:nvPr/>
        </p:nvSpPr>
        <p:spPr>
          <a:xfrm xmlns:a="http://schemas.openxmlformats.org/drawingml/2006/main" flipH="0" flipV="0">
            <a:off x="457200" y="866775"/>
            <a:ext cx="647700" cy="4763"/>
          </a:xfrm>
          <a:prstGeom xmlns:a="http://schemas.openxmlformats.org/drawingml/2006/main" prst="line">
            <a:avLst/>
          </a:prstGeom>
          <a:noFill xmlns:a="http://schemas.openxmlformats.org/drawingml/2006/main"/>
          <a:ln xmlns:a="http://schemas.openxmlformats.org/drawingml/2006/main" w="38100">
            <a:solidFill>
              <a:srgbClr val="168F89"/>
            </a:solidFill>
            <a:prstDash val="solid"/>
          </a:ln>
        </p:spPr>
      </p:sp>
      <p:sp>
        <p:nvSpPr>
          <p:cNvPr id="3" name="">
            <a:extLst xmlns:a="http://schemas.openxmlformats.org/drawingml/2006/main">
              <a:ext uri="{FF2B5EF4-FFF2-40B4-BE49-F238E27FC236}">
                <a16:creationId xmlns:a16="http://schemas.microsoft.com/office/drawing/2014/main" id="{AA4D7442-B556-4A0A-918F-CBD388A4221B}"/>
              </a:ext>
            </a:extLst>
          </p:cNvPr>
          <p:cNvSpPr>
            <a:spLocks xmlns:a="http://schemas.openxmlformats.org/drawingml/2006/main" noGrp="1"/>
          </p:cNvSpPr>
          <p:nvPr/>
        </p:nvSpPr>
        <p:spPr>
          <a:xfrm xmlns:a="http://schemas.openxmlformats.org/drawingml/2006/main">
            <a:off x="457200" y="981075"/>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63" b="0" i="0">
                <a:solidFill>
                  <a:srgbClr val="526B73"/>
                </a:solidFill>
                <a:latin typeface="Calibri"/>
                <a:ea typeface="Calibri"/>
                <a:cs typeface="Calibri"/>
              </a:defRPr>
            </a:defPPr>
            <a:lvl1pPr algn="l">
              <a:buNone/>
              <a:defRPr sz="1125" b="0" i="0">
                <a:solidFill>
                  <a:srgbClr val="647781"/>
                </a:solidFill>
                <a:latin typeface="Calibri"/>
                <a:ea typeface="Calibri"/>
                <a:cs typeface="Calibri"/>
              </a:defRPr>
            </a:lvl1pPr>
            <a:lvl2pPr algn="l">
              <a:buNone/>
              <a:defRPr sz="1125" b="0" i="0">
                <a:solidFill>
                  <a:srgbClr val="647781"/>
                </a:solidFill>
                <a:latin typeface="Calibri"/>
                <a:ea typeface="Calibri"/>
                <a:cs typeface="Calibri"/>
              </a:defRPr>
            </a:lvl2pPr>
            <a:lvl3pPr algn="l">
              <a:buNone/>
              <a:defRPr sz="1125" b="0" i="0">
                <a:solidFill>
                  <a:srgbClr val="647781"/>
                </a:solidFill>
                <a:latin typeface="Calibri"/>
                <a:ea typeface="Calibri"/>
                <a:cs typeface="Calibri"/>
              </a:defRPr>
            </a:lvl3pPr>
            <a:lvl4pPr algn="l">
              <a:buNone/>
              <a:defRPr sz="1125" b="0" i="0">
                <a:solidFill>
                  <a:srgbClr val="647781"/>
                </a:solidFill>
                <a:latin typeface="Calibri"/>
                <a:ea typeface="Calibri"/>
                <a:cs typeface="Calibri"/>
              </a:defRPr>
            </a:lvl4pPr>
            <a:lvl5pPr algn="l">
              <a:buNone/>
              <a:defRPr sz="1125" b="0" i="0">
                <a:solidFill>
                  <a:srgbClr val="647781"/>
                </a:solidFill>
                <a:latin typeface="Calibri"/>
                <a:ea typeface="Calibri"/>
                <a:cs typeface="Calibri"/>
              </a:defRPr>
            </a:lvl5pPr>
            <a:lvl6pPr algn="l">
              <a:buNone/>
              <a:defRPr sz="1125" b="0" i="0">
                <a:solidFill>
                  <a:srgbClr val="647781"/>
                </a:solidFill>
                <a:latin typeface="Calibri"/>
                <a:ea typeface="Calibri"/>
                <a:cs typeface="Calibri"/>
              </a:defRPr>
            </a:lvl6pPr>
            <a:lvl7pPr algn="l">
              <a:buNone/>
              <a:defRPr sz="1125" b="0" i="0">
                <a:solidFill>
                  <a:srgbClr val="647781"/>
                </a:solidFill>
                <a:latin typeface="Calibri"/>
                <a:ea typeface="Calibri"/>
                <a:cs typeface="Calibri"/>
              </a:defRPr>
            </a:lvl7pPr>
            <a:lvl8pPr algn="l">
              <a:buNone/>
              <a:defRPr sz="1125" b="0" i="0">
                <a:solidFill>
                  <a:srgbClr val="647781"/>
                </a:solidFill>
                <a:latin typeface="Calibri"/>
                <a:ea typeface="Calibri"/>
                <a:cs typeface="Calibri"/>
              </a:defRPr>
            </a:lvl8pPr>
            <a:lvl9pPr algn="l">
              <a:buNone/>
              <a:defRPr sz="1125" b="0" i="0">
                <a:solidFill>
                  <a:srgbClr val="647781"/>
                </a:solidFill>
                <a:latin typeface="Calibri"/>
                <a:ea typeface="Calibri"/>
                <a:cs typeface="Calibri"/>
              </a:defRPr>
            </a:lvl9pPr>
          </a:lstStyle>
          <a:p xmlns:a="http://schemas.openxmlformats.org/drawingml/2006/main">
            <a:pPr algn="l">
              <a:lnSpc>
                <a:spcPct val="108000"/>
              </a:lnSpc>
              <a:buNone/>
              <a:defRPr sz="1125" b="0" i="0">
                <a:solidFill>
                  <a:srgbClr val="647781"/>
                </a:solidFill>
                <a:latin typeface="Calibri"/>
                <a:ea typeface="Calibri"/>
                <a:cs typeface="Calibri"/>
              </a:defRPr>
            </a:pPr>
            <a:r>
              <a:rPr sz="1163" b="0" i="0">
                <a:solidFill>
                  <a:srgbClr val="526B73"/>
                </a:solidFill>
                <a:latin typeface="Calibri"/>
                <a:ea typeface="Calibri"/>
                <a:cs typeface="Calibri"/>
              </a:rPr>
              <a:t>Next.js / React overview for roster, telemetry, prediction watchlist, and alerts.</a:t>
            </a:r>
          </a:p>
        </p:txBody>
      </p:sp>
      <p:sp>
        <p:nvSpPr>
          <p:cNvPr id="4" name="">
            <a:extLst xmlns:a="http://schemas.openxmlformats.org/drawingml/2006/main">
              <a:ext uri="{FF2B5EF4-FFF2-40B4-BE49-F238E27FC236}">
                <a16:creationId xmlns:a16="http://schemas.microsoft.com/office/drawing/2014/main" id="{D944566C-AFE6-470F-8BE0-98E700828605}"/>
              </a:ext>
            </a:extLst>
          </p:cNvPr>
          <p:cNvSpPr>
            <a:spLocks xmlns:a="http://schemas.openxmlformats.org/drawingml/2006/main" noGrp="1"/>
          </p:cNvSpPr>
          <p:nvPr/>
        </p:nvSpPr>
        <p:spPr>
          <a:xfrm xmlns:a="http://schemas.openxmlformats.org/drawingml/2006/main" flipH="0" flipV="0">
            <a:off x="457200" y="5029200"/>
            <a:ext cx="6562725" cy="4763"/>
          </a:xfrm>
          <a:prstGeom xmlns:a="http://schemas.openxmlformats.org/drawingml/2006/main" prst="line">
            <a:avLst/>
          </a:prstGeom>
          <a:noFill xmlns:a="http://schemas.openxmlformats.org/drawingml/2006/main"/>
          <a:ln xmlns:a="http://schemas.openxmlformats.org/drawingml/2006/main" w="9525">
            <a:solidFill>
              <a:srgbClr val="D6E3E2"/>
            </a:solidFill>
            <a:prstDash val="solid"/>
          </a:ln>
        </p:spPr>
      </p:sp>
      <p:sp>
        <p:nvSpPr>
          <p:cNvPr id="5" name="">
            <a:extLst xmlns:a="http://schemas.openxmlformats.org/drawingml/2006/main">
              <a:ext uri="{FF2B5EF4-FFF2-40B4-BE49-F238E27FC236}">
                <a16:creationId xmlns:a16="http://schemas.microsoft.com/office/drawing/2014/main" id="{1EDBBB32-D616-4EDA-BC58-38D7515818EF}"/>
              </a:ext>
            </a:extLst>
          </p:cNvPr>
          <p:cNvSpPr>
            <a:spLocks xmlns:a="http://schemas.openxmlformats.org/drawingml/2006/main" noGrp="1"/>
          </p:cNvSpPr>
          <p:nvPr/>
        </p:nvSpPr>
        <p:spPr>
          <a:xfrm xmlns:a="http://schemas.openxmlformats.org/drawingml/2006/main">
            <a:off x="457200" y="5105400"/>
            <a:ext cx="2476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13" b="1" i="0">
                <a:solidFill>
                  <a:srgbClr val="486975"/>
                </a:solidFill>
                <a:latin typeface="Calibri"/>
                <a:ea typeface="Calibri"/>
                <a:cs typeface="Calibri"/>
              </a:defRPr>
            </a:defPPr>
            <a:lvl1pPr algn="l">
              <a:buNone/>
              <a:defRPr sz="788" b="1" i="0">
                <a:solidFill>
                  <a:srgbClr val="647781"/>
                </a:solidFill>
                <a:latin typeface="Calibri"/>
                <a:ea typeface="Calibri"/>
                <a:cs typeface="Calibri"/>
              </a:defRPr>
            </a:lvl1pPr>
            <a:lvl2pPr algn="l">
              <a:buNone/>
              <a:defRPr sz="788" b="1" i="0">
                <a:solidFill>
                  <a:srgbClr val="647781"/>
                </a:solidFill>
                <a:latin typeface="Calibri"/>
                <a:ea typeface="Calibri"/>
                <a:cs typeface="Calibri"/>
              </a:defRPr>
            </a:lvl2pPr>
            <a:lvl3pPr algn="l">
              <a:buNone/>
              <a:defRPr sz="788" b="1" i="0">
                <a:solidFill>
                  <a:srgbClr val="647781"/>
                </a:solidFill>
                <a:latin typeface="Calibri"/>
                <a:ea typeface="Calibri"/>
                <a:cs typeface="Calibri"/>
              </a:defRPr>
            </a:lvl3pPr>
            <a:lvl4pPr algn="l">
              <a:buNone/>
              <a:defRPr sz="788" b="1" i="0">
                <a:solidFill>
                  <a:srgbClr val="647781"/>
                </a:solidFill>
                <a:latin typeface="Calibri"/>
                <a:ea typeface="Calibri"/>
                <a:cs typeface="Calibri"/>
              </a:defRPr>
            </a:lvl4pPr>
            <a:lvl5pPr algn="l">
              <a:buNone/>
              <a:defRPr sz="788" b="1" i="0">
                <a:solidFill>
                  <a:srgbClr val="647781"/>
                </a:solidFill>
                <a:latin typeface="Calibri"/>
                <a:ea typeface="Calibri"/>
                <a:cs typeface="Calibri"/>
              </a:defRPr>
            </a:lvl5pPr>
            <a:lvl6pPr algn="l">
              <a:buNone/>
              <a:defRPr sz="788" b="1" i="0">
                <a:solidFill>
                  <a:srgbClr val="647781"/>
                </a:solidFill>
                <a:latin typeface="Calibri"/>
                <a:ea typeface="Calibri"/>
                <a:cs typeface="Calibri"/>
              </a:defRPr>
            </a:lvl6pPr>
            <a:lvl7pPr algn="l">
              <a:buNone/>
              <a:defRPr sz="788" b="1" i="0">
                <a:solidFill>
                  <a:srgbClr val="647781"/>
                </a:solidFill>
                <a:latin typeface="Calibri"/>
                <a:ea typeface="Calibri"/>
                <a:cs typeface="Calibri"/>
              </a:defRPr>
            </a:lvl7pPr>
            <a:lvl8pPr algn="l">
              <a:buNone/>
              <a:defRPr sz="788" b="1" i="0">
                <a:solidFill>
                  <a:srgbClr val="647781"/>
                </a:solidFill>
                <a:latin typeface="Calibri"/>
                <a:ea typeface="Calibri"/>
                <a:cs typeface="Calibri"/>
              </a:defRPr>
            </a:lvl8pPr>
            <a:lvl9pPr algn="l">
              <a:buNone/>
              <a:defRPr sz="788" b="1" i="0">
                <a:solidFill>
                  <a:srgbClr val="647781"/>
                </a:solidFill>
                <a:latin typeface="Calibri"/>
                <a:ea typeface="Calibri"/>
                <a:cs typeface="Calibri"/>
              </a:defRPr>
            </a:lvl9pPr>
          </a:lstStyle>
          <a:p xmlns:a="http://schemas.openxmlformats.org/drawingml/2006/main">
            <a:pPr algn="l">
              <a:lnSpc>
                <a:spcPct val="108000"/>
              </a:lnSpc>
              <a:buNone/>
              <a:defRPr sz="788" b="1" i="0">
                <a:solidFill>
                  <a:srgbClr val="647781"/>
                </a:solidFill>
                <a:latin typeface="Calibri"/>
                <a:ea typeface="Calibri"/>
                <a:cs typeface="Calibri"/>
              </a:defRPr>
            </a:pPr>
            <a:r>
              <a:rPr sz="713" b="1" i="0">
                <a:solidFill>
                  <a:srgbClr val="486975"/>
                </a:solidFill>
                <a:latin typeface="Calibri"/>
                <a:ea typeface="Calibri"/>
                <a:cs typeface="Calibri"/>
              </a:rPr>
              <a:t>SADHYA  ·  CARDIOTWIN</a:t>
            </a:r>
          </a:p>
        </p:txBody>
      </p:sp>
      <p:sp>
        <p:nvSpPr>
          <p:cNvPr id="6" name="">
            <a:extLst xmlns:a="http://schemas.openxmlformats.org/drawingml/2006/main">
              <a:ext uri="{FF2B5EF4-FFF2-40B4-BE49-F238E27FC236}">
                <a16:creationId xmlns:a16="http://schemas.microsoft.com/office/drawing/2014/main" id="{1554CA14-2DF4-42D8-AA00-13B5CCAA31F4}"/>
              </a:ext>
            </a:extLst>
          </p:cNvPr>
          <p:cNvSpPr>
            <a:spLocks xmlns:a="http://schemas.openxmlformats.org/drawingml/2006/main" noGrp="1"/>
          </p:cNvSpPr>
          <p:nvPr/>
        </p:nvSpPr>
        <p:spPr>
          <a:xfrm xmlns:a="http://schemas.openxmlformats.org/drawingml/2006/main">
            <a:off x="6724650" y="5105400"/>
            <a:ext cx="2952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750" b="1" i="0">
                <a:solidFill>
                  <a:srgbClr val="168D89"/>
                </a:solidFill>
                <a:latin typeface="Calibri"/>
                <a:ea typeface="Calibri"/>
                <a:cs typeface="Calibri"/>
              </a:defRPr>
            </a:defPPr>
            <a:lvl1pPr algn="r">
              <a:buNone/>
              <a:defRPr sz="788" b="0" i="0">
                <a:solidFill>
                  <a:srgbClr val="647781"/>
                </a:solidFill>
                <a:latin typeface="Calibri"/>
                <a:ea typeface="Calibri"/>
                <a:cs typeface="Calibri"/>
              </a:defRPr>
            </a:lvl1pPr>
            <a:lvl2pPr algn="r">
              <a:buNone/>
              <a:defRPr sz="788" b="0" i="0">
                <a:solidFill>
                  <a:srgbClr val="647781"/>
                </a:solidFill>
                <a:latin typeface="Calibri"/>
                <a:ea typeface="Calibri"/>
                <a:cs typeface="Calibri"/>
              </a:defRPr>
            </a:lvl2pPr>
            <a:lvl3pPr algn="r">
              <a:buNone/>
              <a:defRPr sz="788" b="0" i="0">
                <a:solidFill>
                  <a:srgbClr val="647781"/>
                </a:solidFill>
                <a:latin typeface="Calibri"/>
                <a:ea typeface="Calibri"/>
                <a:cs typeface="Calibri"/>
              </a:defRPr>
            </a:lvl3pPr>
            <a:lvl4pPr algn="r">
              <a:buNone/>
              <a:defRPr sz="788" b="0" i="0">
                <a:solidFill>
                  <a:srgbClr val="647781"/>
                </a:solidFill>
                <a:latin typeface="Calibri"/>
                <a:ea typeface="Calibri"/>
                <a:cs typeface="Calibri"/>
              </a:defRPr>
            </a:lvl4pPr>
            <a:lvl5pPr algn="r">
              <a:buNone/>
              <a:defRPr sz="788" b="0" i="0">
                <a:solidFill>
                  <a:srgbClr val="647781"/>
                </a:solidFill>
                <a:latin typeface="Calibri"/>
                <a:ea typeface="Calibri"/>
                <a:cs typeface="Calibri"/>
              </a:defRPr>
            </a:lvl5pPr>
            <a:lvl6pPr algn="r">
              <a:buNone/>
              <a:defRPr sz="788" b="0" i="0">
                <a:solidFill>
                  <a:srgbClr val="647781"/>
                </a:solidFill>
                <a:latin typeface="Calibri"/>
                <a:ea typeface="Calibri"/>
                <a:cs typeface="Calibri"/>
              </a:defRPr>
            </a:lvl6pPr>
            <a:lvl7pPr algn="r">
              <a:buNone/>
              <a:defRPr sz="788" b="0" i="0">
                <a:solidFill>
                  <a:srgbClr val="647781"/>
                </a:solidFill>
                <a:latin typeface="Calibri"/>
                <a:ea typeface="Calibri"/>
                <a:cs typeface="Calibri"/>
              </a:defRPr>
            </a:lvl7pPr>
            <a:lvl8pPr algn="r">
              <a:buNone/>
              <a:defRPr sz="788" b="0" i="0">
                <a:solidFill>
                  <a:srgbClr val="647781"/>
                </a:solidFill>
                <a:latin typeface="Calibri"/>
                <a:ea typeface="Calibri"/>
                <a:cs typeface="Calibri"/>
              </a:defRPr>
            </a:lvl8pPr>
            <a:lvl9pPr algn="r">
              <a:buNone/>
              <a:defRPr sz="788" b="0" i="0">
                <a:solidFill>
                  <a:srgbClr val="647781"/>
                </a:solidFill>
                <a:latin typeface="Calibri"/>
                <a:ea typeface="Calibri"/>
                <a:cs typeface="Calibri"/>
              </a:defRPr>
            </a:lvl9pPr>
          </a:lstStyle>
          <a:p xmlns:a="http://schemas.openxmlformats.org/drawingml/2006/main">
            <a:pPr algn="r">
              <a:lnSpc>
                <a:spcPct val="108000"/>
              </a:lnSpc>
              <a:buNone/>
              <a:defRPr sz="788" b="0" i="0">
                <a:solidFill>
                  <a:srgbClr val="647781"/>
                </a:solidFill>
                <a:latin typeface="Calibri"/>
                <a:ea typeface="Calibri"/>
                <a:cs typeface="Calibri"/>
              </a:defRPr>
            </a:pPr>
            <a:r>
              <a:rPr sz="750" b="1" i="0">
                <a:solidFill>
                  <a:srgbClr val="168D89"/>
                </a:solidFill>
                <a:latin typeface="Calibri"/>
                <a:ea typeface="Calibri"/>
                <a:cs typeface="Calibri"/>
              </a:rPr>
              <a:t>10</a:t>
            </a:r>
          </a:p>
        </p:txBody>
      </p:sp>
      <p:sp>
        <p:nvSpPr>
          <p:cNvPr id="7" name="">
            <a:extLst xmlns:a="http://schemas.openxmlformats.org/drawingml/2006/main">
              <a:ext uri="{FF2B5EF4-FFF2-40B4-BE49-F238E27FC236}">
                <a16:creationId xmlns:a16="http://schemas.microsoft.com/office/drawing/2014/main" id="{525E4BAC-D56D-449E-9102-19AFC980FE15}"/>
              </a:ext>
            </a:extLst>
          </p:cNvPr>
          <p:cNvSpPr>
            <a:spLocks xmlns:a="http://schemas.openxmlformats.org/drawingml/2006/main" noGrp="1"/>
          </p:cNvSpPr>
          <p:nvPr/>
        </p:nvSpPr>
        <p:spPr>
          <a:xfrm xmlns:a="http://schemas.openxmlformats.org/drawingml/2006/main">
            <a:off x="533400" y="1438275"/>
            <a:ext cx="6419850" cy="3314700"/>
          </a:xfrm>
          <a:prstGeom xmlns:a="http://schemas.openxmlformats.org/drawingml/2006/main" prst="roundRect">
            <a:avLst>
              <a:gd name="adj" fmla="val 2299"/>
            </a:avLst>
          </a:prstGeom>
          <a:solidFill xmlns:a="http://schemas.openxmlformats.org/drawingml/2006/main">
            <a:srgbClr val="FFFFFF"/>
          </a:solidFill>
          <a:ln xmlns:a="http://schemas.openxmlformats.org/drawingml/2006/main" w="11430">
            <a:solidFill>
              <a:srgbClr val="D5E0E3"/>
            </a:solidFill>
            <a:prstDash val="solid"/>
          </a:ln>
        </p:spPr>
      </p:sp>
      <p:sp>
        <p:nvSpPr>
          <p:cNvPr id="8" name="">
            <a:extLst xmlns:a="http://schemas.openxmlformats.org/drawingml/2006/main">
              <a:ext uri="{FF2B5EF4-FFF2-40B4-BE49-F238E27FC236}">
                <a16:creationId xmlns:a16="http://schemas.microsoft.com/office/drawing/2014/main" id="{58AB8A40-5860-4AE2-9374-3289C347EA7A}"/>
              </a:ext>
            </a:extLst>
          </p:cNvPr>
          <p:cNvSpPr>
            <a:spLocks xmlns:a="http://schemas.openxmlformats.org/drawingml/2006/main" noGrp="1"/>
          </p:cNvSpPr>
          <p:nvPr/>
        </p:nvSpPr>
        <p:spPr>
          <a:xfrm xmlns:a="http://schemas.openxmlformats.org/drawingml/2006/main">
            <a:off x="695325" y="1562100"/>
            <a:ext cx="3524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i="0">
                <a:solidFill>
                  <a:srgbClr val="428DB2"/>
                </a:solidFill>
                <a:latin typeface="Calibri"/>
                <a:ea typeface="Calibri"/>
                <a:cs typeface="Calibri"/>
              </a:defRPr>
            </a:defPPr>
            <a:lvl1pPr algn="l">
              <a:buNone/>
              <a:defRPr sz="825" b="1" i="0">
                <a:solidFill>
                  <a:srgbClr val="428DB2"/>
                </a:solidFill>
                <a:latin typeface="Calibri"/>
                <a:ea typeface="Calibri"/>
                <a:cs typeface="Calibri"/>
              </a:defRPr>
            </a:lvl1pPr>
            <a:lvl2pPr algn="l">
              <a:buNone/>
              <a:defRPr sz="825" b="1" i="0">
                <a:solidFill>
                  <a:srgbClr val="428DB2"/>
                </a:solidFill>
                <a:latin typeface="Calibri"/>
                <a:ea typeface="Calibri"/>
                <a:cs typeface="Calibri"/>
              </a:defRPr>
            </a:lvl2pPr>
            <a:lvl3pPr algn="l">
              <a:buNone/>
              <a:defRPr sz="825" b="1" i="0">
                <a:solidFill>
                  <a:srgbClr val="428DB2"/>
                </a:solidFill>
                <a:latin typeface="Calibri"/>
                <a:ea typeface="Calibri"/>
                <a:cs typeface="Calibri"/>
              </a:defRPr>
            </a:lvl3pPr>
            <a:lvl4pPr algn="l">
              <a:buNone/>
              <a:defRPr sz="825" b="1" i="0">
                <a:solidFill>
                  <a:srgbClr val="428DB2"/>
                </a:solidFill>
                <a:latin typeface="Calibri"/>
                <a:ea typeface="Calibri"/>
                <a:cs typeface="Calibri"/>
              </a:defRPr>
            </a:lvl4pPr>
            <a:lvl5pPr algn="l">
              <a:buNone/>
              <a:defRPr sz="825" b="1" i="0">
                <a:solidFill>
                  <a:srgbClr val="428DB2"/>
                </a:solidFill>
                <a:latin typeface="Calibri"/>
                <a:ea typeface="Calibri"/>
                <a:cs typeface="Calibri"/>
              </a:defRPr>
            </a:lvl5pPr>
            <a:lvl6pPr algn="l">
              <a:buNone/>
              <a:defRPr sz="825" b="1" i="0">
                <a:solidFill>
                  <a:srgbClr val="428DB2"/>
                </a:solidFill>
                <a:latin typeface="Calibri"/>
                <a:ea typeface="Calibri"/>
                <a:cs typeface="Calibri"/>
              </a:defRPr>
            </a:lvl6pPr>
            <a:lvl7pPr algn="l">
              <a:buNone/>
              <a:defRPr sz="825" b="1" i="0">
                <a:solidFill>
                  <a:srgbClr val="428DB2"/>
                </a:solidFill>
                <a:latin typeface="Calibri"/>
                <a:ea typeface="Calibri"/>
                <a:cs typeface="Calibri"/>
              </a:defRPr>
            </a:lvl7pPr>
            <a:lvl8pPr algn="l">
              <a:buNone/>
              <a:defRPr sz="825" b="1" i="0">
                <a:solidFill>
                  <a:srgbClr val="428DB2"/>
                </a:solidFill>
                <a:latin typeface="Calibri"/>
                <a:ea typeface="Calibri"/>
                <a:cs typeface="Calibri"/>
              </a:defRPr>
            </a:lvl8pPr>
            <a:lvl9pPr algn="l">
              <a:buNone/>
              <a:defRPr sz="825" b="1" i="0">
                <a:solidFill>
                  <a:srgbClr val="428DB2"/>
                </a:solidFill>
                <a:latin typeface="Calibri"/>
                <a:ea typeface="Calibri"/>
                <a:cs typeface="Calibri"/>
              </a:defRPr>
            </a:lvl9pPr>
          </a:lstStyle>
          <a:p xmlns:a="http://schemas.openxmlformats.org/drawingml/2006/main">
            <a:pPr algn="l">
              <a:lnSpc>
                <a:spcPct val="108000"/>
              </a:lnSpc>
              <a:buNone/>
              <a:defRPr sz="825" b="1" i="0">
                <a:solidFill>
                  <a:srgbClr val="428DB2"/>
                </a:solidFill>
                <a:latin typeface="Calibri"/>
                <a:ea typeface="Calibri"/>
                <a:cs typeface="Calibri"/>
              </a:defRPr>
            </a:pPr>
            <a:r>
              <a:rPr sz="825" b="1" i="0">
                <a:solidFill>
                  <a:srgbClr val="428DB2"/>
                </a:solidFill>
                <a:latin typeface="Calibri"/>
                <a:ea typeface="Calibri"/>
                <a:cs typeface="Calibri"/>
              </a:rPr>
              <a:t>CARDIOTWIN  /  CLINICAL COMMAND CENTER</a:t>
            </a:r>
          </a:p>
        </p:txBody>
      </p:sp>
      <p:sp>
        <p:nvSpPr>
          <p:cNvPr id="9" name="">
            <a:extLst xmlns:a="http://schemas.openxmlformats.org/drawingml/2006/main">
              <a:ext uri="{FF2B5EF4-FFF2-40B4-BE49-F238E27FC236}">
                <a16:creationId xmlns:a16="http://schemas.microsoft.com/office/drawing/2014/main" id="{C9F7AD17-FE9C-4A7B-A08B-5990A6339CC9}"/>
              </a:ext>
            </a:extLst>
          </p:cNvPr>
          <p:cNvSpPr>
            <a:spLocks xmlns:a="http://schemas.openxmlformats.org/drawingml/2006/main" noGrp="1"/>
          </p:cNvSpPr>
          <p:nvPr/>
        </p:nvSpPr>
        <p:spPr>
          <a:xfrm xmlns:a="http://schemas.openxmlformats.org/drawingml/2006/main">
            <a:off x="695325" y="1752600"/>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087E83"/>
                </a:solidFill>
                <a:latin typeface="Calibri Light"/>
                <a:ea typeface="Calibri Light"/>
                <a:cs typeface="Calibri Light"/>
              </a:defRPr>
            </a:defPPr>
            <a:lvl1pPr algn="l">
              <a:buNone/>
              <a:defRPr sz="1725" b="1" i="0">
                <a:solidFill>
                  <a:srgbClr val="102A36"/>
                </a:solidFill>
                <a:latin typeface="Calibri Light"/>
                <a:ea typeface="Calibri Light"/>
                <a:cs typeface="Calibri Light"/>
              </a:defRPr>
            </a:lvl1pPr>
            <a:lvl2pPr algn="l">
              <a:buNone/>
              <a:defRPr sz="1725" b="1" i="0">
                <a:solidFill>
                  <a:srgbClr val="102A36"/>
                </a:solidFill>
                <a:latin typeface="Calibri Light"/>
                <a:ea typeface="Calibri Light"/>
                <a:cs typeface="Calibri Light"/>
              </a:defRPr>
            </a:lvl2pPr>
            <a:lvl3pPr algn="l">
              <a:buNone/>
              <a:defRPr sz="1725" b="1" i="0">
                <a:solidFill>
                  <a:srgbClr val="102A36"/>
                </a:solidFill>
                <a:latin typeface="Calibri Light"/>
                <a:ea typeface="Calibri Light"/>
                <a:cs typeface="Calibri Light"/>
              </a:defRPr>
            </a:lvl3pPr>
            <a:lvl4pPr algn="l">
              <a:buNone/>
              <a:defRPr sz="1725" b="1" i="0">
                <a:solidFill>
                  <a:srgbClr val="102A36"/>
                </a:solidFill>
                <a:latin typeface="Calibri Light"/>
                <a:ea typeface="Calibri Light"/>
                <a:cs typeface="Calibri Light"/>
              </a:defRPr>
            </a:lvl4pPr>
            <a:lvl5pPr algn="l">
              <a:buNone/>
              <a:defRPr sz="1725" b="1" i="0">
                <a:solidFill>
                  <a:srgbClr val="102A36"/>
                </a:solidFill>
                <a:latin typeface="Calibri Light"/>
                <a:ea typeface="Calibri Light"/>
                <a:cs typeface="Calibri Light"/>
              </a:defRPr>
            </a:lvl5pPr>
            <a:lvl6pPr algn="l">
              <a:buNone/>
              <a:defRPr sz="1725" b="1" i="0">
                <a:solidFill>
                  <a:srgbClr val="102A36"/>
                </a:solidFill>
                <a:latin typeface="Calibri Light"/>
                <a:ea typeface="Calibri Light"/>
                <a:cs typeface="Calibri Light"/>
              </a:defRPr>
            </a:lvl6pPr>
            <a:lvl7pPr algn="l">
              <a:buNone/>
              <a:defRPr sz="1725" b="1" i="0">
                <a:solidFill>
                  <a:srgbClr val="102A36"/>
                </a:solidFill>
                <a:latin typeface="Calibri Light"/>
                <a:ea typeface="Calibri Light"/>
                <a:cs typeface="Calibri Light"/>
              </a:defRPr>
            </a:lvl7pPr>
            <a:lvl8pPr algn="l">
              <a:buNone/>
              <a:defRPr sz="1725" b="1" i="0">
                <a:solidFill>
                  <a:srgbClr val="102A36"/>
                </a:solidFill>
                <a:latin typeface="Calibri Light"/>
                <a:ea typeface="Calibri Light"/>
                <a:cs typeface="Calibri Light"/>
              </a:defRPr>
            </a:lvl8pPr>
            <a:lvl9pPr algn="l">
              <a:buNone/>
              <a:defRPr sz="1725" b="1" i="0">
                <a:solidFill>
                  <a:srgbClr val="102A36"/>
                </a:solidFill>
                <a:latin typeface="Calibri Light"/>
                <a:ea typeface="Calibri Light"/>
                <a:cs typeface="Calibri Light"/>
              </a:defRPr>
            </a:lvl9pPr>
          </a:lstStyle>
          <a:p xmlns:a="http://schemas.openxmlformats.org/drawingml/2006/main">
            <a:pPr algn="l">
              <a:lnSpc>
                <a:spcPct val="108000"/>
              </a:lnSpc>
              <a:buNone/>
              <a:defRPr sz="1725" b="1" i="0">
                <a:solidFill>
                  <a:srgbClr val="102A36"/>
                </a:solidFill>
                <a:latin typeface="Calibri Light"/>
                <a:ea typeface="Calibri Light"/>
                <a:cs typeface="Calibri Light"/>
              </a:defRPr>
            </a:pPr>
            <a:r>
              <a:rPr sz="1725" b="1" i="0">
                <a:solidFill>
                  <a:srgbClr val="087E83"/>
                </a:solidFill>
                <a:latin typeface="Calibri Light"/>
                <a:ea typeface="Calibri Light"/>
                <a:cs typeface="Calibri Light"/>
              </a:rPr>
              <a:t>Cardiac overview</a:t>
            </a:r>
          </a:p>
        </p:txBody>
      </p:sp>
      <p:sp>
        <p:nvSpPr>
          <p:cNvPr id="10" name="">
            <a:extLst xmlns:a="http://schemas.openxmlformats.org/drawingml/2006/main">
              <a:ext uri="{FF2B5EF4-FFF2-40B4-BE49-F238E27FC236}">
                <a16:creationId xmlns:a16="http://schemas.microsoft.com/office/drawing/2014/main" id="{C34E9BBA-3A95-4138-86BC-9D221AA0AD2C}"/>
              </a:ext>
            </a:extLst>
          </p:cNvPr>
          <p:cNvSpPr>
            <a:spLocks xmlns:a="http://schemas.openxmlformats.org/drawingml/2006/main" noGrp="1"/>
          </p:cNvSpPr>
          <p:nvPr/>
        </p:nvSpPr>
        <p:spPr>
          <a:xfrm xmlns:a="http://schemas.openxmlformats.org/drawingml/2006/main">
            <a:off x="695325" y="2171700"/>
            <a:ext cx="1409700" cy="571500"/>
          </a:xfrm>
          <a:prstGeom xmlns:a="http://schemas.openxmlformats.org/drawingml/2006/main" prst="roundRect">
            <a:avLst>
              <a:gd name="adj" fmla="val 13333"/>
            </a:avLst>
          </a:prstGeom>
          <a:solidFill xmlns:a="http://schemas.openxmlformats.org/drawingml/2006/main">
            <a:srgbClr val="F4F8FA"/>
          </a:solidFill>
          <a:ln xmlns:a="http://schemas.openxmlformats.org/drawingml/2006/main" w="11430">
            <a:solidFill>
              <a:srgbClr val="E0E8EA"/>
            </a:solidFill>
            <a:prstDash val="solid"/>
          </a:ln>
        </p:spPr>
        <p:txBody>
          <a:bodyPr xmlns:a="http://schemas.openxmlformats.org/drawingml/2006/main" wrap="square" lIns="104775" tIns="76200" rIns="76200" bIns="76200" anchor="ctr">
            <a:normAutofit fontScale="100000"/>
          </a:bodyPr>
          <a:lstStyle xmlns:a="http://schemas.openxmlformats.org/drawingml/2006/main">
            <a:defPPr algn="l">
              <a:defRPr sz="1088" b="1">
                <a:solidFill>
                  <a:srgbClr val="163F50"/>
                </a:solidFill>
                <a:latin typeface="Calibri"/>
                <a:ea typeface="Calibri"/>
                <a:cs typeface="Calibri"/>
              </a:defRPr>
            </a:defPPr>
            <a:lvl1pPr algn="l">
              <a:buNone/>
              <a:defRPr sz="975" b="1">
                <a:solidFill>
                  <a:srgbClr val="263C45"/>
                </a:solidFill>
                <a:latin typeface="Calibri"/>
                <a:ea typeface="Calibri"/>
                <a:cs typeface="Calibri"/>
              </a:defRPr>
            </a:lvl1pPr>
            <a:lvl2pPr algn="l">
              <a:buNone/>
              <a:defRPr sz="975" b="1">
                <a:solidFill>
                  <a:srgbClr val="263C45"/>
                </a:solidFill>
                <a:latin typeface="Calibri"/>
                <a:ea typeface="Calibri"/>
                <a:cs typeface="Calibri"/>
              </a:defRPr>
            </a:lvl2pPr>
            <a:lvl3pPr algn="l">
              <a:buNone/>
              <a:defRPr sz="975" b="1">
                <a:solidFill>
                  <a:srgbClr val="263C45"/>
                </a:solidFill>
                <a:latin typeface="Calibri"/>
                <a:ea typeface="Calibri"/>
                <a:cs typeface="Calibri"/>
              </a:defRPr>
            </a:lvl3pPr>
            <a:lvl4pPr algn="l">
              <a:buNone/>
              <a:defRPr sz="975" b="1">
                <a:solidFill>
                  <a:srgbClr val="263C45"/>
                </a:solidFill>
                <a:latin typeface="Calibri"/>
                <a:ea typeface="Calibri"/>
                <a:cs typeface="Calibri"/>
              </a:defRPr>
            </a:lvl4pPr>
            <a:lvl5pPr algn="l">
              <a:buNone/>
              <a:defRPr sz="975" b="1">
                <a:solidFill>
                  <a:srgbClr val="263C45"/>
                </a:solidFill>
                <a:latin typeface="Calibri"/>
                <a:ea typeface="Calibri"/>
                <a:cs typeface="Calibri"/>
              </a:defRPr>
            </a:lvl5pPr>
            <a:lvl6pPr algn="l">
              <a:buNone/>
              <a:defRPr sz="975" b="1">
                <a:solidFill>
                  <a:srgbClr val="263C45"/>
                </a:solidFill>
                <a:latin typeface="Calibri"/>
                <a:ea typeface="Calibri"/>
                <a:cs typeface="Calibri"/>
              </a:defRPr>
            </a:lvl6pPr>
            <a:lvl7pPr algn="l">
              <a:buNone/>
              <a:defRPr sz="975" b="1">
                <a:solidFill>
                  <a:srgbClr val="263C45"/>
                </a:solidFill>
                <a:latin typeface="Calibri"/>
                <a:ea typeface="Calibri"/>
                <a:cs typeface="Calibri"/>
              </a:defRPr>
            </a:lvl7pPr>
            <a:lvl8pPr algn="l">
              <a:buNone/>
              <a:defRPr sz="975" b="1">
                <a:solidFill>
                  <a:srgbClr val="263C45"/>
                </a:solidFill>
                <a:latin typeface="Calibri"/>
                <a:ea typeface="Calibri"/>
                <a:cs typeface="Calibri"/>
              </a:defRPr>
            </a:lvl8pPr>
            <a:lvl9pPr algn="l">
              <a:buNone/>
              <a:defRPr sz="975" b="1">
                <a:solidFill>
                  <a:srgbClr val="263C45"/>
                </a:solidFill>
                <a:latin typeface="Calibri"/>
                <a:ea typeface="Calibri"/>
                <a:cs typeface="Calibri"/>
              </a:defRPr>
            </a:lvl9pPr>
          </a:lstStyle>
          <a:p xmlns:a="http://schemas.openxmlformats.org/drawingml/2006/main">
            <a:pPr algn="l">
              <a:buNone/>
              <a:defRPr sz="975" b="1">
                <a:solidFill>
                  <a:srgbClr val="263C45"/>
                </a:solidFill>
                <a:latin typeface="Calibri"/>
                <a:ea typeface="Calibri"/>
                <a:cs typeface="Calibri"/>
              </a:defRPr>
            </a:pPr>
            <a:r>
              <a:rPr sz="1088" b="1">
                <a:solidFill>
                  <a:srgbClr val="163F50"/>
                </a:solidFill>
                <a:latin typeface="Calibri"/>
                <a:ea typeface="Calibri"/>
                <a:cs typeface="Calibri"/>
              </a:rPr>
              <a:t>Patients monitored</a:t>
            </a:r>
          </a:p>
          <a:p xmlns:a="http://schemas.openxmlformats.org/drawingml/2006/main">
            <a:pPr algn="l">
              <a:buNone/>
              <a:defRPr sz="975" b="1">
                <a:solidFill>
                  <a:srgbClr val="263C45"/>
                </a:solidFill>
                <a:latin typeface="Calibri"/>
                <a:ea typeface="Calibri"/>
                <a:cs typeface="Calibri"/>
              </a:defRPr>
            </a:pPr>
            <a:r>
              <a:rPr sz="1088" b="1">
                <a:solidFill>
                  <a:srgbClr val="163F50"/>
                </a:solidFill>
                <a:latin typeface="Calibri"/>
                <a:ea typeface="Calibri"/>
                <a:cs typeface="Calibri"/>
              </a:rPr>
              <a:t>4</a:t>
            </a:r>
          </a:p>
        </p:txBody>
      </p:sp>
      <p:sp>
        <p:nvSpPr>
          <p:cNvPr id="11" name="">
            <a:extLst xmlns:a="http://schemas.openxmlformats.org/drawingml/2006/main">
              <a:ext uri="{FF2B5EF4-FFF2-40B4-BE49-F238E27FC236}">
                <a16:creationId xmlns:a16="http://schemas.microsoft.com/office/drawing/2014/main" id="{5EDEA522-966C-4F90-8C39-1A88AECE9EAD}"/>
              </a:ext>
            </a:extLst>
          </p:cNvPr>
          <p:cNvSpPr>
            <a:spLocks xmlns:a="http://schemas.openxmlformats.org/drawingml/2006/main" noGrp="1"/>
          </p:cNvSpPr>
          <p:nvPr/>
        </p:nvSpPr>
        <p:spPr>
          <a:xfrm xmlns:a="http://schemas.openxmlformats.org/drawingml/2006/main">
            <a:off x="2219325" y="2171700"/>
            <a:ext cx="1409700" cy="571500"/>
          </a:xfrm>
          <a:prstGeom xmlns:a="http://schemas.openxmlformats.org/drawingml/2006/main" prst="roundRect">
            <a:avLst>
              <a:gd name="adj" fmla="val 13333"/>
            </a:avLst>
          </a:prstGeom>
          <a:solidFill xmlns:a="http://schemas.openxmlformats.org/drawingml/2006/main">
            <a:srgbClr val="FBEEEE"/>
          </a:solidFill>
          <a:ln xmlns:a="http://schemas.openxmlformats.org/drawingml/2006/main" w="11430">
            <a:solidFill>
              <a:srgbClr val="E0E8EA"/>
            </a:solidFill>
            <a:prstDash val="solid"/>
          </a:ln>
        </p:spPr>
        <p:txBody>
          <a:bodyPr xmlns:a="http://schemas.openxmlformats.org/drawingml/2006/main" wrap="square" lIns="104775" tIns="76200" rIns="76200" bIns="76200" anchor="ctr">
            <a:normAutofit fontScale="100000"/>
          </a:bodyPr>
          <a:lstStyle xmlns:a="http://schemas.openxmlformats.org/drawingml/2006/main">
            <a:defPPr algn="l">
              <a:defRPr sz="1088" b="1">
                <a:solidFill>
                  <a:srgbClr val="C85655"/>
                </a:solidFill>
                <a:latin typeface="Calibri"/>
                <a:ea typeface="Calibri"/>
                <a:cs typeface="Calibri"/>
              </a:defRPr>
            </a:defPPr>
            <a:lvl1pPr algn="l">
              <a:buNone/>
              <a:defRPr sz="975" b="1">
                <a:solidFill>
                  <a:srgbClr val="263C45"/>
                </a:solidFill>
                <a:latin typeface="Calibri"/>
                <a:ea typeface="Calibri"/>
                <a:cs typeface="Calibri"/>
              </a:defRPr>
            </a:lvl1pPr>
            <a:lvl2pPr algn="l">
              <a:buNone/>
              <a:defRPr sz="975" b="1">
                <a:solidFill>
                  <a:srgbClr val="263C45"/>
                </a:solidFill>
                <a:latin typeface="Calibri"/>
                <a:ea typeface="Calibri"/>
                <a:cs typeface="Calibri"/>
              </a:defRPr>
            </a:lvl2pPr>
            <a:lvl3pPr algn="l">
              <a:buNone/>
              <a:defRPr sz="975" b="1">
                <a:solidFill>
                  <a:srgbClr val="263C45"/>
                </a:solidFill>
                <a:latin typeface="Calibri"/>
                <a:ea typeface="Calibri"/>
                <a:cs typeface="Calibri"/>
              </a:defRPr>
            </a:lvl3pPr>
            <a:lvl4pPr algn="l">
              <a:buNone/>
              <a:defRPr sz="975" b="1">
                <a:solidFill>
                  <a:srgbClr val="263C45"/>
                </a:solidFill>
                <a:latin typeface="Calibri"/>
                <a:ea typeface="Calibri"/>
                <a:cs typeface="Calibri"/>
              </a:defRPr>
            </a:lvl4pPr>
            <a:lvl5pPr algn="l">
              <a:buNone/>
              <a:defRPr sz="975" b="1">
                <a:solidFill>
                  <a:srgbClr val="263C45"/>
                </a:solidFill>
                <a:latin typeface="Calibri"/>
                <a:ea typeface="Calibri"/>
                <a:cs typeface="Calibri"/>
              </a:defRPr>
            </a:lvl5pPr>
            <a:lvl6pPr algn="l">
              <a:buNone/>
              <a:defRPr sz="975" b="1">
                <a:solidFill>
                  <a:srgbClr val="263C45"/>
                </a:solidFill>
                <a:latin typeface="Calibri"/>
                <a:ea typeface="Calibri"/>
                <a:cs typeface="Calibri"/>
              </a:defRPr>
            </a:lvl6pPr>
            <a:lvl7pPr algn="l">
              <a:buNone/>
              <a:defRPr sz="975" b="1">
                <a:solidFill>
                  <a:srgbClr val="263C45"/>
                </a:solidFill>
                <a:latin typeface="Calibri"/>
                <a:ea typeface="Calibri"/>
                <a:cs typeface="Calibri"/>
              </a:defRPr>
            </a:lvl7pPr>
            <a:lvl8pPr algn="l">
              <a:buNone/>
              <a:defRPr sz="975" b="1">
                <a:solidFill>
                  <a:srgbClr val="263C45"/>
                </a:solidFill>
                <a:latin typeface="Calibri"/>
                <a:ea typeface="Calibri"/>
                <a:cs typeface="Calibri"/>
              </a:defRPr>
            </a:lvl8pPr>
            <a:lvl9pPr algn="l">
              <a:buNone/>
              <a:defRPr sz="975" b="1">
                <a:solidFill>
                  <a:srgbClr val="263C45"/>
                </a:solidFill>
                <a:latin typeface="Calibri"/>
                <a:ea typeface="Calibri"/>
                <a:cs typeface="Calibri"/>
              </a:defRPr>
            </a:lvl9pPr>
          </a:lstStyle>
          <a:p xmlns:a="http://schemas.openxmlformats.org/drawingml/2006/main">
            <a:pPr algn="l">
              <a:buNone/>
              <a:defRPr sz="975" b="1">
                <a:solidFill>
                  <a:srgbClr val="263C45"/>
                </a:solidFill>
                <a:latin typeface="Calibri"/>
                <a:ea typeface="Calibri"/>
                <a:cs typeface="Calibri"/>
              </a:defRPr>
            </a:pPr>
            <a:r>
              <a:rPr sz="1088" b="1">
                <a:solidFill>
                  <a:srgbClr val="C85655"/>
                </a:solidFill>
                <a:latin typeface="Calibri"/>
                <a:ea typeface="Calibri"/>
                <a:cs typeface="Calibri"/>
              </a:rPr>
              <a:t>Active alerts</a:t>
            </a:r>
          </a:p>
          <a:p xmlns:a="http://schemas.openxmlformats.org/drawingml/2006/main">
            <a:pPr algn="l">
              <a:buNone/>
              <a:defRPr sz="975" b="1">
                <a:solidFill>
                  <a:srgbClr val="263C45"/>
                </a:solidFill>
                <a:latin typeface="Calibri"/>
                <a:ea typeface="Calibri"/>
                <a:cs typeface="Calibri"/>
              </a:defRPr>
            </a:pPr>
            <a:r>
              <a:rPr sz="1088" b="1">
                <a:solidFill>
                  <a:srgbClr val="C85655"/>
                </a:solidFill>
                <a:latin typeface="Calibri"/>
                <a:ea typeface="Calibri"/>
                <a:cs typeface="Calibri"/>
              </a:rPr>
              <a:t>2</a:t>
            </a:r>
          </a:p>
        </p:txBody>
      </p:sp>
      <p:sp>
        <p:nvSpPr>
          <p:cNvPr id="12" name="">
            <a:extLst xmlns:a="http://schemas.openxmlformats.org/drawingml/2006/main">
              <a:ext uri="{FF2B5EF4-FFF2-40B4-BE49-F238E27FC236}">
                <a16:creationId xmlns:a16="http://schemas.microsoft.com/office/drawing/2014/main" id="{AEB25C90-6AEF-4F2B-9181-54D619AC3E97}"/>
              </a:ext>
            </a:extLst>
          </p:cNvPr>
          <p:cNvSpPr>
            <a:spLocks xmlns:a="http://schemas.openxmlformats.org/drawingml/2006/main" noGrp="1"/>
          </p:cNvSpPr>
          <p:nvPr/>
        </p:nvSpPr>
        <p:spPr>
          <a:xfrm xmlns:a="http://schemas.openxmlformats.org/drawingml/2006/main">
            <a:off x="3743325" y="2171700"/>
            <a:ext cx="1409700" cy="571500"/>
          </a:xfrm>
          <a:prstGeom xmlns:a="http://schemas.openxmlformats.org/drawingml/2006/main" prst="roundRect">
            <a:avLst>
              <a:gd name="adj" fmla="val 13333"/>
            </a:avLst>
          </a:prstGeom>
          <a:solidFill xmlns:a="http://schemas.openxmlformats.org/drawingml/2006/main">
            <a:srgbClr val="F4F8FA"/>
          </a:solidFill>
          <a:ln xmlns:a="http://schemas.openxmlformats.org/drawingml/2006/main" w="11430">
            <a:solidFill>
              <a:srgbClr val="E0E8EA"/>
            </a:solidFill>
            <a:prstDash val="solid"/>
          </a:ln>
        </p:spPr>
        <p:txBody>
          <a:bodyPr xmlns:a="http://schemas.openxmlformats.org/drawingml/2006/main" wrap="square" lIns="104775" tIns="76200" rIns="76200" bIns="76200" anchor="ctr">
            <a:normAutofit fontScale="100000"/>
          </a:bodyPr>
          <a:lstStyle xmlns:a="http://schemas.openxmlformats.org/drawingml/2006/main">
            <a:defPPr algn="l">
              <a:defRPr sz="1088" b="1">
                <a:solidFill>
                  <a:srgbClr val="163F50"/>
                </a:solidFill>
                <a:latin typeface="Calibri"/>
                <a:ea typeface="Calibri"/>
                <a:cs typeface="Calibri"/>
              </a:defRPr>
            </a:defPPr>
            <a:lvl1pPr algn="l">
              <a:buNone/>
              <a:defRPr sz="975" b="1">
                <a:solidFill>
                  <a:srgbClr val="263C45"/>
                </a:solidFill>
                <a:latin typeface="Calibri"/>
                <a:ea typeface="Calibri"/>
                <a:cs typeface="Calibri"/>
              </a:defRPr>
            </a:lvl1pPr>
            <a:lvl2pPr algn="l">
              <a:buNone/>
              <a:defRPr sz="975" b="1">
                <a:solidFill>
                  <a:srgbClr val="263C45"/>
                </a:solidFill>
                <a:latin typeface="Calibri"/>
                <a:ea typeface="Calibri"/>
                <a:cs typeface="Calibri"/>
              </a:defRPr>
            </a:lvl2pPr>
            <a:lvl3pPr algn="l">
              <a:buNone/>
              <a:defRPr sz="975" b="1">
                <a:solidFill>
                  <a:srgbClr val="263C45"/>
                </a:solidFill>
                <a:latin typeface="Calibri"/>
                <a:ea typeface="Calibri"/>
                <a:cs typeface="Calibri"/>
              </a:defRPr>
            </a:lvl3pPr>
            <a:lvl4pPr algn="l">
              <a:buNone/>
              <a:defRPr sz="975" b="1">
                <a:solidFill>
                  <a:srgbClr val="263C45"/>
                </a:solidFill>
                <a:latin typeface="Calibri"/>
                <a:ea typeface="Calibri"/>
                <a:cs typeface="Calibri"/>
              </a:defRPr>
            </a:lvl4pPr>
            <a:lvl5pPr algn="l">
              <a:buNone/>
              <a:defRPr sz="975" b="1">
                <a:solidFill>
                  <a:srgbClr val="263C45"/>
                </a:solidFill>
                <a:latin typeface="Calibri"/>
                <a:ea typeface="Calibri"/>
                <a:cs typeface="Calibri"/>
              </a:defRPr>
            </a:lvl5pPr>
            <a:lvl6pPr algn="l">
              <a:buNone/>
              <a:defRPr sz="975" b="1">
                <a:solidFill>
                  <a:srgbClr val="263C45"/>
                </a:solidFill>
                <a:latin typeface="Calibri"/>
                <a:ea typeface="Calibri"/>
                <a:cs typeface="Calibri"/>
              </a:defRPr>
            </a:lvl6pPr>
            <a:lvl7pPr algn="l">
              <a:buNone/>
              <a:defRPr sz="975" b="1">
                <a:solidFill>
                  <a:srgbClr val="263C45"/>
                </a:solidFill>
                <a:latin typeface="Calibri"/>
                <a:ea typeface="Calibri"/>
                <a:cs typeface="Calibri"/>
              </a:defRPr>
            </a:lvl7pPr>
            <a:lvl8pPr algn="l">
              <a:buNone/>
              <a:defRPr sz="975" b="1">
                <a:solidFill>
                  <a:srgbClr val="263C45"/>
                </a:solidFill>
                <a:latin typeface="Calibri"/>
                <a:ea typeface="Calibri"/>
                <a:cs typeface="Calibri"/>
              </a:defRPr>
            </a:lvl8pPr>
            <a:lvl9pPr algn="l">
              <a:buNone/>
              <a:defRPr sz="975" b="1">
                <a:solidFill>
                  <a:srgbClr val="263C45"/>
                </a:solidFill>
                <a:latin typeface="Calibri"/>
                <a:ea typeface="Calibri"/>
                <a:cs typeface="Calibri"/>
              </a:defRPr>
            </a:lvl9pPr>
          </a:lstStyle>
          <a:p xmlns:a="http://schemas.openxmlformats.org/drawingml/2006/main">
            <a:pPr algn="l">
              <a:buNone/>
              <a:defRPr sz="975" b="1">
                <a:solidFill>
                  <a:srgbClr val="263C45"/>
                </a:solidFill>
                <a:latin typeface="Calibri"/>
                <a:ea typeface="Calibri"/>
                <a:cs typeface="Calibri"/>
              </a:defRPr>
            </a:pPr>
            <a:r>
              <a:rPr sz="1088" b="1">
                <a:solidFill>
                  <a:srgbClr val="163F50"/>
                </a:solidFill>
                <a:latin typeface="Calibri"/>
                <a:ea typeface="Calibri"/>
                <a:cs typeface="Calibri"/>
              </a:rPr>
              <a:t>High-risk patients</a:t>
            </a:r>
          </a:p>
          <a:p xmlns:a="http://schemas.openxmlformats.org/drawingml/2006/main">
            <a:pPr algn="l">
              <a:buNone/>
              <a:defRPr sz="975" b="1">
                <a:solidFill>
                  <a:srgbClr val="263C45"/>
                </a:solidFill>
                <a:latin typeface="Calibri"/>
                <a:ea typeface="Calibri"/>
                <a:cs typeface="Calibri"/>
              </a:defRPr>
            </a:pPr>
            <a:r>
              <a:rPr sz="1088" b="1">
                <a:solidFill>
                  <a:srgbClr val="163F50"/>
                </a:solidFill>
                <a:latin typeface="Calibri"/>
                <a:ea typeface="Calibri"/>
                <a:cs typeface="Calibri"/>
              </a:rPr>
              <a:t>2</a:t>
            </a:r>
          </a:p>
        </p:txBody>
      </p:sp>
      <p:sp>
        <p:nvSpPr>
          <p:cNvPr id="13" name="">
            <a:extLst xmlns:a="http://schemas.openxmlformats.org/drawingml/2006/main">
              <a:ext uri="{FF2B5EF4-FFF2-40B4-BE49-F238E27FC236}">
                <a16:creationId xmlns:a16="http://schemas.microsoft.com/office/drawing/2014/main" id="{1285462E-EDC6-4D86-91C7-87473D1E73A3}"/>
              </a:ext>
            </a:extLst>
          </p:cNvPr>
          <p:cNvSpPr>
            <a:spLocks xmlns:a="http://schemas.openxmlformats.org/drawingml/2006/main" noGrp="1"/>
          </p:cNvSpPr>
          <p:nvPr/>
        </p:nvSpPr>
        <p:spPr>
          <a:xfrm xmlns:a="http://schemas.openxmlformats.org/drawingml/2006/main">
            <a:off x="5267325" y="2171700"/>
            <a:ext cx="1409700" cy="571500"/>
          </a:xfrm>
          <a:prstGeom xmlns:a="http://schemas.openxmlformats.org/drawingml/2006/main" prst="roundRect">
            <a:avLst>
              <a:gd name="adj" fmla="val 13333"/>
            </a:avLst>
          </a:prstGeom>
          <a:solidFill xmlns:a="http://schemas.openxmlformats.org/drawingml/2006/main">
            <a:srgbClr val="F4F8FA"/>
          </a:solidFill>
          <a:ln xmlns:a="http://schemas.openxmlformats.org/drawingml/2006/main" w="11430">
            <a:solidFill>
              <a:srgbClr val="E0E8EA"/>
            </a:solidFill>
            <a:prstDash val="solid"/>
          </a:ln>
        </p:spPr>
        <p:txBody>
          <a:bodyPr xmlns:a="http://schemas.openxmlformats.org/drawingml/2006/main" wrap="square" lIns="104775" tIns="76200" rIns="76200" bIns="76200" anchor="ctr">
            <a:normAutofit fontScale="100000"/>
          </a:bodyPr>
          <a:lstStyle xmlns:a="http://schemas.openxmlformats.org/drawingml/2006/main">
            <a:defPPr algn="l">
              <a:defRPr sz="1088" b="1">
                <a:solidFill>
                  <a:srgbClr val="163F50"/>
                </a:solidFill>
                <a:latin typeface="Calibri"/>
                <a:ea typeface="Calibri"/>
                <a:cs typeface="Calibri"/>
              </a:defRPr>
            </a:defPPr>
            <a:lvl1pPr algn="l">
              <a:buNone/>
              <a:defRPr sz="975" b="1">
                <a:solidFill>
                  <a:srgbClr val="263C45"/>
                </a:solidFill>
                <a:latin typeface="Calibri"/>
                <a:ea typeface="Calibri"/>
                <a:cs typeface="Calibri"/>
              </a:defRPr>
            </a:lvl1pPr>
            <a:lvl2pPr algn="l">
              <a:buNone/>
              <a:defRPr sz="975" b="1">
                <a:solidFill>
                  <a:srgbClr val="263C45"/>
                </a:solidFill>
                <a:latin typeface="Calibri"/>
                <a:ea typeface="Calibri"/>
                <a:cs typeface="Calibri"/>
              </a:defRPr>
            </a:lvl2pPr>
            <a:lvl3pPr algn="l">
              <a:buNone/>
              <a:defRPr sz="975" b="1">
                <a:solidFill>
                  <a:srgbClr val="263C45"/>
                </a:solidFill>
                <a:latin typeface="Calibri"/>
                <a:ea typeface="Calibri"/>
                <a:cs typeface="Calibri"/>
              </a:defRPr>
            </a:lvl3pPr>
            <a:lvl4pPr algn="l">
              <a:buNone/>
              <a:defRPr sz="975" b="1">
                <a:solidFill>
                  <a:srgbClr val="263C45"/>
                </a:solidFill>
                <a:latin typeface="Calibri"/>
                <a:ea typeface="Calibri"/>
                <a:cs typeface="Calibri"/>
              </a:defRPr>
            </a:lvl4pPr>
            <a:lvl5pPr algn="l">
              <a:buNone/>
              <a:defRPr sz="975" b="1">
                <a:solidFill>
                  <a:srgbClr val="263C45"/>
                </a:solidFill>
                <a:latin typeface="Calibri"/>
                <a:ea typeface="Calibri"/>
                <a:cs typeface="Calibri"/>
              </a:defRPr>
            </a:lvl5pPr>
            <a:lvl6pPr algn="l">
              <a:buNone/>
              <a:defRPr sz="975" b="1">
                <a:solidFill>
                  <a:srgbClr val="263C45"/>
                </a:solidFill>
                <a:latin typeface="Calibri"/>
                <a:ea typeface="Calibri"/>
                <a:cs typeface="Calibri"/>
              </a:defRPr>
            </a:lvl6pPr>
            <a:lvl7pPr algn="l">
              <a:buNone/>
              <a:defRPr sz="975" b="1">
                <a:solidFill>
                  <a:srgbClr val="263C45"/>
                </a:solidFill>
                <a:latin typeface="Calibri"/>
                <a:ea typeface="Calibri"/>
                <a:cs typeface="Calibri"/>
              </a:defRPr>
            </a:lvl7pPr>
            <a:lvl8pPr algn="l">
              <a:buNone/>
              <a:defRPr sz="975" b="1">
                <a:solidFill>
                  <a:srgbClr val="263C45"/>
                </a:solidFill>
                <a:latin typeface="Calibri"/>
                <a:ea typeface="Calibri"/>
                <a:cs typeface="Calibri"/>
              </a:defRPr>
            </a:lvl8pPr>
            <a:lvl9pPr algn="l">
              <a:buNone/>
              <a:defRPr sz="975" b="1">
                <a:solidFill>
                  <a:srgbClr val="263C45"/>
                </a:solidFill>
                <a:latin typeface="Calibri"/>
                <a:ea typeface="Calibri"/>
                <a:cs typeface="Calibri"/>
              </a:defRPr>
            </a:lvl9pPr>
          </a:lstStyle>
          <a:p xmlns:a="http://schemas.openxmlformats.org/drawingml/2006/main">
            <a:pPr algn="l">
              <a:buNone/>
              <a:defRPr sz="975" b="1">
                <a:solidFill>
                  <a:srgbClr val="263C45"/>
                </a:solidFill>
                <a:latin typeface="Calibri"/>
                <a:ea typeface="Calibri"/>
                <a:cs typeface="Calibri"/>
              </a:defRPr>
            </a:pPr>
            <a:r>
              <a:rPr sz="1088" b="1">
                <a:solidFill>
                  <a:srgbClr val="163F50"/>
                </a:solidFill>
                <a:latin typeface="Calibri"/>
                <a:ea typeface="Calibri"/>
                <a:cs typeface="Calibri"/>
              </a:rPr>
              <a:t>Average heart rate</a:t>
            </a:r>
          </a:p>
          <a:p xmlns:a="http://schemas.openxmlformats.org/drawingml/2006/main">
            <a:pPr algn="l">
              <a:buNone/>
              <a:defRPr sz="975" b="1">
                <a:solidFill>
                  <a:srgbClr val="263C45"/>
                </a:solidFill>
                <a:latin typeface="Calibri"/>
                <a:ea typeface="Calibri"/>
                <a:cs typeface="Calibri"/>
              </a:defRPr>
            </a:pPr>
            <a:r>
              <a:rPr sz="1088" b="1">
                <a:solidFill>
                  <a:srgbClr val="163F50"/>
                </a:solidFill>
                <a:latin typeface="Calibri"/>
                <a:ea typeface="Calibri"/>
                <a:cs typeface="Calibri"/>
              </a:rPr>
              <a:t>100 bpm</a:t>
            </a:r>
          </a:p>
        </p:txBody>
      </p:sp>
      <p:sp>
        <p:nvSpPr>
          <p:cNvPr id="14" name="">
            <a:extLst xmlns:a="http://schemas.openxmlformats.org/drawingml/2006/main">
              <a:ext uri="{FF2B5EF4-FFF2-40B4-BE49-F238E27FC236}">
                <a16:creationId xmlns:a16="http://schemas.microsoft.com/office/drawing/2014/main" id="{B3D96779-CBA2-4CB9-8672-C0C65A12F345}"/>
              </a:ext>
            </a:extLst>
          </p:cNvPr>
          <p:cNvSpPr>
            <a:spLocks xmlns:a="http://schemas.openxmlformats.org/drawingml/2006/main" noGrp="1"/>
          </p:cNvSpPr>
          <p:nvPr/>
        </p:nvSpPr>
        <p:spPr>
          <a:xfrm xmlns:a="http://schemas.openxmlformats.org/drawingml/2006/main">
            <a:off x="695325" y="29337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i="0">
                <a:solidFill>
                  <a:srgbClr val="087E83"/>
                </a:solidFill>
                <a:latin typeface="Calibri"/>
                <a:ea typeface="Calibri"/>
                <a:cs typeface="Calibri"/>
              </a:defRPr>
            </a:defPPr>
            <a:lvl1pPr algn="l">
              <a:buNone/>
              <a:defRPr sz="825" b="1" i="0">
                <a:solidFill>
                  <a:srgbClr val="647781"/>
                </a:solidFill>
                <a:latin typeface="Calibri"/>
                <a:ea typeface="Calibri"/>
                <a:cs typeface="Calibri"/>
              </a:defRPr>
            </a:lvl1pPr>
            <a:lvl2pPr algn="l">
              <a:buNone/>
              <a:defRPr sz="825" b="1" i="0">
                <a:solidFill>
                  <a:srgbClr val="647781"/>
                </a:solidFill>
                <a:latin typeface="Calibri"/>
                <a:ea typeface="Calibri"/>
                <a:cs typeface="Calibri"/>
              </a:defRPr>
            </a:lvl2pPr>
            <a:lvl3pPr algn="l">
              <a:buNone/>
              <a:defRPr sz="825" b="1" i="0">
                <a:solidFill>
                  <a:srgbClr val="647781"/>
                </a:solidFill>
                <a:latin typeface="Calibri"/>
                <a:ea typeface="Calibri"/>
                <a:cs typeface="Calibri"/>
              </a:defRPr>
            </a:lvl3pPr>
            <a:lvl4pPr algn="l">
              <a:buNone/>
              <a:defRPr sz="825" b="1" i="0">
                <a:solidFill>
                  <a:srgbClr val="647781"/>
                </a:solidFill>
                <a:latin typeface="Calibri"/>
                <a:ea typeface="Calibri"/>
                <a:cs typeface="Calibri"/>
              </a:defRPr>
            </a:lvl4pPr>
            <a:lvl5pPr algn="l">
              <a:buNone/>
              <a:defRPr sz="825" b="1" i="0">
                <a:solidFill>
                  <a:srgbClr val="647781"/>
                </a:solidFill>
                <a:latin typeface="Calibri"/>
                <a:ea typeface="Calibri"/>
                <a:cs typeface="Calibri"/>
              </a:defRPr>
            </a:lvl5pPr>
            <a:lvl6pPr algn="l">
              <a:buNone/>
              <a:defRPr sz="825" b="1" i="0">
                <a:solidFill>
                  <a:srgbClr val="647781"/>
                </a:solidFill>
                <a:latin typeface="Calibri"/>
                <a:ea typeface="Calibri"/>
                <a:cs typeface="Calibri"/>
              </a:defRPr>
            </a:lvl6pPr>
            <a:lvl7pPr algn="l">
              <a:buNone/>
              <a:defRPr sz="825" b="1" i="0">
                <a:solidFill>
                  <a:srgbClr val="647781"/>
                </a:solidFill>
                <a:latin typeface="Calibri"/>
                <a:ea typeface="Calibri"/>
                <a:cs typeface="Calibri"/>
              </a:defRPr>
            </a:lvl7pPr>
            <a:lvl8pPr algn="l">
              <a:buNone/>
              <a:defRPr sz="825" b="1" i="0">
                <a:solidFill>
                  <a:srgbClr val="647781"/>
                </a:solidFill>
                <a:latin typeface="Calibri"/>
                <a:ea typeface="Calibri"/>
                <a:cs typeface="Calibri"/>
              </a:defRPr>
            </a:lvl8pPr>
            <a:lvl9pPr algn="l">
              <a:buNone/>
              <a:defRPr sz="825" b="1" i="0">
                <a:solidFill>
                  <a:srgbClr val="647781"/>
                </a:solidFill>
                <a:latin typeface="Calibri"/>
                <a:ea typeface="Calibri"/>
                <a:cs typeface="Calibri"/>
              </a:defRPr>
            </a:lvl9pPr>
          </a:lstStyle>
          <a:p xmlns:a="http://schemas.openxmlformats.org/drawingml/2006/main">
            <a:pPr algn="l">
              <a:lnSpc>
                <a:spcPct val="108000"/>
              </a:lnSpc>
              <a:buNone/>
              <a:defRPr sz="825" b="1" i="0">
                <a:solidFill>
                  <a:srgbClr val="647781"/>
                </a:solidFill>
                <a:latin typeface="Calibri"/>
                <a:ea typeface="Calibri"/>
                <a:cs typeface="Calibri"/>
              </a:defRPr>
            </a:pPr>
            <a:r>
              <a:rPr sz="825" b="1" i="0">
                <a:solidFill>
                  <a:srgbClr val="087E83"/>
                </a:solidFill>
                <a:latin typeface="Calibri"/>
                <a:ea typeface="Calibri"/>
                <a:cs typeface="Calibri"/>
              </a:rPr>
              <a:t>HEART RATE + BP TREND</a:t>
            </a:r>
          </a:p>
        </p:txBody>
      </p:sp>
      <p:sp>
        <p:nvSpPr>
          <p:cNvPr id="15" name="">
            <a:extLst xmlns:a="http://schemas.openxmlformats.org/drawingml/2006/main">
              <a:ext uri="{FF2B5EF4-FFF2-40B4-BE49-F238E27FC236}">
                <a16:creationId xmlns:a16="http://schemas.microsoft.com/office/drawing/2014/main" id="{57ECF101-258E-4CC3-8B28-3738A5753D7F}"/>
              </a:ext>
            </a:extLst>
          </p:cNvPr>
          <p:cNvSpPr>
            <a:spLocks xmlns:a="http://schemas.openxmlformats.org/drawingml/2006/main" noGrp="1"/>
          </p:cNvSpPr>
          <p:nvPr/>
        </p:nvSpPr>
        <p:spPr>
          <a:xfrm xmlns:a="http://schemas.openxmlformats.org/drawingml/2006/main" flipH="0" flipV="0">
            <a:off x="723900" y="4191000"/>
            <a:ext cx="3048000" cy="4763"/>
          </a:xfrm>
          <a:prstGeom xmlns:a="http://schemas.openxmlformats.org/drawingml/2006/main" prst="line">
            <a:avLst/>
          </a:prstGeom>
          <a:noFill xmlns:a="http://schemas.openxmlformats.org/drawingml/2006/main"/>
          <a:ln xmlns:a="http://schemas.openxmlformats.org/drawingml/2006/main" w="9525">
            <a:solidFill>
              <a:srgbClr val="B9C9CD"/>
            </a:solidFill>
            <a:prstDash val="solid"/>
          </a:ln>
        </p:spPr>
      </p:sp>
      <p:sp>
        <p:nvSpPr>
          <p:cNvPr id="16" name="">
            <a:extLst xmlns:a="http://schemas.openxmlformats.org/drawingml/2006/main">
              <a:ext uri="{FF2B5EF4-FFF2-40B4-BE49-F238E27FC236}">
                <a16:creationId xmlns:a16="http://schemas.microsoft.com/office/drawing/2014/main" id="{9948BC68-07B5-4DAC-B8F6-2F94F363AB85}"/>
              </a:ext>
            </a:extLst>
          </p:cNvPr>
          <p:cNvSpPr>
            <a:spLocks xmlns:a="http://schemas.openxmlformats.org/drawingml/2006/main" noGrp="1"/>
          </p:cNvSpPr>
          <p:nvPr/>
        </p:nvSpPr>
        <p:spPr>
          <a:xfrm xmlns:a="http://schemas.openxmlformats.org/drawingml/2006/main" flipH="0" flipV="0">
            <a:off x="723900" y="3209925"/>
            <a:ext cx="4763" cy="981075"/>
          </a:xfrm>
          <a:prstGeom xmlns:a="http://schemas.openxmlformats.org/drawingml/2006/main" prst="line">
            <a:avLst/>
          </a:prstGeom>
          <a:noFill xmlns:a="http://schemas.openxmlformats.org/drawingml/2006/main"/>
          <a:ln xmlns:a="http://schemas.openxmlformats.org/drawingml/2006/main" w="9525">
            <a:solidFill>
              <a:srgbClr val="B9C9CD"/>
            </a:solidFill>
            <a:prstDash val="solid"/>
          </a:ln>
        </p:spPr>
      </p:sp>
      <p:sp>
        <p:nvSpPr>
          <p:cNvPr id="17" name="">
            <a:extLst xmlns:a="http://schemas.openxmlformats.org/drawingml/2006/main">
              <a:ext uri="{FF2B5EF4-FFF2-40B4-BE49-F238E27FC236}">
                <a16:creationId xmlns:a16="http://schemas.microsoft.com/office/drawing/2014/main" id="{A8A19243-2833-434A-90FD-5964BA0D0FE6}"/>
              </a:ext>
            </a:extLst>
          </p:cNvPr>
          <p:cNvSpPr>
            <a:spLocks xmlns:a="http://schemas.openxmlformats.org/drawingml/2006/main" noGrp="1"/>
          </p:cNvSpPr>
          <p:nvPr/>
        </p:nvSpPr>
        <p:spPr>
          <a:xfrm xmlns:a="http://schemas.openxmlformats.org/drawingml/2006/main" flipH="0" flipV="1">
            <a:off x="876300" y="3762375"/>
            <a:ext cx="447675" cy="133350"/>
          </a:xfrm>
          <a:prstGeom xmlns:a="http://schemas.openxmlformats.org/drawingml/2006/main" prst="line">
            <a:avLst/>
          </a:prstGeom>
          <a:noFill xmlns:a="http://schemas.openxmlformats.org/drawingml/2006/main"/>
          <a:ln xmlns:a="http://schemas.openxmlformats.org/drawingml/2006/main" w="23813">
            <a:solidFill>
              <a:srgbClr val="428DB2"/>
            </a:solidFill>
            <a:prstDash val="solid"/>
          </a:ln>
        </p:spPr>
      </p:sp>
      <p:sp>
        <p:nvSpPr>
          <p:cNvPr id="18" name="">
            <a:extLst xmlns:a="http://schemas.openxmlformats.org/drawingml/2006/main">
              <a:ext uri="{FF2B5EF4-FFF2-40B4-BE49-F238E27FC236}">
                <a16:creationId xmlns:a16="http://schemas.microsoft.com/office/drawing/2014/main" id="{9F9D6E00-4C16-4580-85C5-64C07D774098}"/>
              </a:ext>
            </a:extLst>
          </p:cNvPr>
          <p:cNvSpPr>
            <a:spLocks xmlns:a="http://schemas.openxmlformats.org/drawingml/2006/main" noGrp="1"/>
          </p:cNvSpPr>
          <p:nvPr/>
        </p:nvSpPr>
        <p:spPr>
          <a:xfrm xmlns:a="http://schemas.openxmlformats.org/drawingml/2006/main" flipH="0" flipV="0">
            <a:off x="1323975" y="3762375"/>
            <a:ext cx="438150" cy="85725"/>
          </a:xfrm>
          <a:prstGeom xmlns:a="http://schemas.openxmlformats.org/drawingml/2006/main" prst="line">
            <a:avLst/>
          </a:prstGeom>
          <a:noFill xmlns:a="http://schemas.openxmlformats.org/drawingml/2006/main"/>
          <a:ln xmlns:a="http://schemas.openxmlformats.org/drawingml/2006/main" w="23813">
            <a:solidFill>
              <a:srgbClr val="428DB2"/>
            </a:solidFill>
            <a:prstDash val="solid"/>
          </a:ln>
        </p:spPr>
      </p:sp>
      <p:sp>
        <p:nvSpPr>
          <p:cNvPr id="19" name="">
            <a:extLst xmlns:a="http://schemas.openxmlformats.org/drawingml/2006/main">
              <a:ext uri="{FF2B5EF4-FFF2-40B4-BE49-F238E27FC236}">
                <a16:creationId xmlns:a16="http://schemas.microsoft.com/office/drawing/2014/main" id="{4C803A7C-BE9E-404E-9DEC-420F301A0903}"/>
              </a:ext>
            </a:extLst>
          </p:cNvPr>
          <p:cNvSpPr>
            <a:spLocks xmlns:a="http://schemas.openxmlformats.org/drawingml/2006/main" noGrp="1"/>
          </p:cNvSpPr>
          <p:nvPr/>
        </p:nvSpPr>
        <p:spPr>
          <a:xfrm xmlns:a="http://schemas.openxmlformats.org/drawingml/2006/main" flipH="0" flipV="1">
            <a:off x="1762125" y="3524250"/>
            <a:ext cx="428625" cy="323850"/>
          </a:xfrm>
          <a:prstGeom xmlns:a="http://schemas.openxmlformats.org/drawingml/2006/main" prst="line">
            <a:avLst/>
          </a:prstGeom>
          <a:noFill xmlns:a="http://schemas.openxmlformats.org/drawingml/2006/main"/>
          <a:ln xmlns:a="http://schemas.openxmlformats.org/drawingml/2006/main" w="23813">
            <a:solidFill>
              <a:srgbClr val="428DB2"/>
            </a:solidFill>
            <a:prstDash val="solid"/>
          </a:ln>
        </p:spPr>
      </p:sp>
      <p:sp>
        <p:nvSpPr>
          <p:cNvPr id="20" name="">
            <a:extLst xmlns:a="http://schemas.openxmlformats.org/drawingml/2006/main">
              <a:ext uri="{FF2B5EF4-FFF2-40B4-BE49-F238E27FC236}">
                <a16:creationId xmlns:a16="http://schemas.microsoft.com/office/drawing/2014/main" id="{67C7B350-315C-4D7A-A583-47F57FC1C870}"/>
              </a:ext>
            </a:extLst>
          </p:cNvPr>
          <p:cNvSpPr>
            <a:spLocks xmlns:a="http://schemas.openxmlformats.org/drawingml/2006/main" noGrp="1"/>
          </p:cNvSpPr>
          <p:nvPr/>
        </p:nvSpPr>
        <p:spPr>
          <a:xfrm xmlns:a="http://schemas.openxmlformats.org/drawingml/2006/main" flipH="0" flipV="0">
            <a:off x="2190750" y="3524250"/>
            <a:ext cx="447675" cy="85725"/>
          </a:xfrm>
          <a:prstGeom xmlns:a="http://schemas.openxmlformats.org/drawingml/2006/main" prst="line">
            <a:avLst/>
          </a:prstGeom>
          <a:noFill xmlns:a="http://schemas.openxmlformats.org/drawingml/2006/main"/>
          <a:ln xmlns:a="http://schemas.openxmlformats.org/drawingml/2006/main" w="23813">
            <a:solidFill>
              <a:srgbClr val="428DB2"/>
            </a:solidFill>
            <a:prstDash val="solid"/>
          </a:ln>
        </p:spPr>
      </p:sp>
      <p:sp>
        <p:nvSpPr>
          <p:cNvPr id="21" name="">
            <a:extLst xmlns:a="http://schemas.openxmlformats.org/drawingml/2006/main">
              <a:ext uri="{FF2B5EF4-FFF2-40B4-BE49-F238E27FC236}">
                <a16:creationId xmlns:a16="http://schemas.microsoft.com/office/drawing/2014/main" id="{C902156F-52DA-4938-82FE-5D31C5B0C0E6}"/>
              </a:ext>
            </a:extLst>
          </p:cNvPr>
          <p:cNvSpPr>
            <a:spLocks xmlns:a="http://schemas.openxmlformats.org/drawingml/2006/main" noGrp="1"/>
          </p:cNvSpPr>
          <p:nvPr/>
        </p:nvSpPr>
        <p:spPr>
          <a:xfrm xmlns:a="http://schemas.openxmlformats.org/drawingml/2006/main" flipH="0" flipV="1">
            <a:off x="2638425" y="3305175"/>
            <a:ext cx="466725" cy="304800"/>
          </a:xfrm>
          <a:prstGeom xmlns:a="http://schemas.openxmlformats.org/drawingml/2006/main" prst="line">
            <a:avLst/>
          </a:prstGeom>
          <a:noFill xmlns:a="http://schemas.openxmlformats.org/drawingml/2006/main"/>
          <a:ln xmlns:a="http://schemas.openxmlformats.org/drawingml/2006/main" w="23813">
            <a:solidFill>
              <a:srgbClr val="428DB2"/>
            </a:solidFill>
            <a:prstDash val="solid"/>
          </a:ln>
        </p:spPr>
      </p:sp>
      <p:sp>
        <p:nvSpPr>
          <p:cNvPr id="22" name="">
            <a:extLst xmlns:a="http://schemas.openxmlformats.org/drawingml/2006/main">
              <a:ext uri="{FF2B5EF4-FFF2-40B4-BE49-F238E27FC236}">
                <a16:creationId xmlns:a16="http://schemas.microsoft.com/office/drawing/2014/main" id="{00359E7D-5F8B-43D8-B37E-F92B153BF2E6}"/>
              </a:ext>
            </a:extLst>
          </p:cNvPr>
          <p:cNvSpPr>
            <a:spLocks xmlns:a="http://schemas.openxmlformats.org/drawingml/2006/main" noGrp="1"/>
          </p:cNvSpPr>
          <p:nvPr/>
        </p:nvSpPr>
        <p:spPr>
          <a:xfrm xmlns:a="http://schemas.openxmlformats.org/drawingml/2006/main" flipH="0" flipV="0">
            <a:off x="3105150" y="3305175"/>
            <a:ext cx="476250" cy="104775"/>
          </a:xfrm>
          <a:prstGeom xmlns:a="http://schemas.openxmlformats.org/drawingml/2006/main" prst="line">
            <a:avLst/>
          </a:prstGeom>
          <a:noFill xmlns:a="http://schemas.openxmlformats.org/drawingml/2006/main"/>
          <a:ln xmlns:a="http://schemas.openxmlformats.org/drawingml/2006/main" w="23813">
            <a:solidFill>
              <a:srgbClr val="428DB2"/>
            </a:solidFill>
            <a:prstDash val="solid"/>
          </a:ln>
        </p:spPr>
      </p:sp>
      <p:sp>
        <p:nvSpPr>
          <p:cNvPr id="23" name="">
            <a:extLst xmlns:a="http://schemas.openxmlformats.org/drawingml/2006/main">
              <a:ext uri="{FF2B5EF4-FFF2-40B4-BE49-F238E27FC236}">
                <a16:creationId xmlns:a16="http://schemas.microsoft.com/office/drawing/2014/main" id="{5E75CCCF-828E-4D2C-A10A-09C03AAEB2D5}"/>
              </a:ext>
            </a:extLst>
          </p:cNvPr>
          <p:cNvSpPr>
            <a:spLocks xmlns:a="http://schemas.openxmlformats.org/drawingml/2006/main" noGrp="1"/>
          </p:cNvSpPr>
          <p:nvPr/>
        </p:nvSpPr>
        <p:spPr>
          <a:xfrm xmlns:a="http://schemas.openxmlformats.org/drawingml/2006/main">
            <a:off x="4114800" y="2933700"/>
            <a:ext cx="2514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i="0">
                <a:solidFill>
                  <a:srgbClr val="087E83"/>
                </a:solidFill>
                <a:latin typeface="Calibri"/>
                <a:ea typeface="Calibri"/>
                <a:cs typeface="Calibri"/>
              </a:defRPr>
            </a:defPPr>
            <a:lvl1pPr algn="l">
              <a:buNone/>
              <a:defRPr sz="825" b="1" i="0">
                <a:solidFill>
                  <a:srgbClr val="647781"/>
                </a:solidFill>
                <a:latin typeface="Calibri"/>
                <a:ea typeface="Calibri"/>
                <a:cs typeface="Calibri"/>
              </a:defRPr>
            </a:lvl1pPr>
            <a:lvl2pPr algn="l">
              <a:buNone/>
              <a:defRPr sz="825" b="1" i="0">
                <a:solidFill>
                  <a:srgbClr val="647781"/>
                </a:solidFill>
                <a:latin typeface="Calibri"/>
                <a:ea typeface="Calibri"/>
                <a:cs typeface="Calibri"/>
              </a:defRPr>
            </a:lvl2pPr>
            <a:lvl3pPr algn="l">
              <a:buNone/>
              <a:defRPr sz="825" b="1" i="0">
                <a:solidFill>
                  <a:srgbClr val="647781"/>
                </a:solidFill>
                <a:latin typeface="Calibri"/>
                <a:ea typeface="Calibri"/>
                <a:cs typeface="Calibri"/>
              </a:defRPr>
            </a:lvl3pPr>
            <a:lvl4pPr algn="l">
              <a:buNone/>
              <a:defRPr sz="825" b="1" i="0">
                <a:solidFill>
                  <a:srgbClr val="647781"/>
                </a:solidFill>
                <a:latin typeface="Calibri"/>
                <a:ea typeface="Calibri"/>
                <a:cs typeface="Calibri"/>
              </a:defRPr>
            </a:lvl4pPr>
            <a:lvl5pPr algn="l">
              <a:buNone/>
              <a:defRPr sz="825" b="1" i="0">
                <a:solidFill>
                  <a:srgbClr val="647781"/>
                </a:solidFill>
                <a:latin typeface="Calibri"/>
                <a:ea typeface="Calibri"/>
                <a:cs typeface="Calibri"/>
              </a:defRPr>
            </a:lvl5pPr>
            <a:lvl6pPr algn="l">
              <a:buNone/>
              <a:defRPr sz="825" b="1" i="0">
                <a:solidFill>
                  <a:srgbClr val="647781"/>
                </a:solidFill>
                <a:latin typeface="Calibri"/>
                <a:ea typeface="Calibri"/>
                <a:cs typeface="Calibri"/>
              </a:defRPr>
            </a:lvl6pPr>
            <a:lvl7pPr algn="l">
              <a:buNone/>
              <a:defRPr sz="825" b="1" i="0">
                <a:solidFill>
                  <a:srgbClr val="647781"/>
                </a:solidFill>
                <a:latin typeface="Calibri"/>
                <a:ea typeface="Calibri"/>
                <a:cs typeface="Calibri"/>
              </a:defRPr>
            </a:lvl7pPr>
            <a:lvl8pPr algn="l">
              <a:buNone/>
              <a:defRPr sz="825" b="1" i="0">
                <a:solidFill>
                  <a:srgbClr val="647781"/>
                </a:solidFill>
                <a:latin typeface="Calibri"/>
                <a:ea typeface="Calibri"/>
                <a:cs typeface="Calibri"/>
              </a:defRPr>
            </a:lvl8pPr>
            <a:lvl9pPr algn="l">
              <a:buNone/>
              <a:defRPr sz="825" b="1" i="0">
                <a:solidFill>
                  <a:srgbClr val="647781"/>
                </a:solidFill>
                <a:latin typeface="Calibri"/>
                <a:ea typeface="Calibri"/>
                <a:cs typeface="Calibri"/>
              </a:defRPr>
            </a:lvl9pPr>
          </a:lstStyle>
          <a:p xmlns:a="http://schemas.openxmlformats.org/drawingml/2006/main">
            <a:pPr algn="l">
              <a:lnSpc>
                <a:spcPct val="108000"/>
              </a:lnSpc>
              <a:buNone/>
              <a:defRPr sz="825" b="1" i="0">
                <a:solidFill>
                  <a:srgbClr val="647781"/>
                </a:solidFill>
                <a:latin typeface="Calibri"/>
                <a:ea typeface="Calibri"/>
                <a:cs typeface="Calibri"/>
              </a:defRPr>
            </a:pPr>
            <a:r>
              <a:rPr sz="825" b="1" i="0">
                <a:solidFill>
                  <a:srgbClr val="087E83"/>
                </a:solidFill>
                <a:latin typeface="Calibri"/>
                <a:ea typeface="Calibri"/>
                <a:cs typeface="Calibri"/>
              </a:rPr>
              <a:t>PATIENT RISK MIX</a:t>
            </a:r>
          </a:p>
        </p:txBody>
      </p:sp>
      <p:sp>
        <p:nvSpPr>
          <p:cNvPr id="24" name="">
            <a:extLst xmlns:a="http://schemas.openxmlformats.org/drawingml/2006/main">
              <a:ext uri="{FF2B5EF4-FFF2-40B4-BE49-F238E27FC236}">
                <a16:creationId xmlns:a16="http://schemas.microsoft.com/office/drawing/2014/main" id="{5BA1EE5F-F026-4C6B-B6B5-F4E7AC866CFD}"/>
              </a:ext>
            </a:extLst>
          </p:cNvPr>
          <p:cNvSpPr>
            <a:spLocks xmlns:a="http://schemas.openxmlformats.org/drawingml/2006/main" noGrp="1"/>
          </p:cNvSpPr>
          <p:nvPr/>
        </p:nvSpPr>
        <p:spPr>
          <a:xfrm xmlns:a="http://schemas.openxmlformats.org/drawingml/2006/main">
            <a:off x="4133850" y="3314700"/>
            <a:ext cx="95250" cy="95250"/>
          </a:xfrm>
          <a:prstGeom xmlns:a="http://schemas.openxmlformats.org/drawingml/2006/main" prst="ellipse">
            <a:avLst/>
          </a:prstGeom>
          <a:solidFill xmlns:a="http://schemas.openxmlformats.org/drawingml/2006/main">
            <a:srgbClr val="4D8A68"/>
          </a:solidFill>
          <a:ln xmlns:a="http://schemas.openxmlformats.org/drawingml/2006/main" w="11430">
            <a:solidFill>
              <a:srgbClr val="4D8A68"/>
            </a:solidFill>
            <a:prstDash val="solid"/>
          </a:ln>
        </p:spPr>
      </p:sp>
      <p:sp>
        <p:nvSpPr>
          <p:cNvPr id="25" name="">
            <a:extLst xmlns:a="http://schemas.openxmlformats.org/drawingml/2006/main">
              <a:ext uri="{FF2B5EF4-FFF2-40B4-BE49-F238E27FC236}">
                <a16:creationId xmlns:a16="http://schemas.microsoft.com/office/drawing/2014/main" id="{D3D8D5BA-085F-4B2A-93B5-8138229F3EDF}"/>
              </a:ext>
            </a:extLst>
          </p:cNvPr>
          <p:cNvSpPr>
            <a:spLocks xmlns:a="http://schemas.openxmlformats.org/drawingml/2006/main" noGrp="1"/>
          </p:cNvSpPr>
          <p:nvPr/>
        </p:nvSpPr>
        <p:spPr>
          <a:xfrm xmlns:a="http://schemas.openxmlformats.org/drawingml/2006/main">
            <a:off x="4324350" y="3257550"/>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i="0">
                <a:solidFill>
                  <a:srgbClr val="263C45"/>
                </a:solidFill>
                <a:latin typeface="Calibri"/>
                <a:ea typeface="Calibri"/>
                <a:cs typeface="Calibri"/>
              </a:defRPr>
            </a:defPPr>
            <a:lvl1pPr algn="l">
              <a:buNone/>
              <a:defRPr sz="975" b="0" i="0">
                <a:solidFill>
                  <a:srgbClr val="263C45"/>
                </a:solidFill>
                <a:latin typeface="Calibri"/>
                <a:ea typeface="Calibri"/>
                <a:cs typeface="Calibri"/>
              </a:defRPr>
            </a:lvl1pPr>
            <a:lvl2pPr algn="l">
              <a:buNone/>
              <a:defRPr sz="975" b="0" i="0">
                <a:solidFill>
                  <a:srgbClr val="263C45"/>
                </a:solidFill>
                <a:latin typeface="Calibri"/>
                <a:ea typeface="Calibri"/>
                <a:cs typeface="Calibri"/>
              </a:defRPr>
            </a:lvl2pPr>
            <a:lvl3pPr algn="l">
              <a:buNone/>
              <a:defRPr sz="975" b="0" i="0">
                <a:solidFill>
                  <a:srgbClr val="263C45"/>
                </a:solidFill>
                <a:latin typeface="Calibri"/>
                <a:ea typeface="Calibri"/>
                <a:cs typeface="Calibri"/>
              </a:defRPr>
            </a:lvl3pPr>
            <a:lvl4pPr algn="l">
              <a:buNone/>
              <a:defRPr sz="975" b="0" i="0">
                <a:solidFill>
                  <a:srgbClr val="263C45"/>
                </a:solidFill>
                <a:latin typeface="Calibri"/>
                <a:ea typeface="Calibri"/>
                <a:cs typeface="Calibri"/>
              </a:defRPr>
            </a:lvl4pPr>
            <a:lvl5pPr algn="l">
              <a:buNone/>
              <a:defRPr sz="975" b="0" i="0">
                <a:solidFill>
                  <a:srgbClr val="263C45"/>
                </a:solidFill>
                <a:latin typeface="Calibri"/>
                <a:ea typeface="Calibri"/>
                <a:cs typeface="Calibri"/>
              </a:defRPr>
            </a:lvl5pPr>
            <a:lvl6pPr algn="l">
              <a:buNone/>
              <a:defRPr sz="975" b="0" i="0">
                <a:solidFill>
                  <a:srgbClr val="263C45"/>
                </a:solidFill>
                <a:latin typeface="Calibri"/>
                <a:ea typeface="Calibri"/>
                <a:cs typeface="Calibri"/>
              </a:defRPr>
            </a:lvl6pPr>
            <a:lvl7pPr algn="l">
              <a:buNone/>
              <a:defRPr sz="975" b="0" i="0">
                <a:solidFill>
                  <a:srgbClr val="263C45"/>
                </a:solidFill>
                <a:latin typeface="Calibri"/>
                <a:ea typeface="Calibri"/>
                <a:cs typeface="Calibri"/>
              </a:defRPr>
            </a:lvl7pPr>
            <a:lvl8pPr algn="l">
              <a:buNone/>
              <a:defRPr sz="975" b="0" i="0">
                <a:solidFill>
                  <a:srgbClr val="263C45"/>
                </a:solidFill>
                <a:latin typeface="Calibri"/>
                <a:ea typeface="Calibri"/>
                <a:cs typeface="Calibri"/>
              </a:defRPr>
            </a:lvl8pPr>
            <a:lvl9pPr algn="l">
              <a:buNone/>
              <a:defRPr sz="975" b="0" i="0">
                <a:solidFill>
                  <a:srgbClr val="263C45"/>
                </a:solidFill>
                <a:latin typeface="Calibri"/>
                <a:ea typeface="Calibri"/>
                <a:cs typeface="Calibri"/>
              </a:defRPr>
            </a:lvl9pPr>
          </a:lstStyle>
          <a:p xmlns:a="http://schemas.openxmlformats.org/drawingml/2006/main">
            <a:pPr algn="l">
              <a:lnSpc>
                <a:spcPct val="108000"/>
              </a:lnSpc>
              <a:buNone/>
              <a:defRPr sz="975" b="0" i="0">
                <a:solidFill>
                  <a:srgbClr val="263C45"/>
                </a:solidFill>
                <a:latin typeface="Calibri"/>
                <a:ea typeface="Calibri"/>
                <a:cs typeface="Calibri"/>
              </a:defRPr>
            </a:pPr>
            <a:r>
              <a:rPr sz="975" b="0" i="0">
                <a:solidFill>
                  <a:srgbClr val="263C45"/>
                </a:solidFill>
                <a:latin typeface="Calibri"/>
                <a:ea typeface="Calibri"/>
                <a:cs typeface="Calibri"/>
              </a:rPr>
              <a:t>LOW</a:t>
            </a:r>
          </a:p>
        </p:txBody>
      </p:sp>
      <p:sp>
        <p:nvSpPr>
          <p:cNvPr id="26" name="">
            <a:extLst xmlns:a="http://schemas.openxmlformats.org/drawingml/2006/main">
              <a:ext uri="{FF2B5EF4-FFF2-40B4-BE49-F238E27FC236}">
                <a16:creationId xmlns:a16="http://schemas.microsoft.com/office/drawing/2014/main" id="{BBA83C1B-47B6-4C31-B1B5-E4ADC1878BD3}"/>
              </a:ext>
            </a:extLst>
          </p:cNvPr>
          <p:cNvSpPr>
            <a:spLocks xmlns:a="http://schemas.openxmlformats.org/drawingml/2006/main" noGrp="1"/>
          </p:cNvSpPr>
          <p:nvPr/>
        </p:nvSpPr>
        <p:spPr>
          <a:xfrm xmlns:a="http://schemas.openxmlformats.org/drawingml/2006/main">
            <a:off x="6210300" y="3257550"/>
            <a:ext cx="247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i="0">
                <a:solidFill>
                  <a:srgbClr val="102A36"/>
                </a:solidFill>
                <a:latin typeface="Calibri"/>
                <a:ea typeface="Calibri"/>
                <a:cs typeface="Calibri"/>
              </a:defRPr>
            </a:defPPr>
            <a:lvl1pPr algn="r">
              <a:buNone/>
              <a:defRPr sz="975" b="1" i="0">
                <a:solidFill>
                  <a:srgbClr val="102A36"/>
                </a:solidFill>
                <a:latin typeface="Calibri"/>
                <a:ea typeface="Calibri"/>
                <a:cs typeface="Calibri"/>
              </a:defRPr>
            </a:lvl1pPr>
            <a:lvl2pPr algn="r">
              <a:buNone/>
              <a:defRPr sz="975" b="1" i="0">
                <a:solidFill>
                  <a:srgbClr val="102A36"/>
                </a:solidFill>
                <a:latin typeface="Calibri"/>
                <a:ea typeface="Calibri"/>
                <a:cs typeface="Calibri"/>
              </a:defRPr>
            </a:lvl2pPr>
            <a:lvl3pPr algn="r">
              <a:buNone/>
              <a:defRPr sz="975" b="1" i="0">
                <a:solidFill>
                  <a:srgbClr val="102A36"/>
                </a:solidFill>
                <a:latin typeface="Calibri"/>
                <a:ea typeface="Calibri"/>
                <a:cs typeface="Calibri"/>
              </a:defRPr>
            </a:lvl3pPr>
            <a:lvl4pPr algn="r">
              <a:buNone/>
              <a:defRPr sz="975" b="1" i="0">
                <a:solidFill>
                  <a:srgbClr val="102A36"/>
                </a:solidFill>
                <a:latin typeface="Calibri"/>
                <a:ea typeface="Calibri"/>
                <a:cs typeface="Calibri"/>
              </a:defRPr>
            </a:lvl4pPr>
            <a:lvl5pPr algn="r">
              <a:buNone/>
              <a:defRPr sz="975" b="1" i="0">
                <a:solidFill>
                  <a:srgbClr val="102A36"/>
                </a:solidFill>
                <a:latin typeface="Calibri"/>
                <a:ea typeface="Calibri"/>
                <a:cs typeface="Calibri"/>
              </a:defRPr>
            </a:lvl5pPr>
            <a:lvl6pPr algn="r">
              <a:buNone/>
              <a:defRPr sz="975" b="1" i="0">
                <a:solidFill>
                  <a:srgbClr val="102A36"/>
                </a:solidFill>
                <a:latin typeface="Calibri"/>
                <a:ea typeface="Calibri"/>
                <a:cs typeface="Calibri"/>
              </a:defRPr>
            </a:lvl6pPr>
            <a:lvl7pPr algn="r">
              <a:buNone/>
              <a:defRPr sz="975" b="1" i="0">
                <a:solidFill>
                  <a:srgbClr val="102A36"/>
                </a:solidFill>
                <a:latin typeface="Calibri"/>
                <a:ea typeface="Calibri"/>
                <a:cs typeface="Calibri"/>
              </a:defRPr>
            </a:lvl7pPr>
            <a:lvl8pPr algn="r">
              <a:buNone/>
              <a:defRPr sz="975" b="1" i="0">
                <a:solidFill>
                  <a:srgbClr val="102A36"/>
                </a:solidFill>
                <a:latin typeface="Calibri"/>
                <a:ea typeface="Calibri"/>
                <a:cs typeface="Calibri"/>
              </a:defRPr>
            </a:lvl8pPr>
            <a:lvl9pPr algn="r">
              <a:buNone/>
              <a:defRPr sz="975" b="1" i="0">
                <a:solidFill>
                  <a:srgbClr val="102A36"/>
                </a:solidFill>
                <a:latin typeface="Calibri"/>
                <a:ea typeface="Calibri"/>
                <a:cs typeface="Calibri"/>
              </a:defRPr>
            </a:lvl9pPr>
          </a:lstStyle>
          <a:p xmlns:a="http://schemas.openxmlformats.org/drawingml/2006/main">
            <a:pPr algn="r">
              <a:lnSpc>
                <a:spcPct val="108000"/>
              </a:lnSpc>
              <a:buNone/>
              <a:defRPr sz="975" b="1" i="0">
                <a:solidFill>
                  <a:srgbClr val="102A36"/>
                </a:solidFill>
                <a:latin typeface="Calibri"/>
                <a:ea typeface="Calibri"/>
                <a:cs typeface="Calibri"/>
              </a:defRPr>
            </a:pPr>
            <a:r>
              <a:rPr sz="975" b="1" i="0">
                <a:solidFill>
                  <a:srgbClr val="102A36"/>
                </a:solidFill>
                <a:latin typeface="Calibri"/>
                <a:ea typeface="Calibri"/>
                <a:cs typeface="Calibri"/>
              </a:rPr>
              <a:t>1</a:t>
            </a:r>
          </a:p>
        </p:txBody>
      </p:sp>
      <p:sp>
        <p:nvSpPr>
          <p:cNvPr id="27" name="">
            <a:extLst xmlns:a="http://schemas.openxmlformats.org/drawingml/2006/main">
              <a:ext uri="{FF2B5EF4-FFF2-40B4-BE49-F238E27FC236}">
                <a16:creationId xmlns:a16="http://schemas.microsoft.com/office/drawing/2014/main" id="{F6370251-AD25-41AB-A391-479FEB5871AF}"/>
              </a:ext>
            </a:extLst>
          </p:cNvPr>
          <p:cNvSpPr>
            <a:spLocks xmlns:a="http://schemas.openxmlformats.org/drawingml/2006/main" noGrp="1"/>
          </p:cNvSpPr>
          <p:nvPr/>
        </p:nvSpPr>
        <p:spPr>
          <a:xfrm xmlns:a="http://schemas.openxmlformats.org/drawingml/2006/main">
            <a:off x="4133850" y="3581400"/>
            <a:ext cx="95250" cy="95250"/>
          </a:xfrm>
          <a:prstGeom xmlns:a="http://schemas.openxmlformats.org/drawingml/2006/main" prst="ellipse">
            <a:avLst/>
          </a:prstGeom>
          <a:solidFill xmlns:a="http://schemas.openxmlformats.org/drawingml/2006/main">
            <a:srgbClr val="D99A37"/>
          </a:solidFill>
          <a:ln xmlns:a="http://schemas.openxmlformats.org/drawingml/2006/main" w="11430">
            <a:solidFill>
              <a:srgbClr val="D99A37"/>
            </a:solidFill>
            <a:prstDash val="solid"/>
          </a:ln>
        </p:spPr>
      </p:sp>
      <p:sp>
        <p:nvSpPr>
          <p:cNvPr id="28" name="">
            <a:extLst xmlns:a="http://schemas.openxmlformats.org/drawingml/2006/main">
              <a:ext uri="{FF2B5EF4-FFF2-40B4-BE49-F238E27FC236}">
                <a16:creationId xmlns:a16="http://schemas.microsoft.com/office/drawing/2014/main" id="{67F1CFA8-FFA0-4012-89F0-D2FE2307D6D0}"/>
              </a:ext>
            </a:extLst>
          </p:cNvPr>
          <p:cNvSpPr>
            <a:spLocks xmlns:a="http://schemas.openxmlformats.org/drawingml/2006/main" noGrp="1"/>
          </p:cNvSpPr>
          <p:nvPr/>
        </p:nvSpPr>
        <p:spPr>
          <a:xfrm xmlns:a="http://schemas.openxmlformats.org/drawingml/2006/main">
            <a:off x="4324350" y="3524250"/>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i="0">
                <a:solidFill>
                  <a:srgbClr val="263C45"/>
                </a:solidFill>
                <a:latin typeface="Calibri"/>
                <a:ea typeface="Calibri"/>
                <a:cs typeface="Calibri"/>
              </a:defRPr>
            </a:defPPr>
            <a:lvl1pPr algn="l">
              <a:buNone/>
              <a:defRPr sz="975" b="0" i="0">
                <a:solidFill>
                  <a:srgbClr val="263C45"/>
                </a:solidFill>
                <a:latin typeface="Calibri"/>
                <a:ea typeface="Calibri"/>
                <a:cs typeface="Calibri"/>
              </a:defRPr>
            </a:lvl1pPr>
            <a:lvl2pPr algn="l">
              <a:buNone/>
              <a:defRPr sz="975" b="0" i="0">
                <a:solidFill>
                  <a:srgbClr val="263C45"/>
                </a:solidFill>
                <a:latin typeface="Calibri"/>
                <a:ea typeface="Calibri"/>
                <a:cs typeface="Calibri"/>
              </a:defRPr>
            </a:lvl2pPr>
            <a:lvl3pPr algn="l">
              <a:buNone/>
              <a:defRPr sz="975" b="0" i="0">
                <a:solidFill>
                  <a:srgbClr val="263C45"/>
                </a:solidFill>
                <a:latin typeface="Calibri"/>
                <a:ea typeface="Calibri"/>
                <a:cs typeface="Calibri"/>
              </a:defRPr>
            </a:lvl3pPr>
            <a:lvl4pPr algn="l">
              <a:buNone/>
              <a:defRPr sz="975" b="0" i="0">
                <a:solidFill>
                  <a:srgbClr val="263C45"/>
                </a:solidFill>
                <a:latin typeface="Calibri"/>
                <a:ea typeface="Calibri"/>
                <a:cs typeface="Calibri"/>
              </a:defRPr>
            </a:lvl4pPr>
            <a:lvl5pPr algn="l">
              <a:buNone/>
              <a:defRPr sz="975" b="0" i="0">
                <a:solidFill>
                  <a:srgbClr val="263C45"/>
                </a:solidFill>
                <a:latin typeface="Calibri"/>
                <a:ea typeface="Calibri"/>
                <a:cs typeface="Calibri"/>
              </a:defRPr>
            </a:lvl5pPr>
            <a:lvl6pPr algn="l">
              <a:buNone/>
              <a:defRPr sz="975" b="0" i="0">
                <a:solidFill>
                  <a:srgbClr val="263C45"/>
                </a:solidFill>
                <a:latin typeface="Calibri"/>
                <a:ea typeface="Calibri"/>
                <a:cs typeface="Calibri"/>
              </a:defRPr>
            </a:lvl6pPr>
            <a:lvl7pPr algn="l">
              <a:buNone/>
              <a:defRPr sz="975" b="0" i="0">
                <a:solidFill>
                  <a:srgbClr val="263C45"/>
                </a:solidFill>
                <a:latin typeface="Calibri"/>
                <a:ea typeface="Calibri"/>
                <a:cs typeface="Calibri"/>
              </a:defRPr>
            </a:lvl7pPr>
            <a:lvl8pPr algn="l">
              <a:buNone/>
              <a:defRPr sz="975" b="0" i="0">
                <a:solidFill>
                  <a:srgbClr val="263C45"/>
                </a:solidFill>
                <a:latin typeface="Calibri"/>
                <a:ea typeface="Calibri"/>
                <a:cs typeface="Calibri"/>
              </a:defRPr>
            </a:lvl8pPr>
            <a:lvl9pPr algn="l">
              <a:buNone/>
              <a:defRPr sz="975" b="0" i="0">
                <a:solidFill>
                  <a:srgbClr val="263C45"/>
                </a:solidFill>
                <a:latin typeface="Calibri"/>
                <a:ea typeface="Calibri"/>
                <a:cs typeface="Calibri"/>
              </a:defRPr>
            </a:lvl9pPr>
          </a:lstStyle>
          <a:p xmlns:a="http://schemas.openxmlformats.org/drawingml/2006/main">
            <a:pPr algn="l">
              <a:lnSpc>
                <a:spcPct val="108000"/>
              </a:lnSpc>
              <a:buNone/>
              <a:defRPr sz="975" b="0" i="0">
                <a:solidFill>
                  <a:srgbClr val="263C45"/>
                </a:solidFill>
                <a:latin typeface="Calibri"/>
                <a:ea typeface="Calibri"/>
                <a:cs typeface="Calibri"/>
              </a:defRPr>
            </a:pPr>
            <a:r>
              <a:rPr sz="975" b="0" i="0">
                <a:solidFill>
                  <a:srgbClr val="263C45"/>
                </a:solidFill>
                <a:latin typeface="Calibri"/>
                <a:ea typeface="Calibri"/>
                <a:cs typeface="Calibri"/>
              </a:rPr>
              <a:t>MEDIUM</a:t>
            </a:r>
          </a:p>
        </p:txBody>
      </p:sp>
      <p:sp>
        <p:nvSpPr>
          <p:cNvPr id="29" name="">
            <a:extLst xmlns:a="http://schemas.openxmlformats.org/drawingml/2006/main">
              <a:ext uri="{FF2B5EF4-FFF2-40B4-BE49-F238E27FC236}">
                <a16:creationId xmlns:a16="http://schemas.microsoft.com/office/drawing/2014/main" id="{E603B5ED-9675-4B38-A60D-AF97E9604C02}"/>
              </a:ext>
            </a:extLst>
          </p:cNvPr>
          <p:cNvSpPr>
            <a:spLocks xmlns:a="http://schemas.openxmlformats.org/drawingml/2006/main" noGrp="1"/>
          </p:cNvSpPr>
          <p:nvPr/>
        </p:nvSpPr>
        <p:spPr>
          <a:xfrm xmlns:a="http://schemas.openxmlformats.org/drawingml/2006/main">
            <a:off x="6210300" y="3524250"/>
            <a:ext cx="247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i="0">
                <a:solidFill>
                  <a:srgbClr val="102A36"/>
                </a:solidFill>
                <a:latin typeface="Calibri"/>
                <a:ea typeface="Calibri"/>
                <a:cs typeface="Calibri"/>
              </a:defRPr>
            </a:defPPr>
            <a:lvl1pPr algn="r">
              <a:buNone/>
              <a:defRPr sz="975" b="1" i="0">
                <a:solidFill>
                  <a:srgbClr val="102A36"/>
                </a:solidFill>
                <a:latin typeface="Calibri"/>
                <a:ea typeface="Calibri"/>
                <a:cs typeface="Calibri"/>
              </a:defRPr>
            </a:lvl1pPr>
            <a:lvl2pPr algn="r">
              <a:buNone/>
              <a:defRPr sz="975" b="1" i="0">
                <a:solidFill>
                  <a:srgbClr val="102A36"/>
                </a:solidFill>
                <a:latin typeface="Calibri"/>
                <a:ea typeface="Calibri"/>
                <a:cs typeface="Calibri"/>
              </a:defRPr>
            </a:lvl2pPr>
            <a:lvl3pPr algn="r">
              <a:buNone/>
              <a:defRPr sz="975" b="1" i="0">
                <a:solidFill>
                  <a:srgbClr val="102A36"/>
                </a:solidFill>
                <a:latin typeface="Calibri"/>
                <a:ea typeface="Calibri"/>
                <a:cs typeface="Calibri"/>
              </a:defRPr>
            </a:lvl3pPr>
            <a:lvl4pPr algn="r">
              <a:buNone/>
              <a:defRPr sz="975" b="1" i="0">
                <a:solidFill>
                  <a:srgbClr val="102A36"/>
                </a:solidFill>
                <a:latin typeface="Calibri"/>
                <a:ea typeface="Calibri"/>
                <a:cs typeface="Calibri"/>
              </a:defRPr>
            </a:lvl4pPr>
            <a:lvl5pPr algn="r">
              <a:buNone/>
              <a:defRPr sz="975" b="1" i="0">
                <a:solidFill>
                  <a:srgbClr val="102A36"/>
                </a:solidFill>
                <a:latin typeface="Calibri"/>
                <a:ea typeface="Calibri"/>
                <a:cs typeface="Calibri"/>
              </a:defRPr>
            </a:lvl5pPr>
            <a:lvl6pPr algn="r">
              <a:buNone/>
              <a:defRPr sz="975" b="1" i="0">
                <a:solidFill>
                  <a:srgbClr val="102A36"/>
                </a:solidFill>
                <a:latin typeface="Calibri"/>
                <a:ea typeface="Calibri"/>
                <a:cs typeface="Calibri"/>
              </a:defRPr>
            </a:lvl6pPr>
            <a:lvl7pPr algn="r">
              <a:buNone/>
              <a:defRPr sz="975" b="1" i="0">
                <a:solidFill>
                  <a:srgbClr val="102A36"/>
                </a:solidFill>
                <a:latin typeface="Calibri"/>
                <a:ea typeface="Calibri"/>
                <a:cs typeface="Calibri"/>
              </a:defRPr>
            </a:lvl7pPr>
            <a:lvl8pPr algn="r">
              <a:buNone/>
              <a:defRPr sz="975" b="1" i="0">
                <a:solidFill>
                  <a:srgbClr val="102A36"/>
                </a:solidFill>
                <a:latin typeface="Calibri"/>
                <a:ea typeface="Calibri"/>
                <a:cs typeface="Calibri"/>
              </a:defRPr>
            </a:lvl8pPr>
            <a:lvl9pPr algn="r">
              <a:buNone/>
              <a:defRPr sz="975" b="1" i="0">
                <a:solidFill>
                  <a:srgbClr val="102A36"/>
                </a:solidFill>
                <a:latin typeface="Calibri"/>
                <a:ea typeface="Calibri"/>
                <a:cs typeface="Calibri"/>
              </a:defRPr>
            </a:lvl9pPr>
          </a:lstStyle>
          <a:p xmlns:a="http://schemas.openxmlformats.org/drawingml/2006/main">
            <a:pPr algn="r">
              <a:lnSpc>
                <a:spcPct val="108000"/>
              </a:lnSpc>
              <a:buNone/>
              <a:defRPr sz="975" b="1" i="0">
                <a:solidFill>
                  <a:srgbClr val="102A36"/>
                </a:solidFill>
                <a:latin typeface="Calibri"/>
                <a:ea typeface="Calibri"/>
                <a:cs typeface="Calibri"/>
              </a:defRPr>
            </a:pPr>
            <a:r>
              <a:rPr sz="975" b="1" i="0">
                <a:solidFill>
                  <a:srgbClr val="102A36"/>
                </a:solidFill>
                <a:latin typeface="Calibri"/>
                <a:ea typeface="Calibri"/>
                <a:cs typeface="Calibri"/>
              </a:rPr>
              <a:t>1</a:t>
            </a:r>
          </a:p>
        </p:txBody>
      </p:sp>
      <p:sp>
        <p:nvSpPr>
          <p:cNvPr id="30" name="">
            <a:extLst xmlns:a="http://schemas.openxmlformats.org/drawingml/2006/main">
              <a:ext uri="{FF2B5EF4-FFF2-40B4-BE49-F238E27FC236}">
                <a16:creationId xmlns:a16="http://schemas.microsoft.com/office/drawing/2014/main" id="{D09103CA-C97A-4FF1-BB5A-0BC746687348}"/>
              </a:ext>
            </a:extLst>
          </p:cNvPr>
          <p:cNvSpPr>
            <a:spLocks xmlns:a="http://schemas.openxmlformats.org/drawingml/2006/main" noGrp="1"/>
          </p:cNvSpPr>
          <p:nvPr/>
        </p:nvSpPr>
        <p:spPr>
          <a:xfrm xmlns:a="http://schemas.openxmlformats.org/drawingml/2006/main">
            <a:off x="4133850" y="3848100"/>
            <a:ext cx="95250" cy="95250"/>
          </a:xfrm>
          <a:prstGeom xmlns:a="http://schemas.openxmlformats.org/drawingml/2006/main" prst="ellipse">
            <a:avLst/>
          </a:prstGeom>
          <a:solidFill xmlns:a="http://schemas.openxmlformats.org/drawingml/2006/main">
            <a:srgbClr val="D86F42"/>
          </a:solidFill>
          <a:ln xmlns:a="http://schemas.openxmlformats.org/drawingml/2006/main" w="11430">
            <a:solidFill>
              <a:srgbClr val="D86F42"/>
            </a:solidFill>
            <a:prstDash val="solid"/>
          </a:ln>
        </p:spPr>
      </p:sp>
      <p:sp>
        <p:nvSpPr>
          <p:cNvPr id="31" name="">
            <a:extLst xmlns:a="http://schemas.openxmlformats.org/drawingml/2006/main">
              <a:ext uri="{FF2B5EF4-FFF2-40B4-BE49-F238E27FC236}">
                <a16:creationId xmlns:a16="http://schemas.microsoft.com/office/drawing/2014/main" id="{1A01FD5E-2C97-475D-AEF6-A974F2FB8060}"/>
              </a:ext>
            </a:extLst>
          </p:cNvPr>
          <p:cNvSpPr>
            <a:spLocks xmlns:a="http://schemas.openxmlformats.org/drawingml/2006/main" noGrp="1"/>
          </p:cNvSpPr>
          <p:nvPr/>
        </p:nvSpPr>
        <p:spPr>
          <a:xfrm xmlns:a="http://schemas.openxmlformats.org/drawingml/2006/main">
            <a:off x="4324350" y="3790950"/>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i="0">
                <a:solidFill>
                  <a:srgbClr val="263C45"/>
                </a:solidFill>
                <a:latin typeface="Calibri"/>
                <a:ea typeface="Calibri"/>
                <a:cs typeface="Calibri"/>
              </a:defRPr>
            </a:defPPr>
            <a:lvl1pPr algn="l">
              <a:buNone/>
              <a:defRPr sz="975" b="0" i="0">
                <a:solidFill>
                  <a:srgbClr val="263C45"/>
                </a:solidFill>
                <a:latin typeface="Calibri"/>
                <a:ea typeface="Calibri"/>
                <a:cs typeface="Calibri"/>
              </a:defRPr>
            </a:lvl1pPr>
            <a:lvl2pPr algn="l">
              <a:buNone/>
              <a:defRPr sz="975" b="0" i="0">
                <a:solidFill>
                  <a:srgbClr val="263C45"/>
                </a:solidFill>
                <a:latin typeface="Calibri"/>
                <a:ea typeface="Calibri"/>
                <a:cs typeface="Calibri"/>
              </a:defRPr>
            </a:lvl2pPr>
            <a:lvl3pPr algn="l">
              <a:buNone/>
              <a:defRPr sz="975" b="0" i="0">
                <a:solidFill>
                  <a:srgbClr val="263C45"/>
                </a:solidFill>
                <a:latin typeface="Calibri"/>
                <a:ea typeface="Calibri"/>
                <a:cs typeface="Calibri"/>
              </a:defRPr>
            </a:lvl3pPr>
            <a:lvl4pPr algn="l">
              <a:buNone/>
              <a:defRPr sz="975" b="0" i="0">
                <a:solidFill>
                  <a:srgbClr val="263C45"/>
                </a:solidFill>
                <a:latin typeface="Calibri"/>
                <a:ea typeface="Calibri"/>
                <a:cs typeface="Calibri"/>
              </a:defRPr>
            </a:lvl4pPr>
            <a:lvl5pPr algn="l">
              <a:buNone/>
              <a:defRPr sz="975" b="0" i="0">
                <a:solidFill>
                  <a:srgbClr val="263C45"/>
                </a:solidFill>
                <a:latin typeface="Calibri"/>
                <a:ea typeface="Calibri"/>
                <a:cs typeface="Calibri"/>
              </a:defRPr>
            </a:lvl5pPr>
            <a:lvl6pPr algn="l">
              <a:buNone/>
              <a:defRPr sz="975" b="0" i="0">
                <a:solidFill>
                  <a:srgbClr val="263C45"/>
                </a:solidFill>
                <a:latin typeface="Calibri"/>
                <a:ea typeface="Calibri"/>
                <a:cs typeface="Calibri"/>
              </a:defRPr>
            </a:lvl6pPr>
            <a:lvl7pPr algn="l">
              <a:buNone/>
              <a:defRPr sz="975" b="0" i="0">
                <a:solidFill>
                  <a:srgbClr val="263C45"/>
                </a:solidFill>
                <a:latin typeface="Calibri"/>
                <a:ea typeface="Calibri"/>
                <a:cs typeface="Calibri"/>
              </a:defRPr>
            </a:lvl7pPr>
            <a:lvl8pPr algn="l">
              <a:buNone/>
              <a:defRPr sz="975" b="0" i="0">
                <a:solidFill>
                  <a:srgbClr val="263C45"/>
                </a:solidFill>
                <a:latin typeface="Calibri"/>
                <a:ea typeface="Calibri"/>
                <a:cs typeface="Calibri"/>
              </a:defRPr>
            </a:lvl8pPr>
            <a:lvl9pPr algn="l">
              <a:buNone/>
              <a:defRPr sz="975" b="0" i="0">
                <a:solidFill>
                  <a:srgbClr val="263C45"/>
                </a:solidFill>
                <a:latin typeface="Calibri"/>
                <a:ea typeface="Calibri"/>
                <a:cs typeface="Calibri"/>
              </a:defRPr>
            </a:lvl9pPr>
          </a:lstStyle>
          <a:p xmlns:a="http://schemas.openxmlformats.org/drawingml/2006/main">
            <a:pPr algn="l">
              <a:lnSpc>
                <a:spcPct val="108000"/>
              </a:lnSpc>
              <a:buNone/>
              <a:defRPr sz="975" b="0" i="0">
                <a:solidFill>
                  <a:srgbClr val="263C45"/>
                </a:solidFill>
                <a:latin typeface="Calibri"/>
                <a:ea typeface="Calibri"/>
                <a:cs typeface="Calibri"/>
              </a:defRPr>
            </a:pPr>
            <a:r>
              <a:rPr sz="975" b="0" i="0">
                <a:solidFill>
                  <a:srgbClr val="263C45"/>
                </a:solidFill>
                <a:latin typeface="Calibri"/>
                <a:ea typeface="Calibri"/>
                <a:cs typeface="Calibri"/>
              </a:rPr>
              <a:t>HIGH</a:t>
            </a:r>
          </a:p>
        </p:txBody>
      </p:sp>
      <p:sp>
        <p:nvSpPr>
          <p:cNvPr id="32" name="">
            <a:extLst xmlns:a="http://schemas.openxmlformats.org/drawingml/2006/main">
              <a:ext uri="{FF2B5EF4-FFF2-40B4-BE49-F238E27FC236}">
                <a16:creationId xmlns:a16="http://schemas.microsoft.com/office/drawing/2014/main" id="{2743E95B-B709-48ED-B984-6BD8D945CBDA}"/>
              </a:ext>
            </a:extLst>
          </p:cNvPr>
          <p:cNvSpPr>
            <a:spLocks xmlns:a="http://schemas.openxmlformats.org/drawingml/2006/main" noGrp="1"/>
          </p:cNvSpPr>
          <p:nvPr/>
        </p:nvSpPr>
        <p:spPr>
          <a:xfrm xmlns:a="http://schemas.openxmlformats.org/drawingml/2006/main">
            <a:off x="6210300" y="3790950"/>
            <a:ext cx="247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i="0">
                <a:solidFill>
                  <a:srgbClr val="102A36"/>
                </a:solidFill>
                <a:latin typeface="Calibri"/>
                <a:ea typeface="Calibri"/>
                <a:cs typeface="Calibri"/>
              </a:defRPr>
            </a:defPPr>
            <a:lvl1pPr algn="r">
              <a:buNone/>
              <a:defRPr sz="975" b="1" i="0">
                <a:solidFill>
                  <a:srgbClr val="102A36"/>
                </a:solidFill>
                <a:latin typeface="Calibri"/>
                <a:ea typeface="Calibri"/>
                <a:cs typeface="Calibri"/>
              </a:defRPr>
            </a:lvl1pPr>
            <a:lvl2pPr algn="r">
              <a:buNone/>
              <a:defRPr sz="975" b="1" i="0">
                <a:solidFill>
                  <a:srgbClr val="102A36"/>
                </a:solidFill>
                <a:latin typeface="Calibri"/>
                <a:ea typeface="Calibri"/>
                <a:cs typeface="Calibri"/>
              </a:defRPr>
            </a:lvl2pPr>
            <a:lvl3pPr algn="r">
              <a:buNone/>
              <a:defRPr sz="975" b="1" i="0">
                <a:solidFill>
                  <a:srgbClr val="102A36"/>
                </a:solidFill>
                <a:latin typeface="Calibri"/>
                <a:ea typeface="Calibri"/>
                <a:cs typeface="Calibri"/>
              </a:defRPr>
            </a:lvl3pPr>
            <a:lvl4pPr algn="r">
              <a:buNone/>
              <a:defRPr sz="975" b="1" i="0">
                <a:solidFill>
                  <a:srgbClr val="102A36"/>
                </a:solidFill>
                <a:latin typeface="Calibri"/>
                <a:ea typeface="Calibri"/>
                <a:cs typeface="Calibri"/>
              </a:defRPr>
            </a:lvl4pPr>
            <a:lvl5pPr algn="r">
              <a:buNone/>
              <a:defRPr sz="975" b="1" i="0">
                <a:solidFill>
                  <a:srgbClr val="102A36"/>
                </a:solidFill>
                <a:latin typeface="Calibri"/>
                <a:ea typeface="Calibri"/>
                <a:cs typeface="Calibri"/>
              </a:defRPr>
            </a:lvl5pPr>
            <a:lvl6pPr algn="r">
              <a:buNone/>
              <a:defRPr sz="975" b="1" i="0">
                <a:solidFill>
                  <a:srgbClr val="102A36"/>
                </a:solidFill>
                <a:latin typeface="Calibri"/>
                <a:ea typeface="Calibri"/>
                <a:cs typeface="Calibri"/>
              </a:defRPr>
            </a:lvl6pPr>
            <a:lvl7pPr algn="r">
              <a:buNone/>
              <a:defRPr sz="975" b="1" i="0">
                <a:solidFill>
                  <a:srgbClr val="102A36"/>
                </a:solidFill>
                <a:latin typeface="Calibri"/>
                <a:ea typeface="Calibri"/>
                <a:cs typeface="Calibri"/>
              </a:defRPr>
            </a:lvl7pPr>
            <a:lvl8pPr algn="r">
              <a:buNone/>
              <a:defRPr sz="975" b="1" i="0">
                <a:solidFill>
                  <a:srgbClr val="102A36"/>
                </a:solidFill>
                <a:latin typeface="Calibri"/>
                <a:ea typeface="Calibri"/>
                <a:cs typeface="Calibri"/>
              </a:defRPr>
            </a:lvl8pPr>
            <a:lvl9pPr algn="r">
              <a:buNone/>
              <a:defRPr sz="975" b="1" i="0">
                <a:solidFill>
                  <a:srgbClr val="102A36"/>
                </a:solidFill>
                <a:latin typeface="Calibri"/>
                <a:ea typeface="Calibri"/>
                <a:cs typeface="Calibri"/>
              </a:defRPr>
            </a:lvl9pPr>
          </a:lstStyle>
          <a:p xmlns:a="http://schemas.openxmlformats.org/drawingml/2006/main">
            <a:pPr algn="r">
              <a:lnSpc>
                <a:spcPct val="108000"/>
              </a:lnSpc>
              <a:buNone/>
              <a:defRPr sz="975" b="1" i="0">
                <a:solidFill>
                  <a:srgbClr val="102A36"/>
                </a:solidFill>
                <a:latin typeface="Calibri"/>
                <a:ea typeface="Calibri"/>
                <a:cs typeface="Calibri"/>
              </a:defRPr>
            </a:pPr>
            <a:r>
              <a:rPr sz="975" b="1" i="0">
                <a:solidFill>
                  <a:srgbClr val="102A36"/>
                </a:solidFill>
                <a:latin typeface="Calibri"/>
                <a:ea typeface="Calibri"/>
                <a:cs typeface="Calibri"/>
              </a:rPr>
              <a:t>1</a:t>
            </a:r>
          </a:p>
        </p:txBody>
      </p:sp>
      <p:sp>
        <p:nvSpPr>
          <p:cNvPr id="33" name="">
            <a:extLst xmlns:a="http://schemas.openxmlformats.org/drawingml/2006/main">
              <a:ext uri="{FF2B5EF4-FFF2-40B4-BE49-F238E27FC236}">
                <a16:creationId xmlns:a16="http://schemas.microsoft.com/office/drawing/2014/main" id="{B749A2D6-0F9B-4335-A165-BFEC3AAC5CBA}"/>
              </a:ext>
            </a:extLst>
          </p:cNvPr>
          <p:cNvSpPr>
            <a:spLocks xmlns:a="http://schemas.openxmlformats.org/drawingml/2006/main" noGrp="1"/>
          </p:cNvSpPr>
          <p:nvPr/>
        </p:nvSpPr>
        <p:spPr>
          <a:xfrm xmlns:a="http://schemas.openxmlformats.org/drawingml/2006/main">
            <a:off x="4133850" y="4114800"/>
            <a:ext cx="95250" cy="95250"/>
          </a:xfrm>
          <a:prstGeom xmlns:a="http://schemas.openxmlformats.org/drawingml/2006/main" prst="ellipse">
            <a:avLst/>
          </a:prstGeom>
          <a:solidFill xmlns:a="http://schemas.openxmlformats.org/drawingml/2006/main">
            <a:srgbClr val="B94B4B"/>
          </a:solidFill>
          <a:ln xmlns:a="http://schemas.openxmlformats.org/drawingml/2006/main" w="11430">
            <a:solidFill>
              <a:srgbClr val="B94B4B"/>
            </a:solidFill>
            <a:prstDash val="solid"/>
          </a:ln>
        </p:spPr>
      </p:sp>
      <p:sp>
        <p:nvSpPr>
          <p:cNvPr id="34" name="">
            <a:extLst xmlns:a="http://schemas.openxmlformats.org/drawingml/2006/main">
              <a:ext uri="{FF2B5EF4-FFF2-40B4-BE49-F238E27FC236}">
                <a16:creationId xmlns:a16="http://schemas.microsoft.com/office/drawing/2014/main" id="{CD93E556-B1AC-4314-A46E-669C4AEB6AC1}"/>
              </a:ext>
            </a:extLst>
          </p:cNvPr>
          <p:cNvSpPr>
            <a:spLocks xmlns:a="http://schemas.openxmlformats.org/drawingml/2006/main" noGrp="1"/>
          </p:cNvSpPr>
          <p:nvPr/>
        </p:nvSpPr>
        <p:spPr>
          <a:xfrm xmlns:a="http://schemas.openxmlformats.org/drawingml/2006/main">
            <a:off x="4324350" y="4057650"/>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i="0">
                <a:solidFill>
                  <a:srgbClr val="263C45"/>
                </a:solidFill>
                <a:latin typeface="Calibri"/>
                <a:ea typeface="Calibri"/>
                <a:cs typeface="Calibri"/>
              </a:defRPr>
            </a:defPPr>
            <a:lvl1pPr algn="l">
              <a:buNone/>
              <a:defRPr sz="975" b="0" i="0">
                <a:solidFill>
                  <a:srgbClr val="263C45"/>
                </a:solidFill>
                <a:latin typeface="Calibri"/>
                <a:ea typeface="Calibri"/>
                <a:cs typeface="Calibri"/>
              </a:defRPr>
            </a:lvl1pPr>
            <a:lvl2pPr algn="l">
              <a:buNone/>
              <a:defRPr sz="975" b="0" i="0">
                <a:solidFill>
                  <a:srgbClr val="263C45"/>
                </a:solidFill>
                <a:latin typeface="Calibri"/>
                <a:ea typeface="Calibri"/>
                <a:cs typeface="Calibri"/>
              </a:defRPr>
            </a:lvl2pPr>
            <a:lvl3pPr algn="l">
              <a:buNone/>
              <a:defRPr sz="975" b="0" i="0">
                <a:solidFill>
                  <a:srgbClr val="263C45"/>
                </a:solidFill>
                <a:latin typeface="Calibri"/>
                <a:ea typeface="Calibri"/>
                <a:cs typeface="Calibri"/>
              </a:defRPr>
            </a:lvl3pPr>
            <a:lvl4pPr algn="l">
              <a:buNone/>
              <a:defRPr sz="975" b="0" i="0">
                <a:solidFill>
                  <a:srgbClr val="263C45"/>
                </a:solidFill>
                <a:latin typeface="Calibri"/>
                <a:ea typeface="Calibri"/>
                <a:cs typeface="Calibri"/>
              </a:defRPr>
            </a:lvl4pPr>
            <a:lvl5pPr algn="l">
              <a:buNone/>
              <a:defRPr sz="975" b="0" i="0">
                <a:solidFill>
                  <a:srgbClr val="263C45"/>
                </a:solidFill>
                <a:latin typeface="Calibri"/>
                <a:ea typeface="Calibri"/>
                <a:cs typeface="Calibri"/>
              </a:defRPr>
            </a:lvl5pPr>
            <a:lvl6pPr algn="l">
              <a:buNone/>
              <a:defRPr sz="975" b="0" i="0">
                <a:solidFill>
                  <a:srgbClr val="263C45"/>
                </a:solidFill>
                <a:latin typeface="Calibri"/>
                <a:ea typeface="Calibri"/>
                <a:cs typeface="Calibri"/>
              </a:defRPr>
            </a:lvl6pPr>
            <a:lvl7pPr algn="l">
              <a:buNone/>
              <a:defRPr sz="975" b="0" i="0">
                <a:solidFill>
                  <a:srgbClr val="263C45"/>
                </a:solidFill>
                <a:latin typeface="Calibri"/>
                <a:ea typeface="Calibri"/>
                <a:cs typeface="Calibri"/>
              </a:defRPr>
            </a:lvl7pPr>
            <a:lvl8pPr algn="l">
              <a:buNone/>
              <a:defRPr sz="975" b="0" i="0">
                <a:solidFill>
                  <a:srgbClr val="263C45"/>
                </a:solidFill>
                <a:latin typeface="Calibri"/>
                <a:ea typeface="Calibri"/>
                <a:cs typeface="Calibri"/>
              </a:defRPr>
            </a:lvl8pPr>
            <a:lvl9pPr algn="l">
              <a:buNone/>
              <a:defRPr sz="975" b="0" i="0">
                <a:solidFill>
                  <a:srgbClr val="263C45"/>
                </a:solidFill>
                <a:latin typeface="Calibri"/>
                <a:ea typeface="Calibri"/>
                <a:cs typeface="Calibri"/>
              </a:defRPr>
            </a:lvl9pPr>
          </a:lstStyle>
          <a:p xmlns:a="http://schemas.openxmlformats.org/drawingml/2006/main">
            <a:pPr algn="l">
              <a:lnSpc>
                <a:spcPct val="108000"/>
              </a:lnSpc>
              <a:buNone/>
              <a:defRPr sz="975" b="0" i="0">
                <a:solidFill>
                  <a:srgbClr val="263C45"/>
                </a:solidFill>
                <a:latin typeface="Calibri"/>
                <a:ea typeface="Calibri"/>
                <a:cs typeface="Calibri"/>
              </a:defRPr>
            </a:pPr>
            <a:r>
              <a:rPr sz="975" b="0" i="0">
                <a:solidFill>
                  <a:srgbClr val="263C45"/>
                </a:solidFill>
                <a:latin typeface="Calibri"/>
                <a:ea typeface="Calibri"/>
                <a:cs typeface="Calibri"/>
              </a:rPr>
              <a:t>CRITICAL</a:t>
            </a:r>
          </a:p>
        </p:txBody>
      </p:sp>
      <p:sp>
        <p:nvSpPr>
          <p:cNvPr id="35" name="">
            <a:extLst xmlns:a="http://schemas.openxmlformats.org/drawingml/2006/main">
              <a:ext uri="{FF2B5EF4-FFF2-40B4-BE49-F238E27FC236}">
                <a16:creationId xmlns:a16="http://schemas.microsoft.com/office/drawing/2014/main" id="{81AE4F3D-7D95-4322-94B6-A4D97880B1C3}"/>
              </a:ext>
            </a:extLst>
          </p:cNvPr>
          <p:cNvSpPr>
            <a:spLocks xmlns:a="http://schemas.openxmlformats.org/drawingml/2006/main" noGrp="1"/>
          </p:cNvSpPr>
          <p:nvPr/>
        </p:nvSpPr>
        <p:spPr>
          <a:xfrm xmlns:a="http://schemas.openxmlformats.org/drawingml/2006/main">
            <a:off x="6210300" y="4057650"/>
            <a:ext cx="247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i="0">
                <a:solidFill>
                  <a:srgbClr val="102A36"/>
                </a:solidFill>
                <a:latin typeface="Calibri"/>
                <a:ea typeface="Calibri"/>
                <a:cs typeface="Calibri"/>
              </a:defRPr>
            </a:defPPr>
            <a:lvl1pPr algn="r">
              <a:buNone/>
              <a:defRPr sz="975" b="1" i="0">
                <a:solidFill>
                  <a:srgbClr val="102A36"/>
                </a:solidFill>
                <a:latin typeface="Calibri"/>
                <a:ea typeface="Calibri"/>
                <a:cs typeface="Calibri"/>
              </a:defRPr>
            </a:lvl1pPr>
            <a:lvl2pPr algn="r">
              <a:buNone/>
              <a:defRPr sz="975" b="1" i="0">
                <a:solidFill>
                  <a:srgbClr val="102A36"/>
                </a:solidFill>
                <a:latin typeface="Calibri"/>
                <a:ea typeface="Calibri"/>
                <a:cs typeface="Calibri"/>
              </a:defRPr>
            </a:lvl2pPr>
            <a:lvl3pPr algn="r">
              <a:buNone/>
              <a:defRPr sz="975" b="1" i="0">
                <a:solidFill>
                  <a:srgbClr val="102A36"/>
                </a:solidFill>
                <a:latin typeface="Calibri"/>
                <a:ea typeface="Calibri"/>
                <a:cs typeface="Calibri"/>
              </a:defRPr>
            </a:lvl3pPr>
            <a:lvl4pPr algn="r">
              <a:buNone/>
              <a:defRPr sz="975" b="1" i="0">
                <a:solidFill>
                  <a:srgbClr val="102A36"/>
                </a:solidFill>
                <a:latin typeface="Calibri"/>
                <a:ea typeface="Calibri"/>
                <a:cs typeface="Calibri"/>
              </a:defRPr>
            </a:lvl4pPr>
            <a:lvl5pPr algn="r">
              <a:buNone/>
              <a:defRPr sz="975" b="1" i="0">
                <a:solidFill>
                  <a:srgbClr val="102A36"/>
                </a:solidFill>
                <a:latin typeface="Calibri"/>
                <a:ea typeface="Calibri"/>
                <a:cs typeface="Calibri"/>
              </a:defRPr>
            </a:lvl5pPr>
            <a:lvl6pPr algn="r">
              <a:buNone/>
              <a:defRPr sz="975" b="1" i="0">
                <a:solidFill>
                  <a:srgbClr val="102A36"/>
                </a:solidFill>
                <a:latin typeface="Calibri"/>
                <a:ea typeface="Calibri"/>
                <a:cs typeface="Calibri"/>
              </a:defRPr>
            </a:lvl6pPr>
            <a:lvl7pPr algn="r">
              <a:buNone/>
              <a:defRPr sz="975" b="1" i="0">
                <a:solidFill>
                  <a:srgbClr val="102A36"/>
                </a:solidFill>
                <a:latin typeface="Calibri"/>
                <a:ea typeface="Calibri"/>
                <a:cs typeface="Calibri"/>
              </a:defRPr>
            </a:lvl7pPr>
            <a:lvl8pPr algn="r">
              <a:buNone/>
              <a:defRPr sz="975" b="1" i="0">
                <a:solidFill>
                  <a:srgbClr val="102A36"/>
                </a:solidFill>
                <a:latin typeface="Calibri"/>
                <a:ea typeface="Calibri"/>
                <a:cs typeface="Calibri"/>
              </a:defRPr>
            </a:lvl8pPr>
            <a:lvl9pPr algn="r">
              <a:buNone/>
              <a:defRPr sz="975" b="1" i="0">
                <a:solidFill>
                  <a:srgbClr val="102A36"/>
                </a:solidFill>
                <a:latin typeface="Calibri"/>
                <a:ea typeface="Calibri"/>
                <a:cs typeface="Calibri"/>
              </a:defRPr>
            </a:lvl9pPr>
          </a:lstStyle>
          <a:p xmlns:a="http://schemas.openxmlformats.org/drawingml/2006/main">
            <a:pPr algn="r">
              <a:lnSpc>
                <a:spcPct val="108000"/>
              </a:lnSpc>
              <a:buNone/>
              <a:defRPr sz="975" b="1" i="0">
                <a:solidFill>
                  <a:srgbClr val="102A36"/>
                </a:solidFill>
                <a:latin typeface="Calibri"/>
                <a:ea typeface="Calibri"/>
                <a:cs typeface="Calibri"/>
              </a:defRPr>
            </a:pPr>
            <a:r>
              <a:rPr sz="975" b="1" i="0">
                <a:solidFill>
                  <a:srgbClr val="102A36"/>
                </a:solidFill>
                <a:latin typeface="Calibri"/>
                <a:ea typeface="Calibri"/>
                <a:cs typeface="Calibri"/>
              </a:rPr>
              <a:t>1</a:t>
            </a:r>
          </a:p>
        </p:txBody>
      </p:sp>
      <p:sp>
        <p:nvSpPr>
          <p:cNvPr id="36" name="">
            <a:extLst xmlns:a="http://schemas.openxmlformats.org/drawingml/2006/main">
              <a:ext uri="{FF2B5EF4-FFF2-40B4-BE49-F238E27FC236}">
                <a16:creationId xmlns:a16="http://schemas.microsoft.com/office/drawing/2014/main" id="{DA424A4E-1256-4C82-A948-4B53B024175D}"/>
              </a:ext>
            </a:extLst>
          </p:cNvPr>
          <p:cNvSpPr>
            <a:spLocks xmlns:a="http://schemas.openxmlformats.org/drawingml/2006/main" noGrp="1"/>
          </p:cNvSpPr>
          <p:nvPr/>
        </p:nvSpPr>
        <p:spPr>
          <a:xfrm xmlns:a="http://schemas.openxmlformats.org/drawingml/2006/main">
            <a:off x="695325" y="43148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i="0">
                <a:solidFill>
                  <a:srgbClr val="087E83"/>
                </a:solidFill>
                <a:latin typeface="Calibri"/>
                <a:ea typeface="Calibri"/>
                <a:cs typeface="Calibri"/>
              </a:defRPr>
            </a:defPPr>
            <a:lvl1pPr algn="l">
              <a:buNone/>
              <a:defRPr sz="825" b="1" i="0">
                <a:solidFill>
                  <a:srgbClr val="647781"/>
                </a:solidFill>
                <a:latin typeface="Calibri"/>
                <a:ea typeface="Calibri"/>
                <a:cs typeface="Calibri"/>
              </a:defRPr>
            </a:lvl1pPr>
            <a:lvl2pPr algn="l">
              <a:buNone/>
              <a:defRPr sz="825" b="1" i="0">
                <a:solidFill>
                  <a:srgbClr val="647781"/>
                </a:solidFill>
                <a:latin typeface="Calibri"/>
                <a:ea typeface="Calibri"/>
                <a:cs typeface="Calibri"/>
              </a:defRPr>
            </a:lvl2pPr>
            <a:lvl3pPr algn="l">
              <a:buNone/>
              <a:defRPr sz="825" b="1" i="0">
                <a:solidFill>
                  <a:srgbClr val="647781"/>
                </a:solidFill>
                <a:latin typeface="Calibri"/>
                <a:ea typeface="Calibri"/>
                <a:cs typeface="Calibri"/>
              </a:defRPr>
            </a:lvl3pPr>
            <a:lvl4pPr algn="l">
              <a:buNone/>
              <a:defRPr sz="825" b="1" i="0">
                <a:solidFill>
                  <a:srgbClr val="647781"/>
                </a:solidFill>
                <a:latin typeface="Calibri"/>
                <a:ea typeface="Calibri"/>
                <a:cs typeface="Calibri"/>
              </a:defRPr>
            </a:lvl4pPr>
            <a:lvl5pPr algn="l">
              <a:buNone/>
              <a:defRPr sz="825" b="1" i="0">
                <a:solidFill>
                  <a:srgbClr val="647781"/>
                </a:solidFill>
                <a:latin typeface="Calibri"/>
                <a:ea typeface="Calibri"/>
                <a:cs typeface="Calibri"/>
              </a:defRPr>
            </a:lvl5pPr>
            <a:lvl6pPr algn="l">
              <a:buNone/>
              <a:defRPr sz="825" b="1" i="0">
                <a:solidFill>
                  <a:srgbClr val="647781"/>
                </a:solidFill>
                <a:latin typeface="Calibri"/>
                <a:ea typeface="Calibri"/>
                <a:cs typeface="Calibri"/>
              </a:defRPr>
            </a:lvl6pPr>
            <a:lvl7pPr algn="l">
              <a:buNone/>
              <a:defRPr sz="825" b="1" i="0">
                <a:solidFill>
                  <a:srgbClr val="647781"/>
                </a:solidFill>
                <a:latin typeface="Calibri"/>
                <a:ea typeface="Calibri"/>
                <a:cs typeface="Calibri"/>
              </a:defRPr>
            </a:lvl7pPr>
            <a:lvl8pPr algn="l">
              <a:buNone/>
              <a:defRPr sz="825" b="1" i="0">
                <a:solidFill>
                  <a:srgbClr val="647781"/>
                </a:solidFill>
                <a:latin typeface="Calibri"/>
                <a:ea typeface="Calibri"/>
                <a:cs typeface="Calibri"/>
              </a:defRPr>
            </a:lvl8pPr>
            <a:lvl9pPr algn="l">
              <a:buNone/>
              <a:defRPr sz="825" b="1" i="0">
                <a:solidFill>
                  <a:srgbClr val="647781"/>
                </a:solidFill>
                <a:latin typeface="Calibri"/>
                <a:ea typeface="Calibri"/>
                <a:cs typeface="Calibri"/>
              </a:defRPr>
            </a:lvl9pPr>
          </a:lstStyle>
          <a:p xmlns:a="http://schemas.openxmlformats.org/drawingml/2006/main">
            <a:pPr algn="l">
              <a:lnSpc>
                <a:spcPct val="108000"/>
              </a:lnSpc>
              <a:buNone/>
              <a:defRPr sz="825" b="1" i="0">
                <a:solidFill>
                  <a:srgbClr val="647781"/>
                </a:solidFill>
                <a:latin typeface="Calibri"/>
                <a:ea typeface="Calibri"/>
                <a:cs typeface="Calibri"/>
              </a:defRPr>
            </a:pPr>
            <a:r>
              <a:rPr sz="825" b="1" i="0">
                <a:solidFill>
                  <a:srgbClr val="087E83"/>
                </a:solidFill>
                <a:latin typeface="Calibri"/>
                <a:ea typeface="Calibri"/>
                <a:cs typeface="Calibri"/>
              </a:rPr>
              <a:t>PREDICTION WATCHLIST</a:t>
            </a:r>
          </a:p>
        </p:txBody>
      </p:sp>
      <p:sp>
        <p:nvSpPr>
          <p:cNvPr id="37" name="">
            <a:extLst xmlns:a="http://schemas.openxmlformats.org/drawingml/2006/main">
              <a:ext uri="{FF2B5EF4-FFF2-40B4-BE49-F238E27FC236}">
                <a16:creationId xmlns:a16="http://schemas.microsoft.com/office/drawing/2014/main" id="{B7DE0CE2-FB91-4824-9728-7CD96226C90F}"/>
              </a:ext>
            </a:extLst>
          </p:cNvPr>
          <p:cNvSpPr>
            <a:spLocks xmlns:a="http://schemas.openxmlformats.org/drawingml/2006/main" noGrp="1"/>
          </p:cNvSpPr>
          <p:nvPr/>
        </p:nvSpPr>
        <p:spPr>
          <a:xfrm xmlns:a="http://schemas.openxmlformats.org/drawingml/2006/main">
            <a:off x="4124325" y="43148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i="0">
                <a:solidFill>
                  <a:srgbClr val="087E83"/>
                </a:solidFill>
                <a:latin typeface="Calibri"/>
                <a:ea typeface="Calibri"/>
                <a:cs typeface="Calibri"/>
              </a:defRPr>
            </a:defPPr>
            <a:lvl1pPr algn="l">
              <a:buNone/>
              <a:defRPr sz="825" b="1" i="0">
                <a:solidFill>
                  <a:srgbClr val="647781"/>
                </a:solidFill>
                <a:latin typeface="Calibri"/>
                <a:ea typeface="Calibri"/>
                <a:cs typeface="Calibri"/>
              </a:defRPr>
            </a:lvl1pPr>
            <a:lvl2pPr algn="l">
              <a:buNone/>
              <a:defRPr sz="825" b="1" i="0">
                <a:solidFill>
                  <a:srgbClr val="647781"/>
                </a:solidFill>
                <a:latin typeface="Calibri"/>
                <a:ea typeface="Calibri"/>
                <a:cs typeface="Calibri"/>
              </a:defRPr>
            </a:lvl2pPr>
            <a:lvl3pPr algn="l">
              <a:buNone/>
              <a:defRPr sz="825" b="1" i="0">
                <a:solidFill>
                  <a:srgbClr val="647781"/>
                </a:solidFill>
                <a:latin typeface="Calibri"/>
                <a:ea typeface="Calibri"/>
                <a:cs typeface="Calibri"/>
              </a:defRPr>
            </a:lvl3pPr>
            <a:lvl4pPr algn="l">
              <a:buNone/>
              <a:defRPr sz="825" b="1" i="0">
                <a:solidFill>
                  <a:srgbClr val="647781"/>
                </a:solidFill>
                <a:latin typeface="Calibri"/>
                <a:ea typeface="Calibri"/>
                <a:cs typeface="Calibri"/>
              </a:defRPr>
            </a:lvl4pPr>
            <a:lvl5pPr algn="l">
              <a:buNone/>
              <a:defRPr sz="825" b="1" i="0">
                <a:solidFill>
                  <a:srgbClr val="647781"/>
                </a:solidFill>
                <a:latin typeface="Calibri"/>
                <a:ea typeface="Calibri"/>
                <a:cs typeface="Calibri"/>
              </a:defRPr>
            </a:lvl5pPr>
            <a:lvl6pPr algn="l">
              <a:buNone/>
              <a:defRPr sz="825" b="1" i="0">
                <a:solidFill>
                  <a:srgbClr val="647781"/>
                </a:solidFill>
                <a:latin typeface="Calibri"/>
                <a:ea typeface="Calibri"/>
                <a:cs typeface="Calibri"/>
              </a:defRPr>
            </a:lvl6pPr>
            <a:lvl7pPr algn="l">
              <a:buNone/>
              <a:defRPr sz="825" b="1" i="0">
                <a:solidFill>
                  <a:srgbClr val="647781"/>
                </a:solidFill>
                <a:latin typeface="Calibri"/>
                <a:ea typeface="Calibri"/>
                <a:cs typeface="Calibri"/>
              </a:defRPr>
            </a:lvl7pPr>
            <a:lvl8pPr algn="l">
              <a:buNone/>
              <a:defRPr sz="825" b="1" i="0">
                <a:solidFill>
                  <a:srgbClr val="647781"/>
                </a:solidFill>
                <a:latin typeface="Calibri"/>
                <a:ea typeface="Calibri"/>
                <a:cs typeface="Calibri"/>
              </a:defRPr>
            </a:lvl8pPr>
            <a:lvl9pPr algn="l">
              <a:buNone/>
              <a:defRPr sz="825" b="1" i="0">
                <a:solidFill>
                  <a:srgbClr val="647781"/>
                </a:solidFill>
                <a:latin typeface="Calibri"/>
                <a:ea typeface="Calibri"/>
                <a:cs typeface="Calibri"/>
              </a:defRPr>
            </a:lvl9pPr>
          </a:lstStyle>
          <a:p xmlns:a="http://schemas.openxmlformats.org/drawingml/2006/main">
            <a:pPr algn="l">
              <a:lnSpc>
                <a:spcPct val="108000"/>
              </a:lnSpc>
              <a:buNone/>
              <a:defRPr sz="825" b="1" i="0">
                <a:solidFill>
                  <a:srgbClr val="647781"/>
                </a:solidFill>
                <a:latin typeface="Calibri"/>
                <a:ea typeface="Calibri"/>
                <a:cs typeface="Calibri"/>
              </a:defRPr>
            </a:pPr>
            <a:r>
              <a:rPr sz="825" b="1" i="0">
                <a:solidFill>
                  <a:srgbClr val="087E83"/>
                </a:solidFill>
                <a:latin typeface="Calibri"/>
                <a:ea typeface="Calibri"/>
                <a:cs typeface="Calibri"/>
              </a:rPr>
              <a:t>RECENT ALERTS  ·  ACKNOWLEDGE</a:t>
            </a:r>
          </a:p>
        </p:txBody>
      </p:sp>
      <p:sp>
        <p:nvSpPr>
          <p:cNvPr id="38" name="">
            <a:extLst xmlns:a="http://schemas.openxmlformats.org/drawingml/2006/main">
              <a:ext uri="{FF2B5EF4-FFF2-40B4-BE49-F238E27FC236}">
                <a16:creationId xmlns:a16="http://schemas.microsoft.com/office/drawing/2014/main" id="{3347A7CB-5B10-4DF0-AC4B-15F53CEA9F7A}"/>
              </a:ext>
            </a:extLst>
          </p:cNvPr>
          <p:cNvSpPr>
            <a:spLocks xmlns:a="http://schemas.openxmlformats.org/drawingml/2006/main" noGrp="1"/>
          </p:cNvSpPr>
          <p:nvPr/>
        </p:nvSpPr>
        <p:spPr>
          <a:xfrm xmlns:a="http://schemas.openxmlformats.org/drawingml/2006/main">
            <a:off x="1790700" y="4800600"/>
            <a:ext cx="42386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863" b="0" i="0">
                <a:solidFill>
                  <a:srgbClr val="647781"/>
                </a:solidFill>
                <a:latin typeface="Calibri"/>
                <a:ea typeface="Calibri"/>
                <a:cs typeface="Calibri"/>
              </a:defRPr>
            </a:defPPr>
            <a:lvl1pPr algn="ctr">
              <a:buNone/>
              <a:defRPr sz="863" b="0" i="0">
                <a:solidFill>
                  <a:srgbClr val="647781"/>
                </a:solidFill>
                <a:latin typeface="Calibri"/>
                <a:ea typeface="Calibri"/>
                <a:cs typeface="Calibri"/>
              </a:defRPr>
            </a:lvl1pPr>
            <a:lvl2pPr algn="ctr">
              <a:buNone/>
              <a:defRPr sz="863" b="0" i="0">
                <a:solidFill>
                  <a:srgbClr val="647781"/>
                </a:solidFill>
                <a:latin typeface="Calibri"/>
                <a:ea typeface="Calibri"/>
                <a:cs typeface="Calibri"/>
              </a:defRPr>
            </a:lvl2pPr>
            <a:lvl3pPr algn="ctr">
              <a:buNone/>
              <a:defRPr sz="863" b="0" i="0">
                <a:solidFill>
                  <a:srgbClr val="647781"/>
                </a:solidFill>
                <a:latin typeface="Calibri"/>
                <a:ea typeface="Calibri"/>
                <a:cs typeface="Calibri"/>
              </a:defRPr>
            </a:lvl3pPr>
            <a:lvl4pPr algn="ctr">
              <a:buNone/>
              <a:defRPr sz="863" b="0" i="0">
                <a:solidFill>
                  <a:srgbClr val="647781"/>
                </a:solidFill>
                <a:latin typeface="Calibri"/>
                <a:ea typeface="Calibri"/>
                <a:cs typeface="Calibri"/>
              </a:defRPr>
            </a:lvl4pPr>
            <a:lvl5pPr algn="ctr">
              <a:buNone/>
              <a:defRPr sz="863" b="0" i="0">
                <a:solidFill>
                  <a:srgbClr val="647781"/>
                </a:solidFill>
                <a:latin typeface="Calibri"/>
                <a:ea typeface="Calibri"/>
                <a:cs typeface="Calibri"/>
              </a:defRPr>
            </a:lvl5pPr>
            <a:lvl6pPr algn="ctr">
              <a:buNone/>
              <a:defRPr sz="863" b="0" i="0">
                <a:solidFill>
                  <a:srgbClr val="647781"/>
                </a:solidFill>
                <a:latin typeface="Calibri"/>
                <a:ea typeface="Calibri"/>
                <a:cs typeface="Calibri"/>
              </a:defRPr>
            </a:lvl6pPr>
            <a:lvl7pPr algn="ctr">
              <a:buNone/>
              <a:defRPr sz="863" b="0" i="0">
                <a:solidFill>
                  <a:srgbClr val="647781"/>
                </a:solidFill>
                <a:latin typeface="Calibri"/>
                <a:ea typeface="Calibri"/>
                <a:cs typeface="Calibri"/>
              </a:defRPr>
            </a:lvl7pPr>
            <a:lvl8pPr algn="ctr">
              <a:buNone/>
              <a:defRPr sz="863" b="0" i="0">
                <a:solidFill>
                  <a:srgbClr val="647781"/>
                </a:solidFill>
                <a:latin typeface="Calibri"/>
                <a:ea typeface="Calibri"/>
                <a:cs typeface="Calibri"/>
              </a:defRPr>
            </a:lvl8pPr>
            <a:lvl9pPr algn="ctr">
              <a:buNone/>
              <a:defRPr sz="863" b="0" i="0">
                <a:solidFill>
                  <a:srgbClr val="647781"/>
                </a:solidFill>
                <a:latin typeface="Calibri"/>
                <a:ea typeface="Calibri"/>
                <a:cs typeface="Calibri"/>
              </a:defRPr>
            </a:lvl9pPr>
          </a:lstStyle>
          <a:p xmlns:a="http://schemas.openxmlformats.org/drawingml/2006/main">
            <a:pPr algn="ctr">
              <a:lnSpc>
                <a:spcPct val="108000"/>
              </a:lnSpc>
              <a:buNone/>
              <a:defRPr sz="863" b="0" i="0">
                <a:solidFill>
                  <a:srgbClr val="647781"/>
                </a:solidFill>
                <a:latin typeface="Calibri"/>
                <a:ea typeface="Calibri"/>
                <a:cs typeface="Calibri"/>
              </a:defRPr>
            </a:pPr>
            <a:r>
              <a:rPr sz="863" b="0" i="0">
                <a:solidFill>
                  <a:srgbClr val="647781"/>
                </a:solidFill>
                <a:latin typeface="Calibri"/>
                <a:ea typeface="Calibri"/>
                <a:cs typeface="Calibri"/>
              </a:rPr>
              <a:t>Illustrative interface and trend line · seeded records are synthetic</a:t>
            </a:r>
          </a:p>
        </p:txBody>
      </p:sp>
    </p:spTree>
    <p:extLst>
      <p:ext uri="{BB962C8B-B14F-4D97-AF65-F5344CB8AC3E}">
        <p14:creationId xmlns:p14="http://schemas.microsoft.com/office/powerpoint/2010/main" val="1987903200"/>
      </p:ext>
    </p:extLst>
  </p:cSld>
</p:sld>
</file>

<file path=ppt/slides/slide11.xml><?xml version="1.0" encoding="utf-8"?>
<p:sld xmlns:p="http://schemas.openxmlformats.org/presentationml/2006/main">
  <p:cSld>
    <p:bg>
      <p:bgPr>
        <a:solidFill xmlns:a="http://schemas.openxmlformats.org/drawingml/2006/main">
          <a:srgbClr val="F5FAF9"/>
        </a:solidFill>
      </p:bgPr>
    </p:bg>
    <p:spTree>
      <p:nvGrpSpPr>
        <p:cNvPr id="1" name=""/>
        <p:cNvGrpSpPr/>
        <p:nvPr/>
      </p:nvGrpSpPr>
      <p:grpSpPr>
        <a:xfrm xmlns:a="http://schemas.openxmlformats.org/drawingml/2006/main"/>
      </p:grpSpPr>
      <p:pic>
        <p:nvPicPr>
          <p:cNvPr id="25" name="">
            <a:extLst xmlns:a="http://schemas.openxmlformats.org/drawingml/2006/main">
              <a:ext uri="{FF2B5EF4-FFF2-40B4-BE49-F238E27FC236}">
                <a16:creationId xmlns:a16="http://schemas.microsoft.com/office/drawing/2014/main" id="{4115D892-DD2A-499B-967D-5A79074FB11F}"/>
              </a:ext>
            </a:extLst>
          </p:cNvPr>
          <p:cNvPicPr>
            <a:picLocks xmlns:a="http://schemas.openxmlformats.org/drawingml/2006/main" noChangeAspect="1"/>
          </p:cNvPicPr>
          <p:nvPr/>
        </p:nvPicPr>
        <p:blipFill>
          <a:blip xmlns:r="http://schemas.openxmlformats.org/officeDocument/2006/relationships" xmlns:a="http://schemas.openxmlformats.org/drawingml/2006/main" r:embed="R7f495f05991942d5"/>
          <a:srcRect xmlns:a="http://schemas.openxmlformats.org/drawingml/2006/main" l="0" t="1932" r="0" b="1932"/>
          <a:stretch xmlns:a="http://schemas.openxmlformats.org/drawingml/2006/main">
            <a:fillRect l="0" t="0" r="0" b="0"/>
          </a:stretch>
        </p:blipFill>
        <p:spPr>
          <a:xfrm xmlns:a="http://schemas.openxmlformats.org/drawingml/2006/main">
            <a:off x="0" y="0"/>
            <a:ext cx="7477125" cy="5391150"/>
          </a:xfrm>
          <a:prstGeom xmlns:a="http://schemas.openxmlformats.org/drawingml/2006/main" prst="rect">
            <a:avLst/>
          </a:prstGeom>
        </p:spPr>
      </p:pic>
      <p:sp>
        <p:nvSpPr>
          <p:cNvPr id="26" name="">
            <a:extLst xmlns:a="http://schemas.openxmlformats.org/drawingml/2006/main">
              <a:ext uri="{FF2B5EF4-FFF2-40B4-BE49-F238E27FC236}">
                <a16:creationId xmlns:a16="http://schemas.microsoft.com/office/drawing/2014/main" id="{6746CFDC-1A2A-433F-B3AB-337FA18BD7E1}"/>
              </a:ext>
            </a:extLst>
          </p:cNvPr>
          <p:cNvSpPr>
            <a:spLocks xmlns:a="http://schemas.openxmlformats.org/drawingml/2006/main" noGrp="1"/>
          </p:cNvSpPr>
          <p:nvPr/>
        </p:nvSpPr>
        <p:spPr>
          <a:xfrm xmlns:a="http://schemas.openxmlformats.org/drawingml/2006/main">
            <a:off x="371475" y="1409700"/>
            <a:ext cx="3086100" cy="3305175"/>
          </a:xfrm>
          <a:prstGeom xmlns:a="http://schemas.openxmlformats.org/drawingml/2006/main" prst="roundRect">
            <a:avLst>
              <a:gd name="adj" fmla="val 4630"/>
            </a:avLst>
          </a:prstGeom>
          <a:solidFill xmlns:a="http://schemas.openxmlformats.org/drawingml/2006/main">
            <a:srgbClr val="FFFFFF">
              <a:alpha val="92000"/>
            </a:srgbClr>
          </a:solidFill>
          <a:ln xmlns:a="http://schemas.openxmlformats.org/drawingml/2006/main" w="9525">
            <a:solidFill>
              <a:srgbClr val="D8E8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7F25C264-3EFA-4C02-B817-E802D0283EDA}"/>
              </a:ext>
            </a:extLst>
          </p:cNvPr>
          <p:cNvSpPr>
            <a:spLocks xmlns:a="http://schemas.openxmlformats.org/drawingml/2006/main" noGrp="1"/>
          </p:cNvSpPr>
          <p:nvPr/>
        </p:nvSpPr>
        <p:spPr>
          <a:xfrm xmlns:a="http://schemas.openxmlformats.org/drawingml/2006/main">
            <a:off x="371475" y="1428750"/>
            <a:ext cx="47625" cy="3267075"/>
          </a:xfrm>
          <a:prstGeom xmlns:a="http://schemas.openxmlformats.org/drawingml/2006/main" prst="roundRect">
            <a:avLst>
              <a:gd name="adj" fmla="val 50000"/>
            </a:avLst>
          </a:prstGeom>
          <a:solidFill xmlns:a="http://schemas.openxmlformats.org/drawingml/2006/main">
            <a:srgbClr val="168F89"/>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BB5366B9-C5AD-4DBE-BEA0-4B7C7B52131C}"/>
              </a:ext>
            </a:extLst>
          </p:cNvPr>
          <p:cNvSpPr>
            <a:spLocks xmlns:a="http://schemas.openxmlformats.org/drawingml/2006/main" noGrp="1"/>
          </p:cNvSpPr>
          <p:nvPr/>
        </p:nvSpPr>
        <p:spPr>
          <a:xfrm xmlns:a="http://schemas.openxmlformats.org/drawingml/2006/main">
            <a:off x="3657600" y="1409700"/>
            <a:ext cx="3476625" cy="3305175"/>
          </a:xfrm>
          <a:prstGeom xmlns:a="http://schemas.openxmlformats.org/drawingml/2006/main" prst="roundRect">
            <a:avLst>
              <a:gd name="adj" fmla="val 4323"/>
            </a:avLst>
          </a:prstGeom>
          <a:solidFill xmlns:a="http://schemas.openxmlformats.org/drawingml/2006/main">
            <a:srgbClr val="FFFFFF">
              <a:alpha val="92000"/>
            </a:srgbClr>
          </a:solidFill>
          <a:ln xmlns:a="http://schemas.openxmlformats.org/drawingml/2006/main" w="9525">
            <a:solidFill>
              <a:srgbClr val="D8E8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9" name="">
            <a:extLst xmlns:a="http://schemas.openxmlformats.org/drawingml/2006/main">
              <a:ext uri="{FF2B5EF4-FFF2-40B4-BE49-F238E27FC236}">
                <a16:creationId xmlns:a16="http://schemas.microsoft.com/office/drawing/2014/main" id="{D6C2B642-6DF1-46D2-9007-6F179B196B29}"/>
              </a:ext>
            </a:extLst>
          </p:cNvPr>
          <p:cNvSpPr>
            <a:spLocks xmlns:a="http://schemas.openxmlformats.org/drawingml/2006/main" noGrp="1"/>
          </p:cNvSpPr>
          <p:nvPr/>
        </p:nvSpPr>
        <p:spPr>
          <a:xfrm xmlns:a="http://schemas.openxmlformats.org/drawingml/2006/main">
            <a:off x="3657600" y="1428750"/>
            <a:ext cx="47625" cy="3267075"/>
          </a:xfrm>
          <a:prstGeom xmlns:a="http://schemas.openxmlformats.org/drawingml/2006/main" prst="roundRect">
            <a:avLst>
              <a:gd name="adj" fmla="val 50000"/>
            </a:avLst>
          </a:prstGeom>
          <a:solidFill xmlns:a="http://schemas.openxmlformats.org/drawingml/2006/main">
            <a:srgbClr val="1598B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F143EAF-B1F2-4904-8A7B-645DE4D41BFC}"/>
              </a:ext>
            </a:extLst>
          </p:cNvPr>
          <p:cNvSpPr>
            <a:spLocks xmlns:a="http://schemas.openxmlformats.org/drawingml/2006/main" noGrp="1"/>
          </p:cNvSpPr>
          <p:nvPr/>
        </p:nvSpPr>
        <p:spPr>
          <a:xfrm xmlns:a="http://schemas.openxmlformats.org/drawingml/2006/main">
            <a:off x="457200" y="342900"/>
            <a:ext cx="6572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75" b="1" i="0">
                <a:solidFill>
                  <a:srgbClr val="123F50"/>
                </a:solidFill>
                <a:latin typeface="Calibri Light"/>
                <a:ea typeface="Calibri Light"/>
                <a:cs typeface="Calibri Light"/>
              </a:defRPr>
            </a:defPPr>
            <a:lvl1pPr algn="l">
              <a:buNone/>
              <a:defRPr sz="2325" b="1" i="0">
                <a:solidFill>
                  <a:srgbClr val="123F50"/>
                </a:solidFill>
                <a:latin typeface="Calibri Light"/>
                <a:ea typeface="Calibri Light"/>
                <a:cs typeface="Calibri Light"/>
              </a:defRPr>
            </a:lvl1pPr>
            <a:lvl2pPr algn="l">
              <a:buNone/>
              <a:defRPr sz="2325" b="1" i="0">
                <a:solidFill>
                  <a:srgbClr val="123F50"/>
                </a:solidFill>
                <a:latin typeface="Calibri Light"/>
                <a:ea typeface="Calibri Light"/>
                <a:cs typeface="Calibri Light"/>
              </a:defRPr>
            </a:lvl2pPr>
            <a:lvl3pPr algn="l">
              <a:buNone/>
              <a:defRPr sz="2325" b="1" i="0">
                <a:solidFill>
                  <a:srgbClr val="123F50"/>
                </a:solidFill>
                <a:latin typeface="Calibri Light"/>
                <a:ea typeface="Calibri Light"/>
                <a:cs typeface="Calibri Light"/>
              </a:defRPr>
            </a:lvl3pPr>
            <a:lvl4pPr algn="l">
              <a:buNone/>
              <a:defRPr sz="2325" b="1" i="0">
                <a:solidFill>
                  <a:srgbClr val="123F50"/>
                </a:solidFill>
                <a:latin typeface="Calibri Light"/>
                <a:ea typeface="Calibri Light"/>
                <a:cs typeface="Calibri Light"/>
              </a:defRPr>
            </a:lvl4pPr>
            <a:lvl5pPr algn="l">
              <a:buNone/>
              <a:defRPr sz="2325" b="1" i="0">
                <a:solidFill>
                  <a:srgbClr val="123F50"/>
                </a:solidFill>
                <a:latin typeface="Calibri Light"/>
                <a:ea typeface="Calibri Light"/>
                <a:cs typeface="Calibri Light"/>
              </a:defRPr>
            </a:lvl5pPr>
            <a:lvl6pPr algn="l">
              <a:buNone/>
              <a:defRPr sz="2325" b="1" i="0">
                <a:solidFill>
                  <a:srgbClr val="123F50"/>
                </a:solidFill>
                <a:latin typeface="Calibri Light"/>
                <a:ea typeface="Calibri Light"/>
                <a:cs typeface="Calibri Light"/>
              </a:defRPr>
            </a:lvl6pPr>
            <a:lvl7pPr algn="l">
              <a:buNone/>
              <a:defRPr sz="2325" b="1" i="0">
                <a:solidFill>
                  <a:srgbClr val="123F50"/>
                </a:solidFill>
                <a:latin typeface="Calibri Light"/>
                <a:ea typeface="Calibri Light"/>
                <a:cs typeface="Calibri Light"/>
              </a:defRPr>
            </a:lvl7pPr>
            <a:lvl8pPr algn="l">
              <a:buNone/>
              <a:defRPr sz="2325" b="1" i="0">
                <a:solidFill>
                  <a:srgbClr val="123F50"/>
                </a:solidFill>
                <a:latin typeface="Calibri Light"/>
                <a:ea typeface="Calibri Light"/>
                <a:cs typeface="Calibri Light"/>
              </a:defRPr>
            </a:lvl8pPr>
            <a:lvl9pPr algn="l">
              <a:buNone/>
              <a:defRPr sz="2325" b="1" i="0">
                <a:solidFill>
                  <a:srgbClr val="123F50"/>
                </a:solidFill>
                <a:latin typeface="Calibri Light"/>
                <a:ea typeface="Calibri Light"/>
                <a:cs typeface="Calibri Light"/>
              </a:defRPr>
            </a:lvl9pPr>
          </a:lstStyle>
          <a:p xmlns:a="http://schemas.openxmlformats.org/drawingml/2006/main">
            <a:pPr algn="l">
              <a:lnSpc>
                <a:spcPct val="108000"/>
              </a:lnSpc>
              <a:buNone/>
              <a:defRPr sz="2325" b="1" i="0">
                <a:solidFill>
                  <a:srgbClr val="123F50"/>
                </a:solidFill>
                <a:latin typeface="Calibri Light"/>
                <a:ea typeface="Calibri Light"/>
                <a:cs typeface="Calibri Light"/>
              </a:defRPr>
            </a:pPr>
            <a:r>
              <a:rPr sz="2475" b="1" i="0">
                <a:solidFill>
                  <a:srgbClr val="123F50"/>
                </a:solidFill>
                <a:latin typeface="Calibri Light"/>
                <a:ea typeface="Calibri Light"/>
                <a:cs typeface="Calibri Light"/>
              </a:rPr>
              <a:t>Patient app</a:t>
            </a:r>
          </a:p>
        </p:txBody>
      </p:sp>
      <p:sp>
        <p:nvSpPr>
          <p:cNvPr id="2" name="">
            <a:extLst xmlns:a="http://schemas.openxmlformats.org/drawingml/2006/main">
              <a:ext uri="{FF2B5EF4-FFF2-40B4-BE49-F238E27FC236}">
                <a16:creationId xmlns:a16="http://schemas.microsoft.com/office/drawing/2014/main" id="{6E568303-8647-4E5D-9D09-BD77298E23B2}"/>
              </a:ext>
            </a:extLst>
          </p:cNvPr>
          <p:cNvSpPr>
            <a:spLocks xmlns:a="http://schemas.openxmlformats.org/drawingml/2006/main" noGrp="1"/>
          </p:cNvSpPr>
          <p:nvPr/>
        </p:nvSpPr>
        <p:spPr>
          <a:xfrm xmlns:a="http://schemas.openxmlformats.org/drawingml/2006/main" flipH="0" flipV="0">
            <a:off x="457200" y="866775"/>
            <a:ext cx="647700" cy="4763"/>
          </a:xfrm>
          <a:prstGeom xmlns:a="http://schemas.openxmlformats.org/drawingml/2006/main" prst="line">
            <a:avLst/>
          </a:prstGeom>
          <a:noFill xmlns:a="http://schemas.openxmlformats.org/drawingml/2006/main"/>
          <a:ln xmlns:a="http://schemas.openxmlformats.org/drawingml/2006/main" w="38100">
            <a:solidFill>
              <a:srgbClr val="168F89"/>
            </a:solidFill>
            <a:prstDash val="solid"/>
          </a:ln>
        </p:spPr>
      </p:sp>
      <p:sp>
        <p:nvSpPr>
          <p:cNvPr id="3" name="">
            <a:extLst xmlns:a="http://schemas.openxmlformats.org/drawingml/2006/main">
              <a:ext uri="{FF2B5EF4-FFF2-40B4-BE49-F238E27FC236}">
                <a16:creationId xmlns:a16="http://schemas.microsoft.com/office/drawing/2014/main" id="{ADDDE504-4F02-4065-AC1D-6F6467CF7F95}"/>
              </a:ext>
            </a:extLst>
          </p:cNvPr>
          <p:cNvSpPr>
            <a:spLocks xmlns:a="http://schemas.openxmlformats.org/drawingml/2006/main" noGrp="1"/>
          </p:cNvSpPr>
          <p:nvPr/>
        </p:nvSpPr>
        <p:spPr>
          <a:xfrm xmlns:a="http://schemas.openxmlformats.org/drawingml/2006/main">
            <a:off x="457200" y="981075"/>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63" b="0" i="0">
                <a:solidFill>
                  <a:srgbClr val="526B73"/>
                </a:solidFill>
                <a:latin typeface="Calibri"/>
                <a:ea typeface="Calibri"/>
                <a:cs typeface="Calibri"/>
              </a:defRPr>
            </a:defPPr>
            <a:lvl1pPr algn="l">
              <a:buNone/>
              <a:defRPr sz="1125" b="0" i="0">
                <a:solidFill>
                  <a:srgbClr val="647781"/>
                </a:solidFill>
                <a:latin typeface="Calibri"/>
                <a:ea typeface="Calibri"/>
                <a:cs typeface="Calibri"/>
              </a:defRPr>
            </a:lvl1pPr>
            <a:lvl2pPr algn="l">
              <a:buNone/>
              <a:defRPr sz="1125" b="0" i="0">
                <a:solidFill>
                  <a:srgbClr val="647781"/>
                </a:solidFill>
                <a:latin typeface="Calibri"/>
                <a:ea typeface="Calibri"/>
                <a:cs typeface="Calibri"/>
              </a:defRPr>
            </a:lvl2pPr>
            <a:lvl3pPr algn="l">
              <a:buNone/>
              <a:defRPr sz="1125" b="0" i="0">
                <a:solidFill>
                  <a:srgbClr val="647781"/>
                </a:solidFill>
                <a:latin typeface="Calibri"/>
                <a:ea typeface="Calibri"/>
                <a:cs typeface="Calibri"/>
              </a:defRPr>
            </a:lvl3pPr>
            <a:lvl4pPr algn="l">
              <a:buNone/>
              <a:defRPr sz="1125" b="0" i="0">
                <a:solidFill>
                  <a:srgbClr val="647781"/>
                </a:solidFill>
                <a:latin typeface="Calibri"/>
                <a:ea typeface="Calibri"/>
                <a:cs typeface="Calibri"/>
              </a:defRPr>
            </a:lvl4pPr>
            <a:lvl5pPr algn="l">
              <a:buNone/>
              <a:defRPr sz="1125" b="0" i="0">
                <a:solidFill>
                  <a:srgbClr val="647781"/>
                </a:solidFill>
                <a:latin typeface="Calibri"/>
                <a:ea typeface="Calibri"/>
                <a:cs typeface="Calibri"/>
              </a:defRPr>
            </a:lvl5pPr>
            <a:lvl6pPr algn="l">
              <a:buNone/>
              <a:defRPr sz="1125" b="0" i="0">
                <a:solidFill>
                  <a:srgbClr val="647781"/>
                </a:solidFill>
                <a:latin typeface="Calibri"/>
                <a:ea typeface="Calibri"/>
                <a:cs typeface="Calibri"/>
              </a:defRPr>
            </a:lvl6pPr>
            <a:lvl7pPr algn="l">
              <a:buNone/>
              <a:defRPr sz="1125" b="0" i="0">
                <a:solidFill>
                  <a:srgbClr val="647781"/>
                </a:solidFill>
                <a:latin typeface="Calibri"/>
                <a:ea typeface="Calibri"/>
                <a:cs typeface="Calibri"/>
              </a:defRPr>
            </a:lvl7pPr>
            <a:lvl8pPr algn="l">
              <a:buNone/>
              <a:defRPr sz="1125" b="0" i="0">
                <a:solidFill>
                  <a:srgbClr val="647781"/>
                </a:solidFill>
                <a:latin typeface="Calibri"/>
                <a:ea typeface="Calibri"/>
                <a:cs typeface="Calibri"/>
              </a:defRPr>
            </a:lvl8pPr>
            <a:lvl9pPr algn="l">
              <a:buNone/>
              <a:defRPr sz="1125" b="0" i="0">
                <a:solidFill>
                  <a:srgbClr val="647781"/>
                </a:solidFill>
                <a:latin typeface="Calibri"/>
                <a:ea typeface="Calibri"/>
                <a:cs typeface="Calibri"/>
              </a:defRPr>
            </a:lvl9pPr>
          </a:lstStyle>
          <a:p xmlns:a="http://schemas.openxmlformats.org/drawingml/2006/main">
            <a:pPr algn="l">
              <a:lnSpc>
                <a:spcPct val="108000"/>
              </a:lnSpc>
              <a:buNone/>
              <a:defRPr sz="1125" b="0" i="0">
                <a:solidFill>
                  <a:srgbClr val="647781"/>
                </a:solidFill>
                <a:latin typeface="Calibri"/>
                <a:ea typeface="Calibri"/>
                <a:cs typeface="Calibri"/>
              </a:defRPr>
            </a:pPr>
            <a:r>
              <a:rPr sz="1163" b="0" i="0">
                <a:solidFill>
                  <a:srgbClr val="526B73"/>
                </a:solidFill>
                <a:latin typeface="Calibri"/>
                <a:ea typeface="Calibri"/>
                <a:cs typeface="Calibri"/>
              </a:rPr>
              <a:t>Expo / React Native screens bring cardiac status and telemetry to mobile.</a:t>
            </a:r>
          </a:p>
        </p:txBody>
      </p:sp>
      <p:sp>
        <p:nvSpPr>
          <p:cNvPr id="4" name="">
            <a:extLst xmlns:a="http://schemas.openxmlformats.org/drawingml/2006/main">
              <a:ext uri="{FF2B5EF4-FFF2-40B4-BE49-F238E27FC236}">
                <a16:creationId xmlns:a16="http://schemas.microsoft.com/office/drawing/2014/main" id="{DD86EC56-755D-4802-A1C3-BAB8E4F62A0F}"/>
              </a:ext>
            </a:extLst>
          </p:cNvPr>
          <p:cNvSpPr>
            <a:spLocks xmlns:a="http://schemas.openxmlformats.org/drawingml/2006/main" noGrp="1"/>
          </p:cNvSpPr>
          <p:nvPr/>
        </p:nvSpPr>
        <p:spPr>
          <a:xfrm xmlns:a="http://schemas.openxmlformats.org/drawingml/2006/main" flipH="0" flipV="0">
            <a:off x="457200" y="5029200"/>
            <a:ext cx="6562725" cy="4763"/>
          </a:xfrm>
          <a:prstGeom xmlns:a="http://schemas.openxmlformats.org/drawingml/2006/main" prst="line">
            <a:avLst/>
          </a:prstGeom>
          <a:noFill xmlns:a="http://schemas.openxmlformats.org/drawingml/2006/main"/>
          <a:ln xmlns:a="http://schemas.openxmlformats.org/drawingml/2006/main" w="9525">
            <a:solidFill>
              <a:srgbClr val="D6E3E2"/>
            </a:solidFill>
            <a:prstDash val="solid"/>
          </a:ln>
        </p:spPr>
      </p:sp>
      <p:sp>
        <p:nvSpPr>
          <p:cNvPr id="5" name="">
            <a:extLst xmlns:a="http://schemas.openxmlformats.org/drawingml/2006/main">
              <a:ext uri="{FF2B5EF4-FFF2-40B4-BE49-F238E27FC236}">
                <a16:creationId xmlns:a16="http://schemas.microsoft.com/office/drawing/2014/main" id="{F2C40A82-9066-4C5F-A30C-6554CF7C62F6}"/>
              </a:ext>
            </a:extLst>
          </p:cNvPr>
          <p:cNvSpPr>
            <a:spLocks xmlns:a="http://schemas.openxmlformats.org/drawingml/2006/main" noGrp="1"/>
          </p:cNvSpPr>
          <p:nvPr/>
        </p:nvSpPr>
        <p:spPr>
          <a:xfrm xmlns:a="http://schemas.openxmlformats.org/drawingml/2006/main">
            <a:off x="457200" y="5105400"/>
            <a:ext cx="2476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13" b="1" i="0">
                <a:solidFill>
                  <a:srgbClr val="486975"/>
                </a:solidFill>
                <a:latin typeface="Calibri"/>
                <a:ea typeface="Calibri"/>
                <a:cs typeface="Calibri"/>
              </a:defRPr>
            </a:defPPr>
            <a:lvl1pPr algn="l">
              <a:buNone/>
              <a:defRPr sz="788" b="1" i="0">
                <a:solidFill>
                  <a:srgbClr val="647781"/>
                </a:solidFill>
                <a:latin typeface="Calibri"/>
                <a:ea typeface="Calibri"/>
                <a:cs typeface="Calibri"/>
              </a:defRPr>
            </a:lvl1pPr>
            <a:lvl2pPr algn="l">
              <a:buNone/>
              <a:defRPr sz="788" b="1" i="0">
                <a:solidFill>
                  <a:srgbClr val="647781"/>
                </a:solidFill>
                <a:latin typeface="Calibri"/>
                <a:ea typeface="Calibri"/>
                <a:cs typeface="Calibri"/>
              </a:defRPr>
            </a:lvl2pPr>
            <a:lvl3pPr algn="l">
              <a:buNone/>
              <a:defRPr sz="788" b="1" i="0">
                <a:solidFill>
                  <a:srgbClr val="647781"/>
                </a:solidFill>
                <a:latin typeface="Calibri"/>
                <a:ea typeface="Calibri"/>
                <a:cs typeface="Calibri"/>
              </a:defRPr>
            </a:lvl3pPr>
            <a:lvl4pPr algn="l">
              <a:buNone/>
              <a:defRPr sz="788" b="1" i="0">
                <a:solidFill>
                  <a:srgbClr val="647781"/>
                </a:solidFill>
                <a:latin typeface="Calibri"/>
                <a:ea typeface="Calibri"/>
                <a:cs typeface="Calibri"/>
              </a:defRPr>
            </a:lvl4pPr>
            <a:lvl5pPr algn="l">
              <a:buNone/>
              <a:defRPr sz="788" b="1" i="0">
                <a:solidFill>
                  <a:srgbClr val="647781"/>
                </a:solidFill>
                <a:latin typeface="Calibri"/>
                <a:ea typeface="Calibri"/>
                <a:cs typeface="Calibri"/>
              </a:defRPr>
            </a:lvl5pPr>
            <a:lvl6pPr algn="l">
              <a:buNone/>
              <a:defRPr sz="788" b="1" i="0">
                <a:solidFill>
                  <a:srgbClr val="647781"/>
                </a:solidFill>
                <a:latin typeface="Calibri"/>
                <a:ea typeface="Calibri"/>
                <a:cs typeface="Calibri"/>
              </a:defRPr>
            </a:lvl6pPr>
            <a:lvl7pPr algn="l">
              <a:buNone/>
              <a:defRPr sz="788" b="1" i="0">
                <a:solidFill>
                  <a:srgbClr val="647781"/>
                </a:solidFill>
                <a:latin typeface="Calibri"/>
                <a:ea typeface="Calibri"/>
                <a:cs typeface="Calibri"/>
              </a:defRPr>
            </a:lvl7pPr>
            <a:lvl8pPr algn="l">
              <a:buNone/>
              <a:defRPr sz="788" b="1" i="0">
                <a:solidFill>
                  <a:srgbClr val="647781"/>
                </a:solidFill>
                <a:latin typeface="Calibri"/>
                <a:ea typeface="Calibri"/>
                <a:cs typeface="Calibri"/>
              </a:defRPr>
            </a:lvl8pPr>
            <a:lvl9pPr algn="l">
              <a:buNone/>
              <a:defRPr sz="788" b="1" i="0">
                <a:solidFill>
                  <a:srgbClr val="647781"/>
                </a:solidFill>
                <a:latin typeface="Calibri"/>
                <a:ea typeface="Calibri"/>
                <a:cs typeface="Calibri"/>
              </a:defRPr>
            </a:lvl9pPr>
          </a:lstStyle>
          <a:p xmlns:a="http://schemas.openxmlformats.org/drawingml/2006/main">
            <a:pPr algn="l">
              <a:lnSpc>
                <a:spcPct val="108000"/>
              </a:lnSpc>
              <a:buNone/>
              <a:defRPr sz="788" b="1" i="0">
                <a:solidFill>
                  <a:srgbClr val="647781"/>
                </a:solidFill>
                <a:latin typeface="Calibri"/>
                <a:ea typeface="Calibri"/>
                <a:cs typeface="Calibri"/>
              </a:defRPr>
            </a:pPr>
            <a:r>
              <a:rPr sz="713" b="1" i="0">
                <a:solidFill>
                  <a:srgbClr val="486975"/>
                </a:solidFill>
                <a:latin typeface="Calibri"/>
                <a:ea typeface="Calibri"/>
                <a:cs typeface="Calibri"/>
              </a:rPr>
              <a:t>SADHYA  ·  CARDIOTWIN</a:t>
            </a:r>
          </a:p>
        </p:txBody>
      </p:sp>
      <p:sp>
        <p:nvSpPr>
          <p:cNvPr id="6" name="">
            <a:extLst xmlns:a="http://schemas.openxmlformats.org/drawingml/2006/main">
              <a:ext uri="{FF2B5EF4-FFF2-40B4-BE49-F238E27FC236}">
                <a16:creationId xmlns:a16="http://schemas.microsoft.com/office/drawing/2014/main" id="{87811B17-5040-48C4-B69A-C74A75EE9C2B}"/>
              </a:ext>
            </a:extLst>
          </p:cNvPr>
          <p:cNvSpPr>
            <a:spLocks xmlns:a="http://schemas.openxmlformats.org/drawingml/2006/main" noGrp="1"/>
          </p:cNvSpPr>
          <p:nvPr/>
        </p:nvSpPr>
        <p:spPr>
          <a:xfrm xmlns:a="http://schemas.openxmlformats.org/drawingml/2006/main">
            <a:off x="6724650" y="5105400"/>
            <a:ext cx="2952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750" b="1" i="0">
                <a:solidFill>
                  <a:srgbClr val="168D89"/>
                </a:solidFill>
                <a:latin typeface="Calibri"/>
                <a:ea typeface="Calibri"/>
                <a:cs typeface="Calibri"/>
              </a:defRPr>
            </a:defPPr>
            <a:lvl1pPr algn="r">
              <a:buNone/>
              <a:defRPr sz="788" b="0" i="0">
                <a:solidFill>
                  <a:srgbClr val="647781"/>
                </a:solidFill>
                <a:latin typeface="Calibri"/>
                <a:ea typeface="Calibri"/>
                <a:cs typeface="Calibri"/>
              </a:defRPr>
            </a:lvl1pPr>
            <a:lvl2pPr algn="r">
              <a:buNone/>
              <a:defRPr sz="788" b="0" i="0">
                <a:solidFill>
                  <a:srgbClr val="647781"/>
                </a:solidFill>
                <a:latin typeface="Calibri"/>
                <a:ea typeface="Calibri"/>
                <a:cs typeface="Calibri"/>
              </a:defRPr>
            </a:lvl2pPr>
            <a:lvl3pPr algn="r">
              <a:buNone/>
              <a:defRPr sz="788" b="0" i="0">
                <a:solidFill>
                  <a:srgbClr val="647781"/>
                </a:solidFill>
                <a:latin typeface="Calibri"/>
                <a:ea typeface="Calibri"/>
                <a:cs typeface="Calibri"/>
              </a:defRPr>
            </a:lvl3pPr>
            <a:lvl4pPr algn="r">
              <a:buNone/>
              <a:defRPr sz="788" b="0" i="0">
                <a:solidFill>
                  <a:srgbClr val="647781"/>
                </a:solidFill>
                <a:latin typeface="Calibri"/>
                <a:ea typeface="Calibri"/>
                <a:cs typeface="Calibri"/>
              </a:defRPr>
            </a:lvl4pPr>
            <a:lvl5pPr algn="r">
              <a:buNone/>
              <a:defRPr sz="788" b="0" i="0">
                <a:solidFill>
                  <a:srgbClr val="647781"/>
                </a:solidFill>
                <a:latin typeface="Calibri"/>
                <a:ea typeface="Calibri"/>
                <a:cs typeface="Calibri"/>
              </a:defRPr>
            </a:lvl5pPr>
            <a:lvl6pPr algn="r">
              <a:buNone/>
              <a:defRPr sz="788" b="0" i="0">
                <a:solidFill>
                  <a:srgbClr val="647781"/>
                </a:solidFill>
                <a:latin typeface="Calibri"/>
                <a:ea typeface="Calibri"/>
                <a:cs typeface="Calibri"/>
              </a:defRPr>
            </a:lvl6pPr>
            <a:lvl7pPr algn="r">
              <a:buNone/>
              <a:defRPr sz="788" b="0" i="0">
                <a:solidFill>
                  <a:srgbClr val="647781"/>
                </a:solidFill>
                <a:latin typeface="Calibri"/>
                <a:ea typeface="Calibri"/>
                <a:cs typeface="Calibri"/>
              </a:defRPr>
            </a:lvl7pPr>
            <a:lvl8pPr algn="r">
              <a:buNone/>
              <a:defRPr sz="788" b="0" i="0">
                <a:solidFill>
                  <a:srgbClr val="647781"/>
                </a:solidFill>
                <a:latin typeface="Calibri"/>
                <a:ea typeface="Calibri"/>
                <a:cs typeface="Calibri"/>
              </a:defRPr>
            </a:lvl8pPr>
            <a:lvl9pPr algn="r">
              <a:buNone/>
              <a:defRPr sz="788" b="0" i="0">
                <a:solidFill>
                  <a:srgbClr val="647781"/>
                </a:solidFill>
                <a:latin typeface="Calibri"/>
                <a:ea typeface="Calibri"/>
                <a:cs typeface="Calibri"/>
              </a:defRPr>
            </a:lvl9pPr>
          </a:lstStyle>
          <a:p xmlns:a="http://schemas.openxmlformats.org/drawingml/2006/main">
            <a:pPr algn="r">
              <a:lnSpc>
                <a:spcPct val="108000"/>
              </a:lnSpc>
              <a:buNone/>
              <a:defRPr sz="788" b="0" i="0">
                <a:solidFill>
                  <a:srgbClr val="647781"/>
                </a:solidFill>
                <a:latin typeface="Calibri"/>
                <a:ea typeface="Calibri"/>
                <a:cs typeface="Calibri"/>
              </a:defRPr>
            </a:pPr>
            <a:r>
              <a:rPr sz="750" b="1" i="0">
                <a:solidFill>
                  <a:srgbClr val="168D89"/>
                </a:solidFill>
                <a:latin typeface="Calibri"/>
                <a:ea typeface="Calibri"/>
                <a:cs typeface="Calibri"/>
              </a:rPr>
              <a:t>11</a:t>
            </a:r>
          </a:p>
        </p:txBody>
      </p:sp>
      <p:sp>
        <p:nvSpPr>
          <p:cNvPr id="7" name="">
            <a:extLst xmlns:a="http://schemas.openxmlformats.org/drawingml/2006/main">
              <a:ext uri="{FF2B5EF4-FFF2-40B4-BE49-F238E27FC236}">
                <a16:creationId xmlns:a16="http://schemas.microsoft.com/office/drawing/2014/main" id="{4706FF7B-43C5-44D4-8DAF-7C47BEB469C2}"/>
              </a:ext>
            </a:extLst>
          </p:cNvPr>
          <p:cNvSpPr>
            <a:spLocks xmlns:a="http://schemas.openxmlformats.org/drawingml/2006/main" noGrp="1"/>
          </p:cNvSpPr>
          <p:nvPr/>
        </p:nvSpPr>
        <p:spPr>
          <a:xfrm xmlns:a="http://schemas.openxmlformats.org/drawingml/2006/main">
            <a:off x="552450" y="1619250"/>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165"/>
          </a:bodyPr>
          <a:lstStyle xmlns:a="http://schemas.openxmlformats.org/drawingml/2006/main">
            <a:defPPr algn="l">
              <a:defRPr sz="2025" b="1" i="0">
                <a:solidFill>
                  <a:srgbClr val="123F50"/>
                </a:solidFill>
                <a:latin typeface="Calibri Light"/>
                <a:ea typeface="Calibri Light"/>
                <a:cs typeface="Calibri Light"/>
              </a:defRPr>
            </a:defPPr>
            <a:lvl1pPr algn="l">
              <a:buNone/>
              <a:defRPr sz="1875" b="1" i="0">
                <a:solidFill>
                  <a:srgbClr val="123F50"/>
                </a:solidFill>
                <a:latin typeface="Calibri Light"/>
                <a:ea typeface="Calibri Light"/>
                <a:cs typeface="Calibri Light"/>
              </a:defRPr>
            </a:lvl1pPr>
            <a:lvl2pPr algn="l">
              <a:buNone/>
              <a:defRPr sz="1875" b="1" i="0">
                <a:solidFill>
                  <a:srgbClr val="123F50"/>
                </a:solidFill>
                <a:latin typeface="Calibri Light"/>
                <a:ea typeface="Calibri Light"/>
                <a:cs typeface="Calibri Light"/>
              </a:defRPr>
            </a:lvl2pPr>
            <a:lvl3pPr algn="l">
              <a:buNone/>
              <a:defRPr sz="1875" b="1" i="0">
                <a:solidFill>
                  <a:srgbClr val="123F50"/>
                </a:solidFill>
                <a:latin typeface="Calibri Light"/>
                <a:ea typeface="Calibri Light"/>
                <a:cs typeface="Calibri Light"/>
              </a:defRPr>
            </a:lvl3pPr>
            <a:lvl4pPr algn="l">
              <a:buNone/>
              <a:defRPr sz="1875" b="1" i="0">
                <a:solidFill>
                  <a:srgbClr val="123F50"/>
                </a:solidFill>
                <a:latin typeface="Calibri Light"/>
                <a:ea typeface="Calibri Light"/>
                <a:cs typeface="Calibri Light"/>
              </a:defRPr>
            </a:lvl4pPr>
            <a:lvl5pPr algn="l">
              <a:buNone/>
              <a:defRPr sz="1875" b="1" i="0">
                <a:solidFill>
                  <a:srgbClr val="123F50"/>
                </a:solidFill>
                <a:latin typeface="Calibri Light"/>
                <a:ea typeface="Calibri Light"/>
                <a:cs typeface="Calibri Light"/>
              </a:defRPr>
            </a:lvl5pPr>
            <a:lvl6pPr algn="l">
              <a:buNone/>
              <a:defRPr sz="1875" b="1" i="0">
                <a:solidFill>
                  <a:srgbClr val="123F50"/>
                </a:solidFill>
                <a:latin typeface="Calibri Light"/>
                <a:ea typeface="Calibri Light"/>
                <a:cs typeface="Calibri Light"/>
              </a:defRPr>
            </a:lvl6pPr>
            <a:lvl7pPr algn="l">
              <a:buNone/>
              <a:defRPr sz="1875" b="1" i="0">
                <a:solidFill>
                  <a:srgbClr val="123F50"/>
                </a:solidFill>
                <a:latin typeface="Calibri Light"/>
                <a:ea typeface="Calibri Light"/>
                <a:cs typeface="Calibri Light"/>
              </a:defRPr>
            </a:lvl7pPr>
            <a:lvl8pPr algn="l">
              <a:buNone/>
              <a:defRPr sz="1875" b="1" i="0">
                <a:solidFill>
                  <a:srgbClr val="123F50"/>
                </a:solidFill>
                <a:latin typeface="Calibri Light"/>
                <a:ea typeface="Calibri Light"/>
                <a:cs typeface="Calibri Light"/>
              </a:defRPr>
            </a:lvl8pPr>
            <a:lvl9pPr algn="l">
              <a:buNone/>
              <a:defRPr sz="1875" b="1" i="0">
                <a:solidFill>
                  <a:srgbClr val="123F50"/>
                </a:solidFill>
                <a:latin typeface="Calibri Light"/>
                <a:ea typeface="Calibri Light"/>
                <a:cs typeface="Calibri Light"/>
              </a:defRPr>
            </a:lvl9pPr>
          </a:lstStyle>
          <a:p xmlns:a="http://schemas.openxmlformats.org/drawingml/2006/main">
            <a:pPr algn="l">
              <a:lnSpc>
                <a:spcPct val="108000"/>
              </a:lnSpc>
              <a:buNone/>
              <a:defRPr sz="1875" b="1" i="0">
                <a:solidFill>
                  <a:srgbClr val="123F50"/>
                </a:solidFill>
                <a:latin typeface="Calibri Light"/>
                <a:ea typeface="Calibri Light"/>
                <a:cs typeface="Calibri Light"/>
              </a:defRPr>
            </a:pPr>
            <a:r>
              <a:rPr sz="2025" b="1" i="0">
                <a:solidFill>
                  <a:srgbClr val="123F50"/>
                </a:solidFill>
                <a:latin typeface="Calibri Light"/>
                <a:ea typeface="Calibri Light"/>
                <a:cs typeface="Calibri Light"/>
              </a:rPr>
              <a:t>Four-tab Expo app</a:t>
            </a:r>
          </a:p>
        </p:txBody>
      </p:sp>
      <p:sp>
        <p:nvSpPr>
          <p:cNvPr id="8" name="">
            <a:extLst xmlns:a="http://schemas.openxmlformats.org/drawingml/2006/main">
              <a:ext uri="{FF2B5EF4-FFF2-40B4-BE49-F238E27FC236}">
                <a16:creationId xmlns:a16="http://schemas.microsoft.com/office/drawing/2014/main" id="{7A43B820-4B70-4D0C-BC56-7B8DB6ED5D36}"/>
              </a:ext>
            </a:extLst>
          </p:cNvPr>
          <p:cNvSpPr>
            <a:spLocks xmlns:a="http://schemas.openxmlformats.org/drawingml/2006/main" noGrp="1"/>
          </p:cNvSpPr>
          <p:nvPr/>
        </p:nvSpPr>
        <p:spPr>
          <a:xfrm xmlns:a="http://schemas.openxmlformats.org/drawingml/2006/main">
            <a:off x="552450" y="204787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168F89"/>
                </a:solidFill>
                <a:latin typeface="Calibri"/>
                <a:ea typeface="Calibri"/>
                <a:cs typeface="Calibri"/>
              </a:defRPr>
            </a:defPPr>
            <a:lvl1pPr algn="l">
              <a:buNone/>
              <a:defRPr sz="1275" b="1" i="0">
                <a:solidFill>
                  <a:srgbClr val="0D6F73"/>
                </a:solidFill>
                <a:latin typeface="Calibri"/>
                <a:ea typeface="Calibri"/>
                <a:cs typeface="Calibri"/>
              </a:defRPr>
            </a:lvl1pPr>
            <a:lvl2pPr algn="l">
              <a:buNone/>
              <a:defRPr sz="1275" b="1" i="0">
                <a:solidFill>
                  <a:srgbClr val="0D6F73"/>
                </a:solidFill>
                <a:latin typeface="Calibri"/>
                <a:ea typeface="Calibri"/>
                <a:cs typeface="Calibri"/>
              </a:defRPr>
            </a:lvl2pPr>
            <a:lvl3pPr algn="l">
              <a:buNone/>
              <a:defRPr sz="1275" b="1" i="0">
                <a:solidFill>
                  <a:srgbClr val="0D6F73"/>
                </a:solidFill>
                <a:latin typeface="Calibri"/>
                <a:ea typeface="Calibri"/>
                <a:cs typeface="Calibri"/>
              </a:defRPr>
            </a:lvl3pPr>
            <a:lvl4pPr algn="l">
              <a:buNone/>
              <a:defRPr sz="1275" b="1" i="0">
                <a:solidFill>
                  <a:srgbClr val="0D6F73"/>
                </a:solidFill>
                <a:latin typeface="Calibri"/>
                <a:ea typeface="Calibri"/>
                <a:cs typeface="Calibri"/>
              </a:defRPr>
            </a:lvl4pPr>
            <a:lvl5pPr algn="l">
              <a:buNone/>
              <a:defRPr sz="1275" b="1" i="0">
                <a:solidFill>
                  <a:srgbClr val="0D6F73"/>
                </a:solidFill>
                <a:latin typeface="Calibri"/>
                <a:ea typeface="Calibri"/>
                <a:cs typeface="Calibri"/>
              </a:defRPr>
            </a:lvl5pPr>
            <a:lvl6pPr algn="l">
              <a:buNone/>
              <a:defRPr sz="1275" b="1" i="0">
                <a:solidFill>
                  <a:srgbClr val="0D6F73"/>
                </a:solidFill>
                <a:latin typeface="Calibri"/>
                <a:ea typeface="Calibri"/>
                <a:cs typeface="Calibri"/>
              </a:defRPr>
            </a:lvl6pPr>
            <a:lvl7pPr algn="l">
              <a:buNone/>
              <a:defRPr sz="1275" b="1" i="0">
                <a:solidFill>
                  <a:srgbClr val="0D6F73"/>
                </a:solidFill>
                <a:latin typeface="Calibri"/>
                <a:ea typeface="Calibri"/>
                <a:cs typeface="Calibri"/>
              </a:defRPr>
            </a:lvl7pPr>
            <a:lvl8pPr algn="l">
              <a:buNone/>
              <a:defRPr sz="1275" b="1" i="0">
                <a:solidFill>
                  <a:srgbClr val="0D6F73"/>
                </a:solidFill>
                <a:latin typeface="Calibri"/>
                <a:ea typeface="Calibri"/>
                <a:cs typeface="Calibri"/>
              </a:defRPr>
            </a:lvl8pPr>
            <a:lvl9pPr algn="l">
              <a:buNone/>
              <a:defRPr sz="1275" b="1" i="0">
                <a:solidFill>
                  <a:srgbClr val="0D6F73"/>
                </a:solidFill>
                <a:latin typeface="Calibri"/>
                <a:ea typeface="Calibri"/>
                <a:cs typeface="Calibri"/>
              </a:defRPr>
            </a:lvl9pPr>
          </a:lstStyle>
          <a:p xmlns:a="http://schemas.openxmlformats.org/drawingml/2006/main">
            <a:pPr algn="l">
              <a:lnSpc>
                <a:spcPct val="108000"/>
              </a:lnSpc>
              <a:buNone/>
              <a:defRPr sz="1275" b="1" i="0">
                <a:solidFill>
                  <a:srgbClr val="0D6F73"/>
                </a:solidFill>
                <a:latin typeface="Calibri"/>
                <a:ea typeface="Calibri"/>
                <a:cs typeface="Calibri"/>
              </a:defRPr>
            </a:pPr>
            <a:r>
              <a:rPr sz="1350" b="1" i="0">
                <a:solidFill>
                  <a:srgbClr val="168F89"/>
                </a:solidFill>
                <a:latin typeface="Calibri"/>
                <a:ea typeface="Calibri"/>
                <a:cs typeface="Calibri"/>
              </a:rPr>
              <a:t>Home  ·  Cardiac  ·  Alerts  ·  Profile</a:t>
            </a:r>
          </a:p>
        </p:txBody>
      </p:sp>
      <p:sp>
        <p:nvSpPr>
          <p:cNvPr id="9" name="">
            <a:extLst xmlns:a="http://schemas.openxmlformats.org/drawingml/2006/main">
              <a:ext uri="{FF2B5EF4-FFF2-40B4-BE49-F238E27FC236}">
                <a16:creationId xmlns:a16="http://schemas.microsoft.com/office/drawing/2014/main" id="{7108FAE1-1E78-4904-BFF9-5B9480FBF4C9}"/>
              </a:ext>
            </a:extLst>
          </p:cNvPr>
          <p:cNvSpPr>
            <a:spLocks xmlns:a="http://schemas.openxmlformats.org/drawingml/2006/main" noGrp="1"/>
          </p:cNvSpPr>
          <p:nvPr/>
        </p:nvSpPr>
        <p:spPr>
          <a:xfrm xmlns:a="http://schemas.openxmlformats.org/drawingml/2006/main">
            <a:off x="552450" y="2533650"/>
            <a:ext cx="260985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160"/>
          </a:bodyPr>
          <a:lstStyle xmlns:a="http://schemas.openxmlformats.org/drawingml/2006/main">
            <a:defPPr algn="l">
              <a:defRPr sz="1313" b="0" i="0">
                <a:solidFill>
                  <a:srgbClr val="34515B"/>
                </a:solidFill>
                <a:latin typeface="Calibri"/>
                <a:ea typeface="Calibri"/>
                <a:cs typeface="Calibri"/>
              </a:defRPr>
            </a:defPPr>
            <a:lvl1pPr algn="l">
              <a:buNone/>
              <a:defRPr sz="1313" b="0" i="0">
                <a:solidFill>
                  <a:srgbClr val="263C45"/>
                </a:solidFill>
                <a:latin typeface="Calibri"/>
                <a:ea typeface="Calibri"/>
                <a:cs typeface="Calibri"/>
              </a:defRPr>
            </a:lvl1pPr>
            <a:lvl2pPr algn="l">
              <a:buNone/>
              <a:defRPr sz="1313" b="0" i="0">
                <a:solidFill>
                  <a:srgbClr val="263C45"/>
                </a:solidFill>
                <a:latin typeface="Calibri"/>
                <a:ea typeface="Calibri"/>
                <a:cs typeface="Calibri"/>
              </a:defRPr>
            </a:lvl2pPr>
            <a:lvl3pPr algn="l">
              <a:buNone/>
              <a:defRPr sz="1313" b="0" i="0">
                <a:solidFill>
                  <a:srgbClr val="263C45"/>
                </a:solidFill>
                <a:latin typeface="Calibri"/>
                <a:ea typeface="Calibri"/>
                <a:cs typeface="Calibri"/>
              </a:defRPr>
            </a:lvl3pPr>
            <a:lvl4pPr algn="l">
              <a:buNone/>
              <a:defRPr sz="1313" b="0" i="0">
                <a:solidFill>
                  <a:srgbClr val="263C45"/>
                </a:solidFill>
                <a:latin typeface="Calibri"/>
                <a:ea typeface="Calibri"/>
                <a:cs typeface="Calibri"/>
              </a:defRPr>
            </a:lvl4pPr>
            <a:lvl5pPr algn="l">
              <a:buNone/>
              <a:defRPr sz="1313" b="0" i="0">
                <a:solidFill>
                  <a:srgbClr val="263C45"/>
                </a:solidFill>
                <a:latin typeface="Calibri"/>
                <a:ea typeface="Calibri"/>
                <a:cs typeface="Calibri"/>
              </a:defRPr>
            </a:lvl5pPr>
            <a:lvl6pPr algn="l">
              <a:buNone/>
              <a:defRPr sz="1313" b="0" i="0">
                <a:solidFill>
                  <a:srgbClr val="263C45"/>
                </a:solidFill>
                <a:latin typeface="Calibri"/>
                <a:ea typeface="Calibri"/>
                <a:cs typeface="Calibri"/>
              </a:defRPr>
            </a:lvl6pPr>
            <a:lvl7pPr algn="l">
              <a:buNone/>
              <a:defRPr sz="1313" b="0" i="0">
                <a:solidFill>
                  <a:srgbClr val="263C45"/>
                </a:solidFill>
                <a:latin typeface="Calibri"/>
                <a:ea typeface="Calibri"/>
                <a:cs typeface="Calibri"/>
              </a:defRPr>
            </a:lvl7pPr>
            <a:lvl8pPr algn="l">
              <a:buNone/>
              <a:defRPr sz="1313" b="0" i="0">
                <a:solidFill>
                  <a:srgbClr val="263C45"/>
                </a:solidFill>
                <a:latin typeface="Calibri"/>
                <a:ea typeface="Calibri"/>
                <a:cs typeface="Calibri"/>
              </a:defRPr>
            </a:lvl8pPr>
            <a:lvl9pPr algn="l">
              <a:buNone/>
              <a:defRPr sz="1313" b="0" i="0">
                <a:solidFill>
                  <a:srgbClr val="263C45"/>
                </a:solidFill>
                <a:latin typeface="Calibri"/>
                <a:ea typeface="Calibri"/>
                <a:cs typeface="Calibri"/>
              </a:defRPr>
            </a:lvl9pPr>
          </a:lstStyle>
          <a:p xmlns:a="http://schemas.openxmlformats.org/drawingml/2006/main">
            <a:pPr algn="l">
              <a:lnSpc>
                <a:spcPct val="118000"/>
              </a:lnSpc>
              <a:buNone/>
              <a:defRPr sz="1313" b="0" i="0">
                <a:solidFill>
                  <a:srgbClr val="263C45"/>
                </a:solidFill>
                <a:latin typeface="Calibri"/>
                <a:ea typeface="Calibri"/>
                <a:cs typeface="Calibri"/>
              </a:defRPr>
            </a:pPr>
            <a:r>
              <a:rPr sz="1313" b="0" i="0">
                <a:solidFill>
                  <a:srgbClr val="34515B"/>
                </a:solidFill>
                <a:latin typeface="Calibri"/>
                <a:ea typeface="Calibri"/>
                <a:cs typeface="Calibri"/>
              </a:rPr>
              <a:t>The Home screen shows the current synthetic patient status, selected vital readings, and a rule-based risk summary. Cardiac view lists recent telemetry; alerts and profile live in their own tabs.</a:t>
            </a:r>
          </a:p>
        </p:txBody>
      </p:sp>
      <p:sp>
        <p:nvSpPr>
          <p:cNvPr id="10" name="">
            <a:extLst xmlns:a="http://schemas.openxmlformats.org/drawingml/2006/main">
              <a:ext uri="{FF2B5EF4-FFF2-40B4-BE49-F238E27FC236}">
                <a16:creationId xmlns:a16="http://schemas.microsoft.com/office/drawing/2014/main" id="{4500CFE8-0113-4C9B-B457-44EFAAC438B8}"/>
              </a:ext>
            </a:extLst>
          </p:cNvPr>
          <p:cNvSpPr>
            <a:spLocks xmlns:a="http://schemas.openxmlformats.org/drawingml/2006/main" noGrp="1"/>
          </p:cNvSpPr>
          <p:nvPr/>
        </p:nvSpPr>
        <p:spPr>
          <a:xfrm xmlns:a="http://schemas.openxmlformats.org/drawingml/2006/main">
            <a:off x="3943350" y="1371600"/>
            <a:ext cx="2047875" cy="3429000"/>
          </a:xfrm>
          <a:prstGeom xmlns:a="http://schemas.openxmlformats.org/drawingml/2006/main" prst="roundRect">
            <a:avLst>
              <a:gd name="adj" fmla="val 7442"/>
            </a:avLst>
          </a:prstGeom>
          <a:solidFill xmlns:a="http://schemas.openxmlformats.org/drawingml/2006/main">
            <a:srgbClr val="FFFFFF"/>
          </a:solidFill>
          <a:ln xmlns:a="http://schemas.openxmlformats.org/drawingml/2006/main" w="19050">
            <a:solidFill>
              <a:srgbClr val="9BB7BE"/>
            </a:solidFill>
            <a:prstDash val="solid"/>
          </a:ln>
        </p:spPr>
      </p:sp>
      <p:sp>
        <p:nvSpPr>
          <p:cNvPr id="11" name="">
            <a:extLst xmlns:a="http://schemas.openxmlformats.org/drawingml/2006/main">
              <a:ext uri="{FF2B5EF4-FFF2-40B4-BE49-F238E27FC236}">
                <a16:creationId xmlns:a16="http://schemas.microsoft.com/office/drawing/2014/main" id="{9B58FEB2-9339-4F84-98A6-436D14B9F212}"/>
              </a:ext>
            </a:extLst>
          </p:cNvPr>
          <p:cNvSpPr>
            <a:spLocks xmlns:a="http://schemas.openxmlformats.org/drawingml/2006/main" noGrp="1"/>
          </p:cNvSpPr>
          <p:nvPr/>
        </p:nvSpPr>
        <p:spPr>
          <a:xfrm xmlns:a="http://schemas.openxmlformats.org/drawingml/2006/main">
            <a:off x="4705350" y="1466850"/>
            <a:ext cx="542925" cy="57150"/>
          </a:xfrm>
          <a:prstGeom xmlns:a="http://schemas.openxmlformats.org/drawingml/2006/main" prst="roundRect">
            <a:avLst>
              <a:gd name="adj" fmla="val 50000"/>
            </a:avLst>
          </a:prstGeom>
          <a:solidFill xmlns:a="http://schemas.openxmlformats.org/drawingml/2006/main">
            <a:srgbClr val="A9B9BE"/>
          </a:solidFill>
          <a:ln xmlns:a="http://schemas.openxmlformats.org/drawingml/2006/main" w="11430">
            <a:solidFill>
              <a:srgbClr val="A9B9BE"/>
            </a:solidFill>
            <a:prstDash val="solid"/>
          </a:ln>
        </p:spPr>
      </p:sp>
      <p:sp>
        <p:nvSpPr>
          <p:cNvPr id="12" name="">
            <a:extLst xmlns:a="http://schemas.openxmlformats.org/drawingml/2006/main">
              <a:ext uri="{FF2B5EF4-FFF2-40B4-BE49-F238E27FC236}">
                <a16:creationId xmlns:a16="http://schemas.microsoft.com/office/drawing/2014/main" id="{E1162157-7A60-4E76-BBCB-9A2AD647357E}"/>
              </a:ext>
            </a:extLst>
          </p:cNvPr>
          <p:cNvSpPr>
            <a:spLocks xmlns:a="http://schemas.openxmlformats.org/drawingml/2006/main" noGrp="1"/>
          </p:cNvSpPr>
          <p:nvPr/>
        </p:nvSpPr>
        <p:spPr>
          <a:xfrm xmlns:a="http://schemas.openxmlformats.org/drawingml/2006/main">
            <a:off x="4105275" y="16764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13" b="1" i="0">
                <a:solidFill>
                  <a:srgbClr val="428DB2"/>
                </a:solidFill>
                <a:latin typeface="Calibri"/>
                <a:ea typeface="Calibri"/>
                <a:cs typeface="Calibri"/>
              </a:defRPr>
            </a:defPPr>
            <a:lvl1pPr algn="l">
              <a:buNone/>
              <a:defRPr sz="713" b="1" i="0">
                <a:solidFill>
                  <a:srgbClr val="428DB2"/>
                </a:solidFill>
                <a:latin typeface="Calibri"/>
                <a:ea typeface="Calibri"/>
                <a:cs typeface="Calibri"/>
              </a:defRPr>
            </a:lvl1pPr>
            <a:lvl2pPr algn="l">
              <a:buNone/>
              <a:defRPr sz="713" b="1" i="0">
                <a:solidFill>
                  <a:srgbClr val="428DB2"/>
                </a:solidFill>
                <a:latin typeface="Calibri"/>
                <a:ea typeface="Calibri"/>
                <a:cs typeface="Calibri"/>
              </a:defRPr>
            </a:lvl2pPr>
            <a:lvl3pPr algn="l">
              <a:buNone/>
              <a:defRPr sz="713" b="1" i="0">
                <a:solidFill>
                  <a:srgbClr val="428DB2"/>
                </a:solidFill>
                <a:latin typeface="Calibri"/>
                <a:ea typeface="Calibri"/>
                <a:cs typeface="Calibri"/>
              </a:defRPr>
            </a:lvl3pPr>
            <a:lvl4pPr algn="l">
              <a:buNone/>
              <a:defRPr sz="713" b="1" i="0">
                <a:solidFill>
                  <a:srgbClr val="428DB2"/>
                </a:solidFill>
                <a:latin typeface="Calibri"/>
                <a:ea typeface="Calibri"/>
                <a:cs typeface="Calibri"/>
              </a:defRPr>
            </a:lvl4pPr>
            <a:lvl5pPr algn="l">
              <a:buNone/>
              <a:defRPr sz="713" b="1" i="0">
                <a:solidFill>
                  <a:srgbClr val="428DB2"/>
                </a:solidFill>
                <a:latin typeface="Calibri"/>
                <a:ea typeface="Calibri"/>
                <a:cs typeface="Calibri"/>
              </a:defRPr>
            </a:lvl5pPr>
            <a:lvl6pPr algn="l">
              <a:buNone/>
              <a:defRPr sz="713" b="1" i="0">
                <a:solidFill>
                  <a:srgbClr val="428DB2"/>
                </a:solidFill>
                <a:latin typeface="Calibri"/>
                <a:ea typeface="Calibri"/>
                <a:cs typeface="Calibri"/>
              </a:defRPr>
            </a:lvl6pPr>
            <a:lvl7pPr algn="l">
              <a:buNone/>
              <a:defRPr sz="713" b="1" i="0">
                <a:solidFill>
                  <a:srgbClr val="428DB2"/>
                </a:solidFill>
                <a:latin typeface="Calibri"/>
                <a:ea typeface="Calibri"/>
                <a:cs typeface="Calibri"/>
              </a:defRPr>
            </a:lvl7pPr>
            <a:lvl8pPr algn="l">
              <a:buNone/>
              <a:defRPr sz="713" b="1" i="0">
                <a:solidFill>
                  <a:srgbClr val="428DB2"/>
                </a:solidFill>
                <a:latin typeface="Calibri"/>
                <a:ea typeface="Calibri"/>
                <a:cs typeface="Calibri"/>
              </a:defRPr>
            </a:lvl8pPr>
            <a:lvl9pPr algn="l">
              <a:buNone/>
              <a:defRPr sz="713" b="1" i="0">
                <a:solidFill>
                  <a:srgbClr val="428DB2"/>
                </a:solidFill>
                <a:latin typeface="Calibri"/>
                <a:ea typeface="Calibri"/>
                <a:cs typeface="Calibri"/>
              </a:defRPr>
            </a:lvl9pPr>
          </a:lstStyle>
          <a:p xmlns:a="http://schemas.openxmlformats.org/drawingml/2006/main">
            <a:pPr algn="l">
              <a:lnSpc>
                <a:spcPct val="108000"/>
              </a:lnSpc>
              <a:buNone/>
              <a:defRPr sz="713" b="1" i="0">
                <a:solidFill>
                  <a:srgbClr val="428DB2"/>
                </a:solidFill>
                <a:latin typeface="Calibri"/>
                <a:ea typeface="Calibri"/>
                <a:cs typeface="Calibri"/>
              </a:defRPr>
            </a:pPr>
            <a:r>
              <a:rPr sz="713" b="1" i="0">
                <a:solidFill>
                  <a:srgbClr val="428DB2"/>
                </a:solidFill>
                <a:latin typeface="Calibri"/>
                <a:ea typeface="Calibri"/>
                <a:cs typeface="Calibri"/>
              </a:rPr>
              <a:t>CARDIOTWIN PATIENT VIEW</a:t>
            </a:r>
          </a:p>
        </p:txBody>
      </p:sp>
      <p:sp>
        <p:nvSpPr>
          <p:cNvPr id="13" name="">
            <a:extLst xmlns:a="http://schemas.openxmlformats.org/drawingml/2006/main">
              <a:ext uri="{FF2B5EF4-FFF2-40B4-BE49-F238E27FC236}">
                <a16:creationId xmlns:a16="http://schemas.microsoft.com/office/drawing/2014/main" id="{0E68BC71-BD93-4D14-9259-CF76A8875ED3}"/>
              </a:ext>
            </a:extLst>
          </p:cNvPr>
          <p:cNvSpPr>
            <a:spLocks xmlns:a="http://schemas.openxmlformats.org/drawingml/2006/main" noGrp="1"/>
          </p:cNvSpPr>
          <p:nvPr/>
        </p:nvSpPr>
        <p:spPr>
          <a:xfrm xmlns:a="http://schemas.openxmlformats.org/drawingml/2006/main">
            <a:off x="4105275" y="1876425"/>
            <a:ext cx="1666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6451"/>
          </a:bodyPr>
          <a:lstStyle xmlns:a="http://schemas.openxmlformats.org/drawingml/2006/main">
            <a:defPPr algn="l">
              <a:defRPr sz="1500" b="1" i="0">
                <a:solidFill>
                  <a:srgbClr val="102A36"/>
                </a:solidFill>
                <a:latin typeface="Calibri Light"/>
                <a:ea typeface="Calibri Light"/>
                <a:cs typeface="Calibri Light"/>
              </a:defRPr>
            </a:defPPr>
            <a:lvl1pPr algn="l">
              <a:buNone/>
              <a:defRPr sz="1500" b="1" i="0">
                <a:solidFill>
                  <a:srgbClr val="102A36"/>
                </a:solidFill>
                <a:latin typeface="Calibri Light"/>
                <a:ea typeface="Calibri Light"/>
                <a:cs typeface="Calibri Light"/>
              </a:defRPr>
            </a:lvl1pPr>
            <a:lvl2pPr algn="l">
              <a:buNone/>
              <a:defRPr sz="1500" b="1" i="0">
                <a:solidFill>
                  <a:srgbClr val="102A36"/>
                </a:solidFill>
                <a:latin typeface="Calibri Light"/>
                <a:ea typeface="Calibri Light"/>
                <a:cs typeface="Calibri Light"/>
              </a:defRPr>
            </a:lvl2pPr>
            <a:lvl3pPr algn="l">
              <a:buNone/>
              <a:defRPr sz="1500" b="1" i="0">
                <a:solidFill>
                  <a:srgbClr val="102A36"/>
                </a:solidFill>
                <a:latin typeface="Calibri Light"/>
                <a:ea typeface="Calibri Light"/>
                <a:cs typeface="Calibri Light"/>
              </a:defRPr>
            </a:lvl3pPr>
            <a:lvl4pPr algn="l">
              <a:buNone/>
              <a:defRPr sz="1500" b="1" i="0">
                <a:solidFill>
                  <a:srgbClr val="102A36"/>
                </a:solidFill>
                <a:latin typeface="Calibri Light"/>
                <a:ea typeface="Calibri Light"/>
                <a:cs typeface="Calibri Light"/>
              </a:defRPr>
            </a:lvl4pPr>
            <a:lvl5pPr algn="l">
              <a:buNone/>
              <a:defRPr sz="1500" b="1" i="0">
                <a:solidFill>
                  <a:srgbClr val="102A36"/>
                </a:solidFill>
                <a:latin typeface="Calibri Light"/>
                <a:ea typeface="Calibri Light"/>
                <a:cs typeface="Calibri Light"/>
              </a:defRPr>
            </a:lvl5pPr>
            <a:lvl6pPr algn="l">
              <a:buNone/>
              <a:defRPr sz="1500" b="1" i="0">
                <a:solidFill>
                  <a:srgbClr val="102A36"/>
                </a:solidFill>
                <a:latin typeface="Calibri Light"/>
                <a:ea typeface="Calibri Light"/>
                <a:cs typeface="Calibri Light"/>
              </a:defRPr>
            </a:lvl6pPr>
            <a:lvl7pPr algn="l">
              <a:buNone/>
              <a:defRPr sz="1500" b="1" i="0">
                <a:solidFill>
                  <a:srgbClr val="102A36"/>
                </a:solidFill>
                <a:latin typeface="Calibri Light"/>
                <a:ea typeface="Calibri Light"/>
                <a:cs typeface="Calibri Light"/>
              </a:defRPr>
            </a:lvl7pPr>
            <a:lvl8pPr algn="l">
              <a:buNone/>
              <a:defRPr sz="1500" b="1" i="0">
                <a:solidFill>
                  <a:srgbClr val="102A36"/>
                </a:solidFill>
                <a:latin typeface="Calibri Light"/>
                <a:ea typeface="Calibri Light"/>
                <a:cs typeface="Calibri Light"/>
              </a:defRPr>
            </a:lvl8pPr>
            <a:lvl9pPr algn="l">
              <a:buNone/>
              <a:defRPr sz="1500" b="1" i="0">
                <a:solidFill>
                  <a:srgbClr val="102A36"/>
                </a:solidFill>
                <a:latin typeface="Calibri Light"/>
                <a:ea typeface="Calibri Light"/>
                <a:cs typeface="Calibri Light"/>
              </a:defRPr>
            </a:lvl9pPr>
          </a:lstStyle>
          <a:p xmlns:a="http://schemas.openxmlformats.org/drawingml/2006/main">
            <a:pPr algn="l">
              <a:lnSpc>
                <a:spcPct val="108000"/>
              </a:lnSpc>
              <a:buNone/>
              <a:defRPr sz="1500" b="1" i="0">
                <a:solidFill>
                  <a:srgbClr val="102A36"/>
                </a:solidFill>
                <a:latin typeface="Calibri Light"/>
                <a:ea typeface="Calibri Light"/>
                <a:cs typeface="Calibri Light"/>
              </a:defRPr>
            </a:pPr>
            <a:r>
              <a:rPr sz="1500" b="1" i="0">
                <a:solidFill>
                  <a:srgbClr val="102A36"/>
                </a:solidFill>
                <a:latin typeface="Calibri Light"/>
                <a:ea typeface="Calibri Light"/>
                <a:cs typeface="Calibri Light"/>
              </a:rPr>
              <a:t>Synthetic patient</a:t>
            </a:r>
          </a:p>
        </p:txBody>
      </p:sp>
      <p:sp>
        <p:nvSpPr>
          <p:cNvPr id="14" name="">
            <a:extLst xmlns:a="http://schemas.openxmlformats.org/drawingml/2006/main">
              <a:ext uri="{FF2B5EF4-FFF2-40B4-BE49-F238E27FC236}">
                <a16:creationId xmlns:a16="http://schemas.microsoft.com/office/drawing/2014/main" id="{BEB5F115-C7CC-44E9-9AA4-59F2D3EEB0E5}"/>
              </a:ext>
            </a:extLst>
          </p:cNvPr>
          <p:cNvSpPr>
            <a:spLocks xmlns:a="http://schemas.openxmlformats.org/drawingml/2006/main" noGrp="1"/>
          </p:cNvSpPr>
          <p:nvPr/>
        </p:nvSpPr>
        <p:spPr>
          <a:xfrm xmlns:a="http://schemas.openxmlformats.org/drawingml/2006/main">
            <a:off x="4105275" y="2162175"/>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63" b="0" i="0">
                <a:solidFill>
                  <a:srgbClr val="647781"/>
                </a:solidFill>
                <a:latin typeface="Calibri"/>
                <a:ea typeface="Calibri"/>
                <a:cs typeface="Calibri"/>
              </a:defRPr>
            </a:defPPr>
            <a:lvl1pPr algn="l">
              <a:buNone/>
              <a:defRPr sz="863" b="0" i="0">
                <a:solidFill>
                  <a:srgbClr val="647781"/>
                </a:solidFill>
                <a:latin typeface="Calibri"/>
                <a:ea typeface="Calibri"/>
                <a:cs typeface="Calibri"/>
              </a:defRPr>
            </a:lvl1pPr>
            <a:lvl2pPr algn="l">
              <a:buNone/>
              <a:defRPr sz="863" b="0" i="0">
                <a:solidFill>
                  <a:srgbClr val="647781"/>
                </a:solidFill>
                <a:latin typeface="Calibri"/>
                <a:ea typeface="Calibri"/>
                <a:cs typeface="Calibri"/>
              </a:defRPr>
            </a:lvl2pPr>
            <a:lvl3pPr algn="l">
              <a:buNone/>
              <a:defRPr sz="863" b="0" i="0">
                <a:solidFill>
                  <a:srgbClr val="647781"/>
                </a:solidFill>
                <a:latin typeface="Calibri"/>
                <a:ea typeface="Calibri"/>
                <a:cs typeface="Calibri"/>
              </a:defRPr>
            </a:lvl3pPr>
            <a:lvl4pPr algn="l">
              <a:buNone/>
              <a:defRPr sz="863" b="0" i="0">
                <a:solidFill>
                  <a:srgbClr val="647781"/>
                </a:solidFill>
                <a:latin typeface="Calibri"/>
                <a:ea typeface="Calibri"/>
                <a:cs typeface="Calibri"/>
              </a:defRPr>
            </a:lvl4pPr>
            <a:lvl5pPr algn="l">
              <a:buNone/>
              <a:defRPr sz="863" b="0" i="0">
                <a:solidFill>
                  <a:srgbClr val="647781"/>
                </a:solidFill>
                <a:latin typeface="Calibri"/>
                <a:ea typeface="Calibri"/>
                <a:cs typeface="Calibri"/>
              </a:defRPr>
            </a:lvl5pPr>
            <a:lvl6pPr algn="l">
              <a:buNone/>
              <a:defRPr sz="863" b="0" i="0">
                <a:solidFill>
                  <a:srgbClr val="647781"/>
                </a:solidFill>
                <a:latin typeface="Calibri"/>
                <a:ea typeface="Calibri"/>
                <a:cs typeface="Calibri"/>
              </a:defRPr>
            </a:lvl6pPr>
            <a:lvl7pPr algn="l">
              <a:buNone/>
              <a:defRPr sz="863" b="0" i="0">
                <a:solidFill>
                  <a:srgbClr val="647781"/>
                </a:solidFill>
                <a:latin typeface="Calibri"/>
                <a:ea typeface="Calibri"/>
                <a:cs typeface="Calibri"/>
              </a:defRPr>
            </a:lvl7pPr>
            <a:lvl8pPr algn="l">
              <a:buNone/>
              <a:defRPr sz="863" b="0" i="0">
                <a:solidFill>
                  <a:srgbClr val="647781"/>
                </a:solidFill>
                <a:latin typeface="Calibri"/>
                <a:ea typeface="Calibri"/>
                <a:cs typeface="Calibri"/>
              </a:defRPr>
            </a:lvl8pPr>
            <a:lvl9pPr algn="l">
              <a:buNone/>
              <a:defRPr sz="863" b="0" i="0">
                <a:solidFill>
                  <a:srgbClr val="647781"/>
                </a:solidFill>
                <a:latin typeface="Calibri"/>
                <a:ea typeface="Calibri"/>
                <a:cs typeface="Calibri"/>
              </a:defRPr>
            </a:lvl9pPr>
          </a:lstStyle>
          <a:p xmlns:a="http://schemas.openxmlformats.org/drawingml/2006/main">
            <a:pPr algn="l">
              <a:lnSpc>
                <a:spcPct val="108000"/>
              </a:lnSpc>
              <a:buNone/>
              <a:defRPr sz="863" b="0" i="0">
                <a:solidFill>
                  <a:srgbClr val="647781"/>
                </a:solidFill>
                <a:latin typeface="Calibri"/>
                <a:ea typeface="Calibri"/>
                <a:cs typeface="Calibri"/>
              </a:defRPr>
            </a:pPr>
            <a:r>
              <a:rPr sz="863" b="0" i="0">
                <a:solidFill>
                  <a:srgbClr val="647781"/>
                </a:solidFill>
                <a:latin typeface="Calibri"/>
                <a:ea typeface="Calibri"/>
                <a:cs typeface="Calibri"/>
              </a:rPr>
              <a:t>Personal status from EHR + telemetry</a:t>
            </a:r>
          </a:p>
        </p:txBody>
      </p:sp>
      <p:sp>
        <p:nvSpPr>
          <p:cNvPr id="15" name="">
            <a:extLst xmlns:a="http://schemas.openxmlformats.org/drawingml/2006/main">
              <a:ext uri="{FF2B5EF4-FFF2-40B4-BE49-F238E27FC236}">
                <a16:creationId xmlns:a16="http://schemas.microsoft.com/office/drawing/2014/main" id="{C3025FE1-6C9D-4AFB-A675-A6D734BDAF0D}"/>
              </a:ext>
            </a:extLst>
          </p:cNvPr>
          <p:cNvSpPr>
            <a:spLocks xmlns:a="http://schemas.openxmlformats.org/drawingml/2006/main" noGrp="1"/>
          </p:cNvSpPr>
          <p:nvPr/>
        </p:nvSpPr>
        <p:spPr>
          <a:xfrm xmlns:a="http://schemas.openxmlformats.org/drawingml/2006/main">
            <a:off x="4105275" y="2543175"/>
            <a:ext cx="781050" cy="447675"/>
          </a:xfrm>
          <a:prstGeom xmlns:a="http://schemas.openxmlformats.org/drawingml/2006/main" prst="roundRect">
            <a:avLst>
              <a:gd name="adj" fmla="val 17021"/>
            </a:avLst>
          </a:prstGeom>
          <a:solidFill xmlns:a="http://schemas.openxmlformats.org/drawingml/2006/main">
            <a:srgbClr val="F4F7FB"/>
          </a:solidFill>
          <a:ln xmlns:a="http://schemas.openxmlformats.org/drawingml/2006/main" w="11430">
            <a:solidFill>
              <a:srgbClr val="E1E7EB"/>
            </a:solidFill>
            <a:prstDash val="solid"/>
          </a:ln>
        </p:spPr>
        <p:txBody>
          <a:bodyPr xmlns:a="http://schemas.openxmlformats.org/drawingml/2006/main" wrap="square" lIns="66675" tIns="47625" rIns="47625" bIns="47625" anchor="ctr">
            <a:normAutofit fontScale="100000"/>
          </a:bodyPr>
          <a:lstStyle xmlns:a="http://schemas.openxmlformats.org/drawingml/2006/main">
            <a:defPPr algn="l">
              <a:defRPr sz="788" b="0">
                <a:solidFill>
                  <a:srgbClr val="263C45"/>
                </a:solidFill>
                <a:latin typeface="Calibri"/>
                <a:ea typeface="Calibri"/>
                <a:cs typeface="Calibri"/>
              </a:defRPr>
            </a:defPPr>
            <a:lvl1pPr algn="l">
              <a:buNone/>
              <a:defRPr sz="788" b="0">
                <a:solidFill>
                  <a:srgbClr val="263C45"/>
                </a:solidFill>
                <a:latin typeface="Calibri"/>
                <a:ea typeface="Calibri"/>
                <a:cs typeface="Calibri"/>
              </a:defRPr>
            </a:lvl1pPr>
            <a:lvl2pPr algn="l">
              <a:buNone/>
              <a:defRPr sz="788" b="0">
                <a:solidFill>
                  <a:srgbClr val="263C45"/>
                </a:solidFill>
                <a:latin typeface="Calibri"/>
                <a:ea typeface="Calibri"/>
                <a:cs typeface="Calibri"/>
              </a:defRPr>
            </a:lvl2pPr>
            <a:lvl3pPr algn="l">
              <a:buNone/>
              <a:defRPr sz="788" b="0">
                <a:solidFill>
                  <a:srgbClr val="263C45"/>
                </a:solidFill>
                <a:latin typeface="Calibri"/>
                <a:ea typeface="Calibri"/>
                <a:cs typeface="Calibri"/>
              </a:defRPr>
            </a:lvl3pPr>
            <a:lvl4pPr algn="l">
              <a:buNone/>
              <a:defRPr sz="788" b="0">
                <a:solidFill>
                  <a:srgbClr val="263C45"/>
                </a:solidFill>
                <a:latin typeface="Calibri"/>
                <a:ea typeface="Calibri"/>
                <a:cs typeface="Calibri"/>
              </a:defRPr>
            </a:lvl4pPr>
            <a:lvl5pPr algn="l">
              <a:buNone/>
              <a:defRPr sz="788" b="0">
                <a:solidFill>
                  <a:srgbClr val="263C45"/>
                </a:solidFill>
                <a:latin typeface="Calibri"/>
                <a:ea typeface="Calibri"/>
                <a:cs typeface="Calibri"/>
              </a:defRPr>
            </a:lvl5pPr>
            <a:lvl6pPr algn="l">
              <a:buNone/>
              <a:defRPr sz="788" b="0">
                <a:solidFill>
                  <a:srgbClr val="263C45"/>
                </a:solidFill>
                <a:latin typeface="Calibri"/>
                <a:ea typeface="Calibri"/>
                <a:cs typeface="Calibri"/>
              </a:defRPr>
            </a:lvl6pPr>
            <a:lvl7pPr algn="l">
              <a:buNone/>
              <a:defRPr sz="788" b="0">
                <a:solidFill>
                  <a:srgbClr val="263C45"/>
                </a:solidFill>
                <a:latin typeface="Calibri"/>
                <a:ea typeface="Calibri"/>
                <a:cs typeface="Calibri"/>
              </a:defRPr>
            </a:lvl7pPr>
            <a:lvl8pPr algn="l">
              <a:buNone/>
              <a:defRPr sz="788" b="0">
                <a:solidFill>
                  <a:srgbClr val="263C45"/>
                </a:solidFill>
                <a:latin typeface="Calibri"/>
                <a:ea typeface="Calibri"/>
                <a:cs typeface="Calibri"/>
              </a:defRPr>
            </a:lvl8pPr>
            <a:lvl9pPr algn="l">
              <a:buNone/>
              <a:defRPr sz="788" b="0">
                <a:solidFill>
                  <a:srgbClr val="263C45"/>
                </a:solidFill>
                <a:latin typeface="Calibri"/>
                <a:ea typeface="Calibri"/>
                <a:cs typeface="Calibri"/>
              </a:defRPr>
            </a:lvl9pPr>
          </a:lstStyle>
          <a:p xmlns:a="http://schemas.openxmlformats.org/drawingml/2006/main">
            <a:pPr algn="l">
              <a:buNone/>
              <a:defRPr sz="788" b="0">
                <a:solidFill>
                  <a:srgbClr val="263C45"/>
                </a:solidFill>
                <a:latin typeface="Calibri"/>
                <a:ea typeface="Calibri"/>
                <a:cs typeface="Calibri"/>
              </a:defRPr>
            </a:pPr>
            <a:r>
              <a:rPr sz="788" b="0">
                <a:solidFill>
                  <a:srgbClr val="263C45"/>
                </a:solidFill>
                <a:latin typeface="Calibri"/>
                <a:ea typeface="Calibri"/>
                <a:cs typeface="Calibri"/>
              </a:rPr>
              <a:t>Heart rate</a:t>
            </a:r>
          </a:p>
          <a:p xmlns:a="http://schemas.openxmlformats.org/drawingml/2006/main">
            <a:pPr algn="l">
              <a:buNone/>
              <a:defRPr sz="788" b="0">
                <a:solidFill>
                  <a:srgbClr val="263C45"/>
                </a:solidFill>
                <a:latin typeface="Calibri"/>
                <a:ea typeface="Calibri"/>
                <a:cs typeface="Calibri"/>
              </a:defRPr>
            </a:pPr>
            <a:r>
              <a:rPr sz="788" b="0">
                <a:solidFill>
                  <a:srgbClr val="263C45"/>
                </a:solidFill>
                <a:latin typeface="Calibri"/>
                <a:ea typeface="Calibri"/>
                <a:cs typeface="Calibri"/>
              </a:rPr>
              <a:t>72 bpm</a:t>
            </a:r>
          </a:p>
        </p:txBody>
      </p:sp>
      <p:sp>
        <p:nvSpPr>
          <p:cNvPr id="16" name="">
            <a:extLst xmlns:a="http://schemas.openxmlformats.org/drawingml/2006/main">
              <a:ext uri="{FF2B5EF4-FFF2-40B4-BE49-F238E27FC236}">
                <a16:creationId xmlns:a16="http://schemas.microsoft.com/office/drawing/2014/main" id="{C9303190-FB57-489A-BC7D-A3E35DAAD382}"/>
              </a:ext>
            </a:extLst>
          </p:cNvPr>
          <p:cNvSpPr>
            <a:spLocks xmlns:a="http://schemas.openxmlformats.org/drawingml/2006/main" noGrp="1"/>
          </p:cNvSpPr>
          <p:nvPr/>
        </p:nvSpPr>
        <p:spPr>
          <a:xfrm xmlns:a="http://schemas.openxmlformats.org/drawingml/2006/main">
            <a:off x="4943475" y="2543175"/>
            <a:ext cx="781050" cy="447675"/>
          </a:xfrm>
          <a:prstGeom xmlns:a="http://schemas.openxmlformats.org/drawingml/2006/main" prst="roundRect">
            <a:avLst>
              <a:gd name="adj" fmla="val 17021"/>
            </a:avLst>
          </a:prstGeom>
          <a:solidFill xmlns:a="http://schemas.openxmlformats.org/drawingml/2006/main">
            <a:srgbClr val="F4F7FB"/>
          </a:solidFill>
          <a:ln xmlns:a="http://schemas.openxmlformats.org/drawingml/2006/main" w="11430">
            <a:solidFill>
              <a:srgbClr val="E1E7EB"/>
            </a:solidFill>
            <a:prstDash val="solid"/>
          </a:ln>
        </p:spPr>
        <p:txBody>
          <a:bodyPr xmlns:a="http://schemas.openxmlformats.org/drawingml/2006/main" wrap="square" lIns="66675" tIns="47625" rIns="47625" bIns="47625" anchor="ctr">
            <a:normAutofit fontScale="100000"/>
          </a:bodyPr>
          <a:lstStyle xmlns:a="http://schemas.openxmlformats.org/drawingml/2006/main">
            <a:defPPr algn="l">
              <a:defRPr sz="788" b="0">
                <a:solidFill>
                  <a:srgbClr val="263C45"/>
                </a:solidFill>
                <a:latin typeface="Calibri"/>
                <a:ea typeface="Calibri"/>
                <a:cs typeface="Calibri"/>
              </a:defRPr>
            </a:defPPr>
            <a:lvl1pPr algn="l">
              <a:buNone/>
              <a:defRPr sz="788" b="0">
                <a:solidFill>
                  <a:srgbClr val="263C45"/>
                </a:solidFill>
                <a:latin typeface="Calibri"/>
                <a:ea typeface="Calibri"/>
                <a:cs typeface="Calibri"/>
              </a:defRPr>
            </a:lvl1pPr>
            <a:lvl2pPr algn="l">
              <a:buNone/>
              <a:defRPr sz="788" b="0">
                <a:solidFill>
                  <a:srgbClr val="263C45"/>
                </a:solidFill>
                <a:latin typeface="Calibri"/>
                <a:ea typeface="Calibri"/>
                <a:cs typeface="Calibri"/>
              </a:defRPr>
            </a:lvl2pPr>
            <a:lvl3pPr algn="l">
              <a:buNone/>
              <a:defRPr sz="788" b="0">
                <a:solidFill>
                  <a:srgbClr val="263C45"/>
                </a:solidFill>
                <a:latin typeface="Calibri"/>
                <a:ea typeface="Calibri"/>
                <a:cs typeface="Calibri"/>
              </a:defRPr>
            </a:lvl3pPr>
            <a:lvl4pPr algn="l">
              <a:buNone/>
              <a:defRPr sz="788" b="0">
                <a:solidFill>
                  <a:srgbClr val="263C45"/>
                </a:solidFill>
                <a:latin typeface="Calibri"/>
                <a:ea typeface="Calibri"/>
                <a:cs typeface="Calibri"/>
              </a:defRPr>
            </a:lvl4pPr>
            <a:lvl5pPr algn="l">
              <a:buNone/>
              <a:defRPr sz="788" b="0">
                <a:solidFill>
                  <a:srgbClr val="263C45"/>
                </a:solidFill>
                <a:latin typeface="Calibri"/>
                <a:ea typeface="Calibri"/>
                <a:cs typeface="Calibri"/>
              </a:defRPr>
            </a:lvl5pPr>
            <a:lvl6pPr algn="l">
              <a:buNone/>
              <a:defRPr sz="788" b="0">
                <a:solidFill>
                  <a:srgbClr val="263C45"/>
                </a:solidFill>
                <a:latin typeface="Calibri"/>
                <a:ea typeface="Calibri"/>
                <a:cs typeface="Calibri"/>
              </a:defRPr>
            </a:lvl6pPr>
            <a:lvl7pPr algn="l">
              <a:buNone/>
              <a:defRPr sz="788" b="0">
                <a:solidFill>
                  <a:srgbClr val="263C45"/>
                </a:solidFill>
                <a:latin typeface="Calibri"/>
                <a:ea typeface="Calibri"/>
                <a:cs typeface="Calibri"/>
              </a:defRPr>
            </a:lvl7pPr>
            <a:lvl8pPr algn="l">
              <a:buNone/>
              <a:defRPr sz="788" b="0">
                <a:solidFill>
                  <a:srgbClr val="263C45"/>
                </a:solidFill>
                <a:latin typeface="Calibri"/>
                <a:ea typeface="Calibri"/>
                <a:cs typeface="Calibri"/>
              </a:defRPr>
            </a:lvl8pPr>
            <a:lvl9pPr algn="l">
              <a:buNone/>
              <a:defRPr sz="788" b="0">
                <a:solidFill>
                  <a:srgbClr val="263C45"/>
                </a:solidFill>
                <a:latin typeface="Calibri"/>
                <a:ea typeface="Calibri"/>
                <a:cs typeface="Calibri"/>
              </a:defRPr>
            </a:lvl9pPr>
          </a:lstStyle>
          <a:p xmlns:a="http://schemas.openxmlformats.org/drawingml/2006/main">
            <a:pPr algn="l">
              <a:buNone/>
              <a:defRPr sz="788" b="0">
                <a:solidFill>
                  <a:srgbClr val="263C45"/>
                </a:solidFill>
                <a:latin typeface="Calibri"/>
                <a:ea typeface="Calibri"/>
                <a:cs typeface="Calibri"/>
              </a:defRPr>
            </a:pPr>
            <a:r>
              <a:rPr sz="788" b="0">
                <a:solidFill>
                  <a:srgbClr val="263C45"/>
                </a:solidFill>
                <a:latin typeface="Calibri"/>
                <a:ea typeface="Calibri"/>
                <a:cs typeface="Calibri"/>
              </a:rPr>
              <a:t>Blood pressure</a:t>
            </a:r>
          </a:p>
          <a:p xmlns:a="http://schemas.openxmlformats.org/drawingml/2006/main">
            <a:pPr algn="l">
              <a:buNone/>
              <a:defRPr sz="788" b="0">
                <a:solidFill>
                  <a:srgbClr val="263C45"/>
                </a:solidFill>
                <a:latin typeface="Calibri"/>
                <a:ea typeface="Calibri"/>
                <a:cs typeface="Calibri"/>
              </a:defRPr>
            </a:pPr>
            <a:r>
              <a:rPr sz="788" b="0">
                <a:solidFill>
                  <a:srgbClr val="263C45"/>
                </a:solidFill>
                <a:latin typeface="Calibri"/>
                <a:ea typeface="Calibri"/>
                <a:cs typeface="Calibri"/>
              </a:rPr>
              <a:t>118/78</a:t>
            </a:r>
          </a:p>
        </p:txBody>
      </p:sp>
      <p:sp>
        <p:nvSpPr>
          <p:cNvPr id="17" name="">
            <a:extLst xmlns:a="http://schemas.openxmlformats.org/drawingml/2006/main">
              <a:ext uri="{FF2B5EF4-FFF2-40B4-BE49-F238E27FC236}">
                <a16:creationId xmlns:a16="http://schemas.microsoft.com/office/drawing/2014/main" id="{21D6AD73-504D-4B8B-B284-22FB60A1E168}"/>
              </a:ext>
            </a:extLst>
          </p:cNvPr>
          <p:cNvSpPr>
            <a:spLocks xmlns:a="http://schemas.openxmlformats.org/drawingml/2006/main" noGrp="1"/>
          </p:cNvSpPr>
          <p:nvPr/>
        </p:nvSpPr>
        <p:spPr>
          <a:xfrm xmlns:a="http://schemas.openxmlformats.org/drawingml/2006/main">
            <a:off x="4105275" y="3076575"/>
            <a:ext cx="781050" cy="447675"/>
          </a:xfrm>
          <a:prstGeom xmlns:a="http://schemas.openxmlformats.org/drawingml/2006/main" prst="roundRect">
            <a:avLst>
              <a:gd name="adj" fmla="val 17021"/>
            </a:avLst>
          </a:prstGeom>
          <a:solidFill xmlns:a="http://schemas.openxmlformats.org/drawingml/2006/main">
            <a:srgbClr val="F4F7FB"/>
          </a:solidFill>
          <a:ln xmlns:a="http://schemas.openxmlformats.org/drawingml/2006/main" w="11430">
            <a:solidFill>
              <a:srgbClr val="E1E7EB"/>
            </a:solidFill>
            <a:prstDash val="solid"/>
          </a:ln>
        </p:spPr>
        <p:txBody>
          <a:bodyPr xmlns:a="http://schemas.openxmlformats.org/drawingml/2006/main" wrap="square" lIns="66675" tIns="47625" rIns="47625" bIns="47625" anchor="ctr">
            <a:normAutofit fontScale="100000"/>
          </a:bodyPr>
          <a:lstStyle xmlns:a="http://schemas.openxmlformats.org/drawingml/2006/main">
            <a:defPPr algn="l">
              <a:defRPr sz="788" b="0">
                <a:solidFill>
                  <a:srgbClr val="263C45"/>
                </a:solidFill>
                <a:latin typeface="Calibri"/>
                <a:ea typeface="Calibri"/>
                <a:cs typeface="Calibri"/>
              </a:defRPr>
            </a:defPPr>
            <a:lvl1pPr algn="l">
              <a:buNone/>
              <a:defRPr sz="788" b="0">
                <a:solidFill>
                  <a:srgbClr val="263C45"/>
                </a:solidFill>
                <a:latin typeface="Calibri"/>
                <a:ea typeface="Calibri"/>
                <a:cs typeface="Calibri"/>
              </a:defRPr>
            </a:lvl1pPr>
            <a:lvl2pPr algn="l">
              <a:buNone/>
              <a:defRPr sz="788" b="0">
                <a:solidFill>
                  <a:srgbClr val="263C45"/>
                </a:solidFill>
                <a:latin typeface="Calibri"/>
                <a:ea typeface="Calibri"/>
                <a:cs typeface="Calibri"/>
              </a:defRPr>
            </a:lvl2pPr>
            <a:lvl3pPr algn="l">
              <a:buNone/>
              <a:defRPr sz="788" b="0">
                <a:solidFill>
                  <a:srgbClr val="263C45"/>
                </a:solidFill>
                <a:latin typeface="Calibri"/>
                <a:ea typeface="Calibri"/>
                <a:cs typeface="Calibri"/>
              </a:defRPr>
            </a:lvl3pPr>
            <a:lvl4pPr algn="l">
              <a:buNone/>
              <a:defRPr sz="788" b="0">
                <a:solidFill>
                  <a:srgbClr val="263C45"/>
                </a:solidFill>
                <a:latin typeface="Calibri"/>
                <a:ea typeface="Calibri"/>
                <a:cs typeface="Calibri"/>
              </a:defRPr>
            </a:lvl4pPr>
            <a:lvl5pPr algn="l">
              <a:buNone/>
              <a:defRPr sz="788" b="0">
                <a:solidFill>
                  <a:srgbClr val="263C45"/>
                </a:solidFill>
                <a:latin typeface="Calibri"/>
                <a:ea typeface="Calibri"/>
                <a:cs typeface="Calibri"/>
              </a:defRPr>
            </a:lvl5pPr>
            <a:lvl6pPr algn="l">
              <a:buNone/>
              <a:defRPr sz="788" b="0">
                <a:solidFill>
                  <a:srgbClr val="263C45"/>
                </a:solidFill>
                <a:latin typeface="Calibri"/>
                <a:ea typeface="Calibri"/>
                <a:cs typeface="Calibri"/>
              </a:defRPr>
            </a:lvl6pPr>
            <a:lvl7pPr algn="l">
              <a:buNone/>
              <a:defRPr sz="788" b="0">
                <a:solidFill>
                  <a:srgbClr val="263C45"/>
                </a:solidFill>
                <a:latin typeface="Calibri"/>
                <a:ea typeface="Calibri"/>
                <a:cs typeface="Calibri"/>
              </a:defRPr>
            </a:lvl7pPr>
            <a:lvl8pPr algn="l">
              <a:buNone/>
              <a:defRPr sz="788" b="0">
                <a:solidFill>
                  <a:srgbClr val="263C45"/>
                </a:solidFill>
                <a:latin typeface="Calibri"/>
                <a:ea typeface="Calibri"/>
                <a:cs typeface="Calibri"/>
              </a:defRPr>
            </a:lvl8pPr>
            <a:lvl9pPr algn="l">
              <a:buNone/>
              <a:defRPr sz="788" b="0">
                <a:solidFill>
                  <a:srgbClr val="263C45"/>
                </a:solidFill>
                <a:latin typeface="Calibri"/>
                <a:ea typeface="Calibri"/>
                <a:cs typeface="Calibri"/>
              </a:defRPr>
            </a:lvl9pPr>
          </a:lstStyle>
          <a:p xmlns:a="http://schemas.openxmlformats.org/drawingml/2006/main">
            <a:pPr algn="l">
              <a:buNone/>
              <a:defRPr sz="788" b="0">
                <a:solidFill>
                  <a:srgbClr val="263C45"/>
                </a:solidFill>
                <a:latin typeface="Calibri"/>
                <a:ea typeface="Calibri"/>
                <a:cs typeface="Calibri"/>
              </a:defRPr>
            </a:pPr>
            <a:r>
              <a:rPr sz="788" b="0">
                <a:solidFill>
                  <a:srgbClr val="263C45"/>
                </a:solidFill>
                <a:latin typeface="Calibri"/>
                <a:ea typeface="Calibri"/>
                <a:cs typeface="Calibri"/>
              </a:rPr>
              <a:t>Oxygen</a:t>
            </a:r>
          </a:p>
          <a:p xmlns:a="http://schemas.openxmlformats.org/drawingml/2006/main">
            <a:pPr algn="l">
              <a:buNone/>
              <a:defRPr sz="788" b="0">
                <a:solidFill>
                  <a:srgbClr val="263C45"/>
                </a:solidFill>
                <a:latin typeface="Calibri"/>
                <a:ea typeface="Calibri"/>
                <a:cs typeface="Calibri"/>
              </a:defRPr>
            </a:pPr>
            <a:r>
              <a:rPr sz="788" b="0">
                <a:solidFill>
                  <a:srgbClr val="263C45"/>
                </a:solidFill>
                <a:latin typeface="Calibri"/>
                <a:ea typeface="Calibri"/>
                <a:cs typeface="Calibri"/>
              </a:rPr>
              <a:t>98.5%</a:t>
            </a:r>
          </a:p>
        </p:txBody>
      </p:sp>
      <p:sp>
        <p:nvSpPr>
          <p:cNvPr id="18" name="">
            <a:extLst xmlns:a="http://schemas.openxmlformats.org/drawingml/2006/main">
              <a:ext uri="{FF2B5EF4-FFF2-40B4-BE49-F238E27FC236}">
                <a16:creationId xmlns:a16="http://schemas.microsoft.com/office/drawing/2014/main" id="{69835677-735F-4381-A7B1-99DE9F9A13CF}"/>
              </a:ext>
            </a:extLst>
          </p:cNvPr>
          <p:cNvSpPr>
            <a:spLocks xmlns:a="http://schemas.openxmlformats.org/drawingml/2006/main" noGrp="1"/>
          </p:cNvSpPr>
          <p:nvPr/>
        </p:nvSpPr>
        <p:spPr>
          <a:xfrm xmlns:a="http://schemas.openxmlformats.org/drawingml/2006/main">
            <a:off x="4943475" y="3076575"/>
            <a:ext cx="781050" cy="447675"/>
          </a:xfrm>
          <a:prstGeom xmlns:a="http://schemas.openxmlformats.org/drawingml/2006/main" prst="roundRect">
            <a:avLst>
              <a:gd name="adj" fmla="val 17021"/>
            </a:avLst>
          </a:prstGeom>
          <a:solidFill xmlns:a="http://schemas.openxmlformats.org/drawingml/2006/main">
            <a:srgbClr val="F4F7FB"/>
          </a:solidFill>
          <a:ln xmlns:a="http://schemas.openxmlformats.org/drawingml/2006/main" w="11430">
            <a:solidFill>
              <a:srgbClr val="E1E7EB"/>
            </a:solidFill>
            <a:prstDash val="solid"/>
          </a:ln>
        </p:spPr>
        <p:txBody>
          <a:bodyPr xmlns:a="http://schemas.openxmlformats.org/drawingml/2006/main" wrap="square" lIns="66675" tIns="47625" rIns="47625" bIns="47625" anchor="ctr">
            <a:normAutofit fontScale="100000"/>
          </a:bodyPr>
          <a:lstStyle xmlns:a="http://schemas.openxmlformats.org/drawingml/2006/main">
            <a:defPPr algn="l">
              <a:defRPr sz="938" b="1">
                <a:solidFill>
                  <a:srgbClr val="248F67"/>
                </a:solidFill>
                <a:latin typeface="Calibri"/>
                <a:ea typeface="Calibri"/>
                <a:cs typeface="Calibri"/>
              </a:defRPr>
            </a:defPPr>
            <a:lvl1pPr algn="l">
              <a:buNone/>
              <a:defRPr sz="788" b="0">
                <a:solidFill>
                  <a:srgbClr val="263C45"/>
                </a:solidFill>
                <a:latin typeface="Calibri"/>
                <a:ea typeface="Calibri"/>
                <a:cs typeface="Calibri"/>
              </a:defRPr>
            </a:lvl1pPr>
            <a:lvl2pPr algn="l">
              <a:buNone/>
              <a:defRPr sz="788" b="0">
                <a:solidFill>
                  <a:srgbClr val="263C45"/>
                </a:solidFill>
                <a:latin typeface="Calibri"/>
                <a:ea typeface="Calibri"/>
                <a:cs typeface="Calibri"/>
              </a:defRPr>
            </a:lvl2pPr>
            <a:lvl3pPr algn="l">
              <a:buNone/>
              <a:defRPr sz="788" b="0">
                <a:solidFill>
                  <a:srgbClr val="263C45"/>
                </a:solidFill>
                <a:latin typeface="Calibri"/>
                <a:ea typeface="Calibri"/>
                <a:cs typeface="Calibri"/>
              </a:defRPr>
            </a:lvl3pPr>
            <a:lvl4pPr algn="l">
              <a:buNone/>
              <a:defRPr sz="788" b="0">
                <a:solidFill>
                  <a:srgbClr val="263C45"/>
                </a:solidFill>
                <a:latin typeface="Calibri"/>
                <a:ea typeface="Calibri"/>
                <a:cs typeface="Calibri"/>
              </a:defRPr>
            </a:lvl4pPr>
            <a:lvl5pPr algn="l">
              <a:buNone/>
              <a:defRPr sz="788" b="0">
                <a:solidFill>
                  <a:srgbClr val="263C45"/>
                </a:solidFill>
                <a:latin typeface="Calibri"/>
                <a:ea typeface="Calibri"/>
                <a:cs typeface="Calibri"/>
              </a:defRPr>
            </a:lvl5pPr>
            <a:lvl6pPr algn="l">
              <a:buNone/>
              <a:defRPr sz="788" b="0">
                <a:solidFill>
                  <a:srgbClr val="263C45"/>
                </a:solidFill>
                <a:latin typeface="Calibri"/>
                <a:ea typeface="Calibri"/>
                <a:cs typeface="Calibri"/>
              </a:defRPr>
            </a:lvl6pPr>
            <a:lvl7pPr algn="l">
              <a:buNone/>
              <a:defRPr sz="788" b="0">
                <a:solidFill>
                  <a:srgbClr val="263C45"/>
                </a:solidFill>
                <a:latin typeface="Calibri"/>
                <a:ea typeface="Calibri"/>
                <a:cs typeface="Calibri"/>
              </a:defRPr>
            </a:lvl7pPr>
            <a:lvl8pPr algn="l">
              <a:buNone/>
              <a:defRPr sz="788" b="0">
                <a:solidFill>
                  <a:srgbClr val="263C45"/>
                </a:solidFill>
                <a:latin typeface="Calibri"/>
                <a:ea typeface="Calibri"/>
                <a:cs typeface="Calibri"/>
              </a:defRPr>
            </a:lvl8pPr>
            <a:lvl9pPr algn="l">
              <a:buNone/>
              <a:defRPr sz="788" b="0">
                <a:solidFill>
                  <a:srgbClr val="263C45"/>
                </a:solidFill>
                <a:latin typeface="Calibri"/>
                <a:ea typeface="Calibri"/>
                <a:cs typeface="Calibri"/>
              </a:defRPr>
            </a:lvl9pPr>
          </a:lstStyle>
          <a:p xmlns:a="http://schemas.openxmlformats.org/drawingml/2006/main">
            <a:pPr algn="l">
              <a:buNone/>
              <a:defRPr sz="788" b="0">
                <a:solidFill>
                  <a:srgbClr val="263C45"/>
                </a:solidFill>
                <a:latin typeface="Calibri"/>
                <a:ea typeface="Calibri"/>
                <a:cs typeface="Calibri"/>
              </a:defRPr>
            </a:pPr>
            <a:r>
              <a:rPr sz="938" b="1">
                <a:solidFill>
                  <a:srgbClr val="248F67"/>
                </a:solidFill>
                <a:latin typeface="Calibri"/>
                <a:ea typeface="Calibri"/>
                <a:cs typeface="Calibri"/>
              </a:rPr>
              <a:t>Twin risk</a:t>
            </a:r>
          </a:p>
          <a:p xmlns:a="http://schemas.openxmlformats.org/drawingml/2006/main">
            <a:pPr algn="l">
              <a:buNone/>
              <a:defRPr sz="788" b="0">
                <a:solidFill>
                  <a:srgbClr val="263C45"/>
                </a:solidFill>
                <a:latin typeface="Calibri"/>
                <a:ea typeface="Calibri"/>
                <a:cs typeface="Calibri"/>
              </a:defRPr>
            </a:pPr>
            <a:r>
              <a:rPr sz="938" b="1">
                <a:solidFill>
                  <a:srgbClr val="248F67"/>
                </a:solidFill>
                <a:latin typeface="Calibri"/>
                <a:ea typeface="Calibri"/>
                <a:cs typeface="Calibri"/>
              </a:rPr>
              <a:t>LOW</a:t>
            </a:r>
          </a:p>
        </p:txBody>
      </p:sp>
      <p:sp>
        <p:nvSpPr>
          <p:cNvPr id="19" name="">
            <a:extLst xmlns:a="http://schemas.openxmlformats.org/drawingml/2006/main">
              <a:ext uri="{FF2B5EF4-FFF2-40B4-BE49-F238E27FC236}">
                <a16:creationId xmlns:a16="http://schemas.microsoft.com/office/drawing/2014/main" id="{2C8FFD78-5A30-4150-BBCA-D80C695E9C38}"/>
              </a:ext>
            </a:extLst>
          </p:cNvPr>
          <p:cNvSpPr>
            <a:spLocks xmlns:a="http://schemas.openxmlformats.org/drawingml/2006/main" noGrp="1"/>
          </p:cNvSpPr>
          <p:nvPr/>
        </p:nvSpPr>
        <p:spPr>
          <a:xfrm xmlns:a="http://schemas.openxmlformats.org/drawingml/2006/main">
            <a:off x="4105275" y="3657600"/>
            <a:ext cx="16859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i="0">
                <a:solidFill>
                  <a:srgbClr val="102A36"/>
                </a:solidFill>
                <a:latin typeface="Calibri"/>
                <a:ea typeface="Calibri"/>
                <a:cs typeface="Calibri"/>
              </a:defRPr>
            </a:defPPr>
            <a:lvl1pPr algn="l">
              <a:buNone/>
              <a:defRPr sz="825" b="1" i="0">
                <a:solidFill>
                  <a:srgbClr val="102A36"/>
                </a:solidFill>
                <a:latin typeface="Calibri"/>
                <a:ea typeface="Calibri"/>
                <a:cs typeface="Calibri"/>
              </a:defRPr>
            </a:lvl1pPr>
            <a:lvl2pPr algn="l">
              <a:buNone/>
              <a:defRPr sz="825" b="1" i="0">
                <a:solidFill>
                  <a:srgbClr val="102A36"/>
                </a:solidFill>
                <a:latin typeface="Calibri"/>
                <a:ea typeface="Calibri"/>
                <a:cs typeface="Calibri"/>
              </a:defRPr>
            </a:lvl2pPr>
            <a:lvl3pPr algn="l">
              <a:buNone/>
              <a:defRPr sz="825" b="1" i="0">
                <a:solidFill>
                  <a:srgbClr val="102A36"/>
                </a:solidFill>
                <a:latin typeface="Calibri"/>
                <a:ea typeface="Calibri"/>
                <a:cs typeface="Calibri"/>
              </a:defRPr>
            </a:lvl3pPr>
            <a:lvl4pPr algn="l">
              <a:buNone/>
              <a:defRPr sz="825" b="1" i="0">
                <a:solidFill>
                  <a:srgbClr val="102A36"/>
                </a:solidFill>
                <a:latin typeface="Calibri"/>
                <a:ea typeface="Calibri"/>
                <a:cs typeface="Calibri"/>
              </a:defRPr>
            </a:lvl4pPr>
            <a:lvl5pPr algn="l">
              <a:buNone/>
              <a:defRPr sz="825" b="1" i="0">
                <a:solidFill>
                  <a:srgbClr val="102A36"/>
                </a:solidFill>
                <a:latin typeface="Calibri"/>
                <a:ea typeface="Calibri"/>
                <a:cs typeface="Calibri"/>
              </a:defRPr>
            </a:lvl5pPr>
            <a:lvl6pPr algn="l">
              <a:buNone/>
              <a:defRPr sz="825" b="1" i="0">
                <a:solidFill>
                  <a:srgbClr val="102A36"/>
                </a:solidFill>
                <a:latin typeface="Calibri"/>
                <a:ea typeface="Calibri"/>
                <a:cs typeface="Calibri"/>
              </a:defRPr>
            </a:lvl6pPr>
            <a:lvl7pPr algn="l">
              <a:buNone/>
              <a:defRPr sz="825" b="1" i="0">
                <a:solidFill>
                  <a:srgbClr val="102A36"/>
                </a:solidFill>
                <a:latin typeface="Calibri"/>
                <a:ea typeface="Calibri"/>
                <a:cs typeface="Calibri"/>
              </a:defRPr>
            </a:lvl7pPr>
            <a:lvl8pPr algn="l">
              <a:buNone/>
              <a:defRPr sz="825" b="1" i="0">
                <a:solidFill>
                  <a:srgbClr val="102A36"/>
                </a:solidFill>
                <a:latin typeface="Calibri"/>
                <a:ea typeface="Calibri"/>
                <a:cs typeface="Calibri"/>
              </a:defRPr>
            </a:lvl8pPr>
            <a:lvl9pPr algn="l">
              <a:buNone/>
              <a:defRPr sz="825" b="1" i="0">
                <a:solidFill>
                  <a:srgbClr val="102A36"/>
                </a:solidFill>
                <a:latin typeface="Calibri"/>
                <a:ea typeface="Calibri"/>
                <a:cs typeface="Calibri"/>
              </a:defRPr>
            </a:lvl9pPr>
          </a:lstStyle>
          <a:p xmlns:a="http://schemas.openxmlformats.org/drawingml/2006/main">
            <a:pPr algn="l">
              <a:lnSpc>
                <a:spcPct val="108000"/>
              </a:lnSpc>
              <a:buNone/>
              <a:defRPr sz="825" b="1" i="0">
                <a:solidFill>
                  <a:srgbClr val="102A36"/>
                </a:solidFill>
                <a:latin typeface="Calibri"/>
                <a:ea typeface="Calibri"/>
                <a:cs typeface="Calibri"/>
              </a:defRPr>
            </a:pPr>
            <a:r>
              <a:rPr sz="825" b="1" i="0">
                <a:solidFill>
                  <a:srgbClr val="102A36"/>
                </a:solidFill>
                <a:latin typeface="Calibri"/>
                <a:ea typeface="Calibri"/>
                <a:cs typeface="Calibri"/>
              </a:rPr>
              <a:t>Cardiac event score</a:t>
            </a:r>
          </a:p>
        </p:txBody>
      </p:sp>
      <p:sp>
        <p:nvSpPr>
          <p:cNvPr id="20" name="">
            <a:extLst xmlns:a="http://schemas.openxmlformats.org/drawingml/2006/main">
              <a:ext uri="{FF2B5EF4-FFF2-40B4-BE49-F238E27FC236}">
                <a16:creationId xmlns:a16="http://schemas.microsoft.com/office/drawing/2014/main" id="{A4C1A83D-FE47-4F86-8570-F8198F10FC82}"/>
              </a:ext>
            </a:extLst>
          </p:cNvPr>
          <p:cNvSpPr>
            <a:spLocks xmlns:a="http://schemas.openxmlformats.org/drawingml/2006/main" noGrp="1"/>
          </p:cNvSpPr>
          <p:nvPr/>
        </p:nvSpPr>
        <p:spPr>
          <a:xfrm xmlns:a="http://schemas.openxmlformats.org/drawingml/2006/main">
            <a:off x="4105275" y="3886200"/>
            <a:ext cx="800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00" b="1" i="0">
                <a:solidFill>
                  <a:srgbClr val="4D8A68"/>
                </a:solidFill>
                <a:latin typeface="Calibri Light"/>
                <a:ea typeface="Calibri Light"/>
                <a:cs typeface="Calibri Light"/>
              </a:defRPr>
            </a:defPPr>
            <a:lvl1pPr algn="l">
              <a:buNone/>
              <a:defRPr sz="2400" b="1" i="0">
                <a:solidFill>
                  <a:srgbClr val="4D8A68"/>
                </a:solidFill>
                <a:latin typeface="Calibri Light"/>
                <a:ea typeface="Calibri Light"/>
                <a:cs typeface="Calibri Light"/>
              </a:defRPr>
            </a:lvl1pPr>
            <a:lvl2pPr algn="l">
              <a:buNone/>
              <a:defRPr sz="2400" b="1" i="0">
                <a:solidFill>
                  <a:srgbClr val="4D8A68"/>
                </a:solidFill>
                <a:latin typeface="Calibri Light"/>
                <a:ea typeface="Calibri Light"/>
                <a:cs typeface="Calibri Light"/>
              </a:defRPr>
            </a:lvl2pPr>
            <a:lvl3pPr algn="l">
              <a:buNone/>
              <a:defRPr sz="2400" b="1" i="0">
                <a:solidFill>
                  <a:srgbClr val="4D8A68"/>
                </a:solidFill>
                <a:latin typeface="Calibri Light"/>
                <a:ea typeface="Calibri Light"/>
                <a:cs typeface="Calibri Light"/>
              </a:defRPr>
            </a:lvl3pPr>
            <a:lvl4pPr algn="l">
              <a:buNone/>
              <a:defRPr sz="2400" b="1" i="0">
                <a:solidFill>
                  <a:srgbClr val="4D8A68"/>
                </a:solidFill>
                <a:latin typeface="Calibri Light"/>
                <a:ea typeface="Calibri Light"/>
                <a:cs typeface="Calibri Light"/>
              </a:defRPr>
            </a:lvl4pPr>
            <a:lvl5pPr algn="l">
              <a:buNone/>
              <a:defRPr sz="2400" b="1" i="0">
                <a:solidFill>
                  <a:srgbClr val="4D8A68"/>
                </a:solidFill>
                <a:latin typeface="Calibri Light"/>
                <a:ea typeface="Calibri Light"/>
                <a:cs typeface="Calibri Light"/>
              </a:defRPr>
            </a:lvl5pPr>
            <a:lvl6pPr algn="l">
              <a:buNone/>
              <a:defRPr sz="2400" b="1" i="0">
                <a:solidFill>
                  <a:srgbClr val="4D8A68"/>
                </a:solidFill>
                <a:latin typeface="Calibri Light"/>
                <a:ea typeface="Calibri Light"/>
                <a:cs typeface="Calibri Light"/>
              </a:defRPr>
            </a:lvl6pPr>
            <a:lvl7pPr algn="l">
              <a:buNone/>
              <a:defRPr sz="2400" b="1" i="0">
                <a:solidFill>
                  <a:srgbClr val="4D8A68"/>
                </a:solidFill>
                <a:latin typeface="Calibri Light"/>
                <a:ea typeface="Calibri Light"/>
                <a:cs typeface="Calibri Light"/>
              </a:defRPr>
            </a:lvl7pPr>
            <a:lvl8pPr algn="l">
              <a:buNone/>
              <a:defRPr sz="2400" b="1" i="0">
                <a:solidFill>
                  <a:srgbClr val="4D8A68"/>
                </a:solidFill>
                <a:latin typeface="Calibri Light"/>
                <a:ea typeface="Calibri Light"/>
                <a:cs typeface="Calibri Light"/>
              </a:defRPr>
            </a:lvl8pPr>
            <a:lvl9pPr algn="l">
              <a:buNone/>
              <a:defRPr sz="2400" b="1" i="0">
                <a:solidFill>
                  <a:srgbClr val="4D8A68"/>
                </a:solidFill>
                <a:latin typeface="Calibri Light"/>
                <a:ea typeface="Calibri Light"/>
                <a:cs typeface="Calibri Light"/>
              </a:defRPr>
            </a:lvl9pPr>
          </a:lstStyle>
          <a:p xmlns:a="http://schemas.openxmlformats.org/drawingml/2006/main">
            <a:pPr algn="l">
              <a:lnSpc>
                <a:spcPct val="108000"/>
              </a:lnSpc>
              <a:buNone/>
              <a:defRPr sz="2400" b="1" i="0">
                <a:solidFill>
                  <a:srgbClr val="4D8A68"/>
                </a:solidFill>
                <a:latin typeface="Calibri Light"/>
                <a:ea typeface="Calibri Light"/>
                <a:cs typeface="Calibri Light"/>
              </a:defRPr>
            </a:pPr>
            <a:r>
              <a:rPr sz="2400" b="1" i="0">
                <a:solidFill>
                  <a:srgbClr val="4D8A68"/>
                </a:solidFill>
                <a:latin typeface="Calibri Light"/>
                <a:ea typeface="Calibri Light"/>
                <a:cs typeface="Calibri Light"/>
              </a:rPr>
              <a:t>13%</a:t>
            </a:r>
          </a:p>
        </p:txBody>
      </p:sp>
      <p:sp>
        <p:nvSpPr>
          <p:cNvPr id="21" name="">
            <a:extLst xmlns:a="http://schemas.openxmlformats.org/drawingml/2006/main">
              <a:ext uri="{FF2B5EF4-FFF2-40B4-BE49-F238E27FC236}">
                <a16:creationId xmlns:a16="http://schemas.microsoft.com/office/drawing/2014/main" id="{A00BDBCF-0D12-4E13-9970-42C974E683E8}"/>
              </a:ext>
            </a:extLst>
          </p:cNvPr>
          <p:cNvSpPr>
            <a:spLocks xmlns:a="http://schemas.openxmlformats.org/drawingml/2006/main" noGrp="1"/>
          </p:cNvSpPr>
          <p:nvPr/>
        </p:nvSpPr>
        <p:spPr>
          <a:xfrm xmlns:a="http://schemas.openxmlformats.org/drawingml/2006/main">
            <a:off x="4105275" y="4324350"/>
            <a:ext cx="1676400" cy="66675"/>
          </a:xfrm>
          <a:prstGeom xmlns:a="http://schemas.openxmlformats.org/drawingml/2006/main" prst="roundRect">
            <a:avLst>
              <a:gd name="adj" fmla="val 50000"/>
            </a:avLst>
          </a:prstGeom>
          <a:solidFill xmlns:a="http://schemas.openxmlformats.org/drawingml/2006/main">
            <a:srgbClr val="E2ECE9"/>
          </a:solidFill>
          <a:ln xmlns:a="http://schemas.openxmlformats.org/drawingml/2006/main" w="11430">
            <a:solidFill>
              <a:srgbClr val="E2ECE9"/>
            </a:solidFill>
            <a:prstDash val="solid"/>
          </a:ln>
        </p:spPr>
      </p:sp>
      <p:sp>
        <p:nvSpPr>
          <p:cNvPr id="22" name="">
            <a:extLst xmlns:a="http://schemas.openxmlformats.org/drawingml/2006/main">
              <a:ext uri="{FF2B5EF4-FFF2-40B4-BE49-F238E27FC236}">
                <a16:creationId xmlns:a16="http://schemas.microsoft.com/office/drawing/2014/main" id="{C9048EC2-B68F-4E6F-BD44-0946E2E0E1EA}"/>
              </a:ext>
            </a:extLst>
          </p:cNvPr>
          <p:cNvSpPr>
            <a:spLocks xmlns:a="http://schemas.openxmlformats.org/drawingml/2006/main" noGrp="1"/>
          </p:cNvSpPr>
          <p:nvPr/>
        </p:nvSpPr>
        <p:spPr>
          <a:xfrm xmlns:a="http://schemas.openxmlformats.org/drawingml/2006/main">
            <a:off x="4105275" y="4324350"/>
            <a:ext cx="219075" cy="66675"/>
          </a:xfrm>
          <a:prstGeom xmlns:a="http://schemas.openxmlformats.org/drawingml/2006/main" prst="roundRect">
            <a:avLst>
              <a:gd name="adj" fmla="val 50000"/>
            </a:avLst>
          </a:prstGeom>
          <a:solidFill xmlns:a="http://schemas.openxmlformats.org/drawingml/2006/main">
            <a:srgbClr val="4D8A68"/>
          </a:solidFill>
          <a:ln xmlns:a="http://schemas.openxmlformats.org/drawingml/2006/main" w="11430">
            <a:solidFill>
              <a:srgbClr val="4D8A68"/>
            </a:solidFill>
            <a:prstDash val="solid"/>
          </a:ln>
        </p:spPr>
      </p:sp>
      <p:sp>
        <p:nvSpPr>
          <p:cNvPr id="23" name="">
            <a:extLst xmlns:a="http://schemas.openxmlformats.org/drawingml/2006/main">
              <a:ext uri="{FF2B5EF4-FFF2-40B4-BE49-F238E27FC236}">
                <a16:creationId xmlns:a16="http://schemas.microsoft.com/office/drawing/2014/main" id="{34363B96-1775-4856-88EB-43A44872226F}"/>
              </a:ext>
            </a:extLst>
          </p:cNvPr>
          <p:cNvSpPr>
            <a:spLocks xmlns:a="http://schemas.openxmlformats.org/drawingml/2006/main" noGrp="1"/>
          </p:cNvSpPr>
          <p:nvPr/>
        </p:nvSpPr>
        <p:spPr>
          <a:xfrm xmlns:a="http://schemas.openxmlformats.org/drawingml/2006/main">
            <a:off x="3333750" y="48291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825" b="0" i="0">
                <a:solidFill>
                  <a:srgbClr val="647781"/>
                </a:solidFill>
                <a:latin typeface="Calibri"/>
                <a:ea typeface="Calibri"/>
                <a:cs typeface="Calibri"/>
              </a:defRPr>
            </a:defPPr>
            <a:lvl1pPr algn="ctr">
              <a:buNone/>
              <a:defRPr sz="825" b="0" i="0">
                <a:solidFill>
                  <a:srgbClr val="647781"/>
                </a:solidFill>
                <a:latin typeface="Calibri"/>
                <a:ea typeface="Calibri"/>
                <a:cs typeface="Calibri"/>
              </a:defRPr>
            </a:lvl1pPr>
            <a:lvl2pPr algn="ctr">
              <a:buNone/>
              <a:defRPr sz="825" b="0" i="0">
                <a:solidFill>
                  <a:srgbClr val="647781"/>
                </a:solidFill>
                <a:latin typeface="Calibri"/>
                <a:ea typeface="Calibri"/>
                <a:cs typeface="Calibri"/>
              </a:defRPr>
            </a:lvl2pPr>
            <a:lvl3pPr algn="ctr">
              <a:buNone/>
              <a:defRPr sz="825" b="0" i="0">
                <a:solidFill>
                  <a:srgbClr val="647781"/>
                </a:solidFill>
                <a:latin typeface="Calibri"/>
                <a:ea typeface="Calibri"/>
                <a:cs typeface="Calibri"/>
              </a:defRPr>
            </a:lvl3pPr>
            <a:lvl4pPr algn="ctr">
              <a:buNone/>
              <a:defRPr sz="825" b="0" i="0">
                <a:solidFill>
                  <a:srgbClr val="647781"/>
                </a:solidFill>
                <a:latin typeface="Calibri"/>
                <a:ea typeface="Calibri"/>
                <a:cs typeface="Calibri"/>
              </a:defRPr>
            </a:lvl4pPr>
            <a:lvl5pPr algn="ctr">
              <a:buNone/>
              <a:defRPr sz="825" b="0" i="0">
                <a:solidFill>
                  <a:srgbClr val="647781"/>
                </a:solidFill>
                <a:latin typeface="Calibri"/>
                <a:ea typeface="Calibri"/>
                <a:cs typeface="Calibri"/>
              </a:defRPr>
            </a:lvl5pPr>
            <a:lvl6pPr algn="ctr">
              <a:buNone/>
              <a:defRPr sz="825" b="0" i="0">
                <a:solidFill>
                  <a:srgbClr val="647781"/>
                </a:solidFill>
                <a:latin typeface="Calibri"/>
                <a:ea typeface="Calibri"/>
                <a:cs typeface="Calibri"/>
              </a:defRPr>
            </a:lvl6pPr>
            <a:lvl7pPr algn="ctr">
              <a:buNone/>
              <a:defRPr sz="825" b="0" i="0">
                <a:solidFill>
                  <a:srgbClr val="647781"/>
                </a:solidFill>
                <a:latin typeface="Calibri"/>
                <a:ea typeface="Calibri"/>
                <a:cs typeface="Calibri"/>
              </a:defRPr>
            </a:lvl7pPr>
            <a:lvl8pPr algn="ctr">
              <a:buNone/>
              <a:defRPr sz="825" b="0" i="0">
                <a:solidFill>
                  <a:srgbClr val="647781"/>
                </a:solidFill>
                <a:latin typeface="Calibri"/>
                <a:ea typeface="Calibri"/>
                <a:cs typeface="Calibri"/>
              </a:defRPr>
            </a:lvl8pPr>
            <a:lvl9pPr algn="ctr">
              <a:buNone/>
              <a:defRPr sz="825" b="0" i="0">
                <a:solidFill>
                  <a:srgbClr val="647781"/>
                </a:solidFill>
                <a:latin typeface="Calibri"/>
                <a:ea typeface="Calibri"/>
                <a:cs typeface="Calibri"/>
              </a:defRPr>
            </a:lvl9pPr>
          </a:lstStyle>
          <a:p xmlns:a="http://schemas.openxmlformats.org/drawingml/2006/main">
            <a:pPr algn="ctr">
              <a:lnSpc>
                <a:spcPct val="108000"/>
              </a:lnSpc>
              <a:buNone/>
              <a:defRPr sz="825" b="0" i="0">
                <a:solidFill>
                  <a:srgbClr val="647781"/>
                </a:solidFill>
                <a:latin typeface="Calibri"/>
                <a:ea typeface="Calibri"/>
                <a:cs typeface="Calibri"/>
              </a:defRPr>
            </a:pPr>
            <a:r>
              <a:rPr sz="825" b="0" i="0">
                <a:solidFill>
                  <a:srgbClr val="647781"/>
                </a:solidFill>
                <a:latin typeface="Calibri"/>
                <a:ea typeface="Calibri"/>
                <a:cs typeface="Calibri"/>
              </a:rPr>
              <a:t>Illustrative screen · values from a seeded synthetic profile</a:t>
            </a:r>
          </a:p>
        </p:txBody>
      </p:sp>
    </p:spTree>
    <p:extLst>
      <p:ext uri="{BB962C8B-B14F-4D97-AF65-F5344CB8AC3E}">
        <p14:creationId xmlns:p14="http://schemas.microsoft.com/office/powerpoint/2010/main" val="504976120"/>
      </p:ext>
    </p:extLst>
  </p:cSld>
</p:sld>
</file>

<file path=ppt/slides/slide12.xml><?xml version="1.0" encoding="utf-8"?>
<p:sld xmlns:p="http://schemas.openxmlformats.org/presentationml/2006/main">
  <p:cSld>
    <p:bg>
      <p:bgPr>
        <a:solidFill xmlns:a="http://schemas.openxmlformats.org/drawingml/2006/main">
          <a:srgbClr val="F5FAF9"/>
        </a:solidFill>
      </p:bgPr>
    </p:bg>
    <p:spTree>
      <p:nvGrpSpPr>
        <p:cNvPr id="1" name=""/>
        <p:cNvGrpSpPr/>
        <p:nvPr/>
      </p:nvGrpSpPr>
      <p:grpSpPr>
        <a:xfrm xmlns:a="http://schemas.openxmlformats.org/drawingml/2006/main"/>
      </p:grpSpPr>
      <p:pic>
        <p:nvPicPr>
          <p:cNvPr id="37" name="">
            <a:extLst xmlns:a="http://schemas.openxmlformats.org/drawingml/2006/main">
              <a:ext uri="{FF2B5EF4-FFF2-40B4-BE49-F238E27FC236}">
                <a16:creationId xmlns:a16="http://schemas.microsoft.com/office/drawing/2014/main" id="{63ED6275-E468-408A-B9DA-B0AC78397C08}"/>
              </a:ext>
            </a:extLst>
          </p:cNvPr>
          <p:cNvPicPr>
            <a:picLocks xmlns:a="http://schemas.openxmlformats.org/drawingml/2006/main" noChangeAspect="1"/>
          </p:cNvPicPr>
          <p:nvPr/>
        </p:nvPicPr>
        <p:blipFill>
          <a:blip xmlns:r="http://schemas.openxmlformats.org/officeDocument/2006/relationships" xmlns:a="http://schemas.openxmlformats.org/drawingml/2006/main" r:embed="Rc43681e4b931459b"/>
          <a:srcRect xmlns:a="http://schemas.openxmlformats.org/drawingml/2006/main" l="0" t="1932" r="0" b="1932"/>
          <a:stretch xmlns:a="http://schemas.openxmlformats.org/drawingml/2006/main">
            <a:fillRect l="0" t="0" r="0" b="0"/>
          </a:stretch>
        </p:blipFill>
        <p:spPr>
          <a:xfrm xmlns:a="http://schemas.openxmlformats.org/drawingml/2006/main">
            <a:off x="0" y="0"/>
            <a:ext cx="7477125" cy="5391150"/>
          </a:xfrm>
          <a:prstGeom xmlns:a="http://schemas.openxmlformats.org/drawingml/2006/main" prst="rect">
            <a:avLst/>
          </a:prstGeom>
        </p:spPr>
      </p:pic>
      <p:sp>
        <p:nvSpPr>
          <p:cNvPr id="38" name="">
            <a:extLst xmlns:a="http://schemas.openxmlformats.org/drawingml/2006/main">
              <a:ext uri="{FF2B5EF4-FFF2-40B4-BE49-F238E27FC236}">
                <a16:creationId xmlns:a16="http://schemas.microsoft.com/office/drawing/2014/main" id="{4E5A4E4D-68A3-4CBB-BC3F-0AFAA20E26B2}"/>
              </a:ext>
            </a:extLst>
          </p:cNvPr>
          <p:cNvSpPr>
            <a:spLocks xmlns:a="http://schemas.openxmlformats.org/drawingml/2006/main" noGrp="1"/>
          </p:cNvSpPr>
          <p:nvPr/>
        </p:nvSpPr>
        <p:spPr>
          <a:xfrm xmlns:a="http://schemas.openxmlformats.org/drawingml/2006/main">
            <a:off x="838200" y="1304925"/>
            <a:ext cx="5810250" cy="3790950"/>
          </a:xfrm>
          <a:prstGeom xmlns:a="http://schemas.openxmlformats.org/drawingml/2006/main" prst="roundRect">
            <a:avLst>
              <a:gd name="adj" fmla="val 3769"/>
            </a:avLst>
          </a:prstGeom>
          <a:solidFill xmlns:a="http://schemas.openxmlformats.org/drawingml/2006/main">
            <a:srgbClr val="FFFFFF">
              <a:alpha val="95000"/>
            </a:srgbClr>
          </a:solidFill>
          <a:ln xmlns:a="http://schemas.openxmlformats.org/drawingml/2006/main" w="9525">
            <a:solidFill>
              <a:srgbClr val="CFE3D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9" name="">
            <a:extLst xmlns:a="http://schemas.openxmlformats.org/drawingml/2006/main">
              <a:ext uri="{FF2B5EF4-FFF2-40B4-BE49-F238E27FC236}">
                <a16:creationId xmlns:a16="http://schemas.microsoft.com/office/drawing/2014/main" id="{159EFDF0-AEBE-40CF-A6DC-0B8C10E6FF72}"/>
              </a:ext>
            </a:extLst>
          </p:cNvPr>
          <p:cNvSpPr>
            <a:spLocks xmlns:a="http://schemas.openxmlformats.org/drawingml/2006/main" noGrp="1"/>
          </p:cNvSpPr>
          <p:nvPr/>
        </p:nvSpPr>
        <p:spPr>
          <a:xfrm xmlns:a="http://schemas.openxmlformats.org/drawingml/2006/main">
            <a:off x="838200" y="1304925"/>
            <a:ext cx="47625" cy="3790950"/>
          </a:xfrm>
          <a:prstGeom xmlns:a="http://schemas.openxmlformats.org/drawingml/2006/main" prst="roundRect">
            <a:avLst>
              <a:gd name="adj" fmla="val 50000"/>
            </a:avLst>
          </a:prstGeom>
          <a:solidFill xmlns:a="http://schemas.openxmlformats.org/drawingml/2006/main">
            <a:srgbClr val="168F89"/>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374653AD-FC68-4C6D-863B-91DC489AE3D7}"/>
              </a:ext>
            </a:extLst>
          </p:cNvPr>
          <p:cNvSpPr>
            <a:spLocks xmlns:a="http://schemas.openxmlformats.org/drawingml/2006/main" noGrp="1"/>
          </p:cNvSpPr>
          <p:nvPr/>
        </p:nvSpPr>
        <p:spPr>
          <a:xfrm xmlns:a="http://schemas.openxmlformats.org/drawingml/2006/main">
            <a:off x="457200" y="342900"/>
            <a:ext cx="6572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75" b="1" i="0">
                <a:solidFill>
                  <a:srgbClr val="123F50"/>
                </a:solidFill>
                <a:latin typeface="Calibri Light"/>
                <a:ea typeface="Calibri Light"/>
                <a:cs typeface="Calibri Light"/>
              </a:defRPr>
            </a:defPPr>
            <a:lvl1pPr algn="l">
              <a:buNone/>
              <a:defRPr sz="2325" b="1" i="0">
                <a:solidFill>
                  <a:srgbClr val="123F50"/>
                </a:solidFill>
                <a:latin typeface="Calibri Light"/>
                <a:ea typeface="Calibri Light"/>
                <a:cs typeface="Calibri Light"/>
              </a:defRPr>
            </a:lvl1pPr>
            <a:lvl2pPr algn="l">
              <a:buNone/>
              <a:defRPr sz="2325" b="1" i="0">
                <a:solidFill>
                  <a:srgbClr val="123F50"/>
                </a:solidFill>
                <a:latin typeface="Calibri Light"/>
                <a:ea typeface="Calibri Light"/>
                <a:cs typeface="Calibri Light"/>
              </a:defRPr>
            </a:lvl2pPr>
            <a:lvl3pPr algn="l">
              <a:buNone/>
              <a:defRPr sz="2325" b="1" i="0">
                <a:solidFill>
                  <a:srgbClr val="123F50"/>
                </a:solidFill>
                <a:latin typeface="Calibri Light"/>
                <a:ea typeface="Calibri Light"/>
                <a:cs typeface="Calibri Light"/>
              </a:defRPr>
            </a:lvl3pPr>
            <a:lvl4pPr algn="l">
              <a:buNone/>
              <a:defRPr sz="2325" b="1" i="0">
                <a:solidFill>
                  <a:srgbClr val="123F50"/>
                </a:solidFill>
                <a:latin typeface="Calibri Light"/>
                <a:ea typeface="Calibri Light"/>
                <a:cs typeface="Calibri Light"/>
              </a:defRPr>
            </a:lvl4pPr>
            <a:lvl5pPr algn="l">
              <a:buNone/>
              <a:defRPr sz="2325" b="1" i="0">
                <a:solidFill>
                  <a:srgbClr val="123F50"/>
                </a:solidFill>
                <a:latin typeface="Calibri Light"/>
                <a:ea typeface="Calibri Light"/>
                <a:cs typeface="Calibri Light"/>
              </a:defRPr>
            </a:lvl5pPr>
            <a:lvl6pPr algn="l">
              <a:buNone/>
              <a:defRPr sz="2325" b="1" i="0">
                <a:solidFill>
                  <a:srgbClr val="123F50"/>
                </a:solidFill>
                <a:latin typeface="Calibri Light"/>
                <a:ea typeface="Calibri Light"/>
                <a:cs typeface="Calibri Light"/>
              </a:defRPr>
            </a:lvl6pPr>
            <a:lvl7pPr algn="l">
              <a:buNone/>
              <a:defRPr sz="2325" b="1" i="0">
                <a:solidFill>
                  <a:srgbClr val="123F50"/>
                </a:solidFill>
                <a:latin typeface="Calibri Light"/>
                <a:ea typeface="Calibri Light"/>
                <a:cs typeface="Calibri Light"/>
              </a:defRPr>
            </a:lvl7pPr>
            <a:lvl8pPr algn="l">
              <a:buNone/>
              <a:defRPr sz="2325" b="1" i="0">
                <a:solidFill>
                  <a:srgbClr val="123F50"/>
                </a:solidFill>
                <a:latin typeface="Calibri Light"/>
                <a:ea typeface="Calibri Light"/>
                <a:cs typeface="Calibri Light"/>
              </a:defRPr>
            </a:lvl8pPr>
            <a:lvl9pPr algn="l">
              <a:buNone/>
              <a:defRPr sz="2325" b="1" i="0">
                <a:solidFill>
                  <a:srgbClr val="123F50"/>
                </a:solidFill>
                <a:latin typeface="Calibri Light"/>
                <a:ea typeface="Calibri Light"/>
                <a:cs typeface="Calibri Light"/>
              </a:defRPr>
            </a:lvl9pPr>
          </a:lstStyle>
          <a:p xmlns:a="http://schemas.openxmlformats.org/drawingml/2006/main">
            <a:pPr algn="l">
              <a:lnSpc>
                <a:spcPct val="108000"/>
              </a:lnSpc>
              <a:buNone/>
              <a:defRPr sz="2325" b="1" i="0">
                <a:solidFill>
                  <a:srgbClr val="123F50"/>
                </a:solidFill>
                <a:latin typeface="Calibri Light"/>
                <a:ea typeface="Calibri Light"/>
                <a:cs typeface="Calibri Light"/>
              </a:defRPr>
            </a:pPr>
            <a:r>
              <a:rPr sz="2475" b="1" i="0">
                <a:solidFill>
                  <a:srgbClr val="123F50"/>
                </a:solidFill>
                <a:latin typeface="Calibri Light"/>
                <a:ea typeface="Calibri Light"/>
                <a:cs typeface="Calibri Light"/>
              </a:rPr>
              <a:t>Judge demo flow</a:t>
            </a:r>
          </a:p>
        </p:txBody>
      </p:sp>
      <p:sp>
        <p:nvSpPr>
          <p:cNvPr id="2" name="">
            <a:extLst xmlns:a="http://schemas.openxmlformats.org/drawingml/2006/main">
              <a:ext uri="{FF2B5EF4-FFF2-40B4-BE49-F238E27FC236}">
                <a16:creationId xmlns:a16="http://schemas.microsoft.com/office/drawing/2014/main" id="{BDD43741-FB27-4E14-8E17-84BC7970CE21}"/>
              </a:ext>
            </a:extLst>
          </p:cNvPr>
          <p:cNvSpPr>
            <a:spLocks xmlns:a="http://schemas.openxmlformats.org/drawingml/2006/main" noGrp="1"/>
          </p:cNvSpPr>
          <p:nvPr/>
        </p:nvSpPr>
        <p:spPr>
          <a:xfrm xmlns:a="http://schemas.openxmlformats.org/drawingml/2006/main" flipH="0" flipV="0">
            <a:off x="457200" y="866775"/>
            <a:ext cx="647700" cy="4763"/>
          </a:xfrm>
          <a:prstGeom xmlns:a="http://schemas.openxmlformats.org/drawingml/2006/main" prst="line">
            <a:avLst/>
          </a:prstGeom>
          <a:noFill xmlns:a="http://schemas.openxmlformats.org/drawingml/2006/main"/>
          <a:ln xmlns:a="http://schemas.openxmlformats.org/drawingml/2006/main" w="38100">
            <a:solidFill>
              <a:srgbClr val="168F89"/>
            </a:solidFill>
            <a:prstDash val="solid"/>
          </a:ln>
        </p:spPr>
      </p:sp>
      <p:sp>
        <p:nvSpPr>
          <p:cNvPr id="3" name="">
            <a:extLst xmlns:a="http://schemas.openxmlformats.org/drawingml/2006/main">
              <a:ext uri="{FF2B5EF4-FFF2-40B4-BE49-F238E27FC236}">
                <a16:creationId xmlns:a16="http://schemas.microsoft.com/office/drawing/2014/main" id="{001CFF8D-705E-4182-A306-55E2EE890494}"/>
              </a:ext>
            </a:extLst>
          </p:cNvPr>
          <p:cNvSpPr>
            <a:spLocks xmlns:a="http://schemas.openxmlformats.org/drawingml/2006/main" noGrp="1"/>
          </p:cNvSpPr>
          <p:nvPr/>
        </p:nvSpPr>
        <p:spPr>
          <a:xfrm xmlns:a="http://schemas.openxmlformats.org/drawingml/2006/main">
            <a:off x="457200" y="981075"/>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63" b="0" i="0">
                <a:solidFill>
                  <a:srgbClr val="526B73"/>
                </a:solidFill>
                <a:latin typeface="Calibri"/>
                <a:ea typeface="Calibri"/>
                <a:cs typeface="Calibri"/>
              </a:defRPr>
            </a:defPPr>
            <a:lvl1pPr algn="l">
              <a:buNone/>
              <a:defRPr sz="1125" b="0" i="0">
                <a:solidFill>
                  <a:srgbClr val="647781"/>
                </a:solidFill>
                <a:latin typeface="Calibri"/>
                <a:ea typeface="Calibri"/>
                <a:cs typeface="Calibri"/>
              </a:defRPr>
            </a:lvl1pPr>
            <a:lvl2pPr algn="l">
              <a:buNone/>
              <a:defRPr sz="1125" b="0" i="0">
                <a:solidFill>
                  <a:srgbClr val="647781"/>
                </a:solidFill>
                <a:latin typeface="Calibri"/>
                <a:ea typeface="Calibri"/>
                <a:cs typeface="Calibri"/>
              </a:defRPr>
            </a:lvl2pPr>
            <a:lvl3pPr algn="l">
              <a:buNone/>
              <a:defRPr sz="1125" b="0" i="0">
                <a:solidFill>
                  <a:srgbClr val="647781"/>
                </a:solidFill>
                <a:latin typeface="Calibri"/>
                <a:ea typeface="Calibri"/>
                <a:cs typeface="Calibri"/>
              </a:defRPr>
            </a:lvl3pPr>
            <a:lvl4pPr algn="l">
              <a:buNone/>
              <a:defRPr sz="1125" b="0" i="0">
                <a:solidFill>
                  <a:srgbClr val="647781"/>
                </a:solidFill>
                <a:latin typeface="Calibri"/>
                <a:ea typeface="Calibri"/>
                <a:cs typeface="Calibri"/>
              </a:defRPr>
            </a:lvl4pPr>
            <a:lvl5pPr algn="l">
              <a:buNone/>
              <a:defRPr sz="1125" b="0" i="0">
                <a:solidFill>
                  <a:srgbClr val="647781"/>
                </a:solidFill>
                <a:latin typeface="Calibri"/>
                <a:ea typeface="Calibri"/>
                <a:cs typeface="Calibri"/>
              </a:defRPr>
            </a:lvl5pPr>
            <a:lvl6pPr algn="l">
              <a:buNone/>
              <a:defRPr sz="1125" b="0" i="0">
                <a:solidFill>
                  <a:srgbClr val="647781"/>
                </a:solidFill>
                <a:latin typeface="Calibri"/>
                <a:ea typeface="Calibri"/>
                <a:cs typeface="Calibri"/>
              </a:defRPr>
            </a:lvl6pPr>
            <a:lvl7pPr algn="l">
              <a:buNone/>
              <a:defRPr sz="1125" b="0" i="0">
                <a:solidFill>
                  <a:srgbClr val="647781"/>
                </a:solidFill>
                <a:latin typeface="Calibri"/>
                <a:ea typeface="Calibri"/>
                <a:cs typeface="Calibri"/>
              </a:defRPr>
            </a:lvl7pPr>
            <a:lvl8pPr algn="l">
              <a:buNone/>
              <a:defRPr sz="1125" b="0" i="0">
                <a:solidFill>
                  <a:srgbClr val="647781"/>
                </a:solidFill>
                <a:latin typeface="Calibri"/>
                <a:ea typeface="Calibri"/>
                <a:cs typeface="Calibri"/>
              </a:defRPr>
            </a:lvl8pPr>
            <a:lvl9pPr algn="l">
              <a:buNone/>
              <a:defRPr sz="1125" b="0" i="0">
                <a:solidFill>
                  <a:srgbClr val="647781"/>
                </a:solidFill>
                <a:latin typeface="Calibri"/>
                <a:ea typeface="Calibri"/>
                <a:cs typeface="Calibri"/>
              </a:defRPr>
            </a:lvl9pPr>
          </a:lstStyle>
          <a:p xmlns:a="http://schemas.openxmlformats.org/drawingml/2006/main">
            <a:pPr algn="l">
              <a:lnSpc>
                <a:spcPct val="108000"/>
              </a:lnSpc>
              <a:buNone/>
              <a:defRPr sz="1125" b="0" i="0">
                <a:solidFill>
                  <a:srgbClr val="647781"/>
                </a:solidFill>
                <a:latin typeface="Calibri"/>
                <a:ea typeface="Calibri"/>
                <a:cs typeface="Calibri"/>
              </a:defRPr>
            </a:pPr>
            <a:r>
              <a:rPr sz="1163" b="0" i="0">
                <a:solidFill>
                  <a:srgbClr val="526B73"/>
                </a:solidFill>
                <a:latin typeface="Calibri"/>
                <a:ea typeface="Calibri"/>
                <a:cs typeface="Calibri"/>
              </a:rPr>
              <a:t>A short walkthrough shows ingestion, review, alerting, and the mobile companion.</a:t>
            </a:r>
          </a:p>
        </p:txBody>
      </p:sp>
      <p:sp>
        <p:nvSpPr>
          <p:cNvPr id="4" name="">
            <a:extLst xmlns:a="http://schemas.openxmlformats.org/drawingml/2006/main">
              <a:ext uri="{FF2B5EF4-FFF2-40B4-BE49-F238E27FC236}">
                <a16:creationId xmlns:a16="http://schemas.microsoft.com/office/drawing/2014/main" id="{992B0104-3569-4C46-B60F-8C5A5BE2AD3E}"/>
              </a:ext>
            </a:extLst>
          </p:cNvPr>
          <p:cNvSpPr>
            <a:spLocks xmlns:a="http://schemas.openxmlformats.org/drawingml/2006/main" noGrp="1"/>
          </p:cNvSpPr>
          <p:nvPr/>
        </p:nvSpPr>
        <p:spPr>
          <a:xfrm xmlns:a="http://schemas.openxmlformats.org/drawingml/2006/main" flipH="0" flipV="0">
            <a:off x="457200" y="5029200"/>
            <a:ext cx="6562725" cy="4763"/>
          </a:xfrm>
          <a:prstGeom xmlns:a="http://schemas.openxmlformats.org/drawingml/2006/main" prst="line">
            <a:avLst/>
          </a:prstGeom>
          <a:noFill xmlns:a="http://schemas.openxmlformats.org/drawingml/2006/main"/>
          <a:ln xmlns:a="http://schemas.openxmlformats.org/drawingml/2006/main" w="9525">
            <a:solidFill>
              <a:srgbClr val="D6E3E2"/>
            </a:solidFill>
            <a:prstDash val="solid"/>
          </a:ln>
        </p:spPr>
      </p:sp>
      <p:sp>
        <p:nvSpPr>
          <p:cNvPr id="5" name="">
            <a:extLst xmlns:a="http://schemas.openxmlformats.org/drawingml/2006/main">
              <a:ext uri="{FF2B5EF4-FFF2-40B4-BE49-F238E27FC236}">
                <a16:creationId xmlns:a16="http://schemas.microsoft.com/office/drawing/2014/main" id="{09C3488D-32D6-4112-B8AC-7C79831F4339}"/>
              </a:ext>
            </a:extLst>
          </p:cNvPr>
          <p:cNvSpPr>
            <a:spLocks xmlns:a="http://schemas.openxmlformats.org/drawingml/2006/main" noGrp="1"/>
          </p:cNvSpPr>
          <p:nvPr/>
        </p:nvSpPr>
        <p:spPr>
          <a:xfrm xmlns:a="http://schemas.openxmlformats.org/drawingml/2006/main">
            <a:off x="457200" y="5105400"/>
            <a:ext cx="2476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13" b="1" i="0">
                <a:solidFill>
                  <a:srgbClr val="486975"/>
                </a:solidFill>
                <a:latin typeface="Calibri"/>
                <a:ea typeface="Calibri"/>
                <a:cs typeface="Calibri"/>
              </a:defRPr>
            </a:defPPr>
            <a:lvl1pPr algn="l">
              <a:buNone/>
              <a:defRPr sz="788" b="1" i="0">
                <a:solidFill>
                  <a:srgbClr val="647781"/>
                </a:solidFill>
                <a:latin typeface="Calibri"/>
                <a:ea typeface="Calibri"/>
                <a:cs typeface="Calibri"/>
              </a:defRPr>
            </a:lvl1pPr>
            <a:lvl2pPr algn="l">
              <a:buNone/>
              <a:defRPr sz="788" b="1" i="0">
                <a:solidFill>
                  <a:srgbClr val="647781"/>
                </a:solidFill>
                <a:latin typeface="Calibri"/>
                <a:ea typeface="Calibri"/>
                <a:cs typeface="Calibri"/>
              </a:defRPr>
            </a:lvl2pPr>
            <a:lvl3pPr algn="l">
              <a:buNone/>
              <a:defRPr sz="788" b="1" i="0">
                <a:solidFill>
                  <a:srgbClr val="647781"/>
                </a:solidFill>
                <a:latin typeface="Calibri"/>
                <a:ea typeface="Calibri"/>
                <a:cs typeface="Calibri"/>
              </a:defRPr>
            </a:lvl3pPr>
            <a:lvl4pPr algn="l">
              <a:buNone/>
              <a:defRPr sz="788" b="1" i="0">
                <a:solidFill>
                  <a:srgbClr val="647781"/>
                </a:solidFill>
                <a:latin typeface="Calibri"/>
                <a:ea typeface="Calibri"/>
                <a:cs typeface="Calibri"/>
              </a:defRPr>
            </a:lvl4pPr>
            <a:lvl5pPr algn="l">
              <a:buNone/>
              <a:defRPr sz="788" b="1" i="0">
                <a:solidFill>
                  <a:srgbClr val="647781"/>
                </a:solidFill>
                <a:latin typeface="Calibri"/>
                <a:ea typeface="Calibri"/>
                <a:cs typeface="Calibri"/>
              </a:defRPr>
            </a:lvl5pPr>
            <a:lvl6pPr algn="l">
              <a:buNone/>
              <a:defRPr sz="788" b="1" i="0">
                <a:solidFill>
                  <a:srgbClr val="647781"/>
                </a:solidFill>
                <a:latin typeface="Calibri"/>
                <a:ea typeface="Calibri"/>
                <a:cs typeface="Calibri"/>
              </a:defRPr>
            </a:lvl6pPr>
            <a:lvl7pPr algn="l">
              <a:buNone/>
              <a:defRPr sz="788" b="1" i="0">
                <a:solidFill>
                  <a:srgbClr val="647781"/>
                </a:solidFill>
                <a:latin typeface="Calibri"/>
                <a:ea typeface="Calibri"/>
                <a:cs typeface="Calibri"/>
              </a:defRPr>
            </a:lvl7pPr>
            <a:lvl8pPr algn="l">
              <a:buNone/>
              <a:defRPr sz="788" b="1" i="0">
                <a:solidFill>
                  <a:srgbClr val="647781"/>
                </a:solidFill>
                <a:latin typeface="Calibri"/>
                <a:ea typeface="Calibri"/>
                <a:cs typeface="Calibri"/>
              </a:defRPr>
            </a:lvl8pPr>
            <a:lvl9pPr algn="l">
              <a:buNone/>
              <a:defRPr sz="788" b="1" i="0">
                <a:solidFill>
                  <a:srgbClr val="647781"/>
                </a:solidFill>
                <a:latin typeface="Calibri"/>
                <a:ea typeface="Calibri"/>
                <a:cs typeface="Calibri"/>
              </a:defRPr>
            </a:lvl9pPr>
          </a:lstStyle>
          <a:p xmlns:a="http://schemas.openxmlformats.org/drawingml/2006/main">
            <a:pPr algn="l">
              <a:lnSpc>
                <a:spcPct val="108000"/>
              </a:lnSpc>
              <a:buNone/>
              <a:defRPr sz="788" b="1" i="0">
                <a:solidFill>
                  <a:srgbClr val="647781"/>
                </a:solidFill>
                <a:latin typeface="Calibri"/>
                <a:ea typeface="Calibri"/>
                <a:cs typeface="Calibri"/>
              </a:defRPr>
            </a:pPr>
            <a:r>
              <a:rPr sz="713" b="1" i="0">
                <a:solidFill>
                  <a:srgbClr val="486975"/>
                </a:solidFill>
                <a:latin typeface="Calibri"/>
                <a:ea typeface="Calibri"/>
                <a:cs typeface="Calibri"/>
              </a:rPr>
              <a:t>SADHYA  ·  CARDIOTWIN</a:t>
            </a:r>
          </a:p>
        </p:txBody>
      </p:sp>
      <p:sp>
        <p:nvSpPr>
          <p:cNvPr id="6" name="">
            <a:extLst xmlns:a="http://schemas.openxmlformats.org/drawingml/2006/main">
              <a:ext uri="{FF2B5EF4-FFF2-40B4-BE49-F238E27FC236}">
                <a16:creationId xmlns:a16="http://schemas.microsoft.com/office/drawing/2014/main" id="{5A64C3E6-89A2-4A55-A53A-F5B0E57E7034}"/>
              </a:ext>
            </a:extLst>
          </p:cNvPr>
          <p:cNvSpPr>
            <a:spLocks xmlns:a="http://schemas.openxmlformats.org/drawingml/2006/main" noGrp="1"/>
          </p:cNvSpPr>
          <p:nvPr/>
        </p:nvSpPr>
        <p:spPr>
          <a:xfrm xmlns:a="http://schemas.openxmlformats.org/drawingml/2006/main">
            <a:off x="6724650" y="5105400"/>
            <a:ext cx="2952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750" b="1" i="0">
                <a:solidFill>
                  <a:srgbClr val="168D89"/>
                </a:solidFill>
                <a:latin typeface="Calibri"/>
                <a:ea typeface="Calibri"/>
                <a:cs typeface="Calibri"/>
              </a:defRPr>
            </a:defPPr>
            <a:lvl1pPr algn="r">
              <a:buNone/>
              <a:defRPr sz="788" b="0" i="0">
                <a:solidFill>
                  <a:srgbClr val="647781"/>
                </a:solidFill>
                <a:latin typeface="Calibri"/>
                <a:ea typeface="Calibri"/>
                <a:cs typeface="Calibri"/>
              </a:defRPr>
            </a:lvl1pPr>
            <a:lvl2pPr algn="r">
              <a:buNone/>
              <a:defRPr sz="788" b="0" i="0">
                <a:solidFill>
                  <a:srgbClr val="647781"/>
                </a:solidFill>
                <a:latin typeface="Calibri"/>
                <a:ea typeface="Calibri"/>
                <a:cs typeface="Calibri"/>
              </a:defRPr>
            </a:lvl2pPr>
            <a:lvl3pPr algn="r">
              <a:buNone/>
              <a:defRPr sz="788" b="0" i="0">
                <a:solidFill>
                  <a:srgbClr val="647781"/>
                </a:solidFill>
                <a:latin typeface="Calibri"/>
                <a:ea typeface="Calibri"/>
                <a:cs typeface="Calibri"/>
              </a:defRPr>
            </a:lvl3pPr>
            <a:lvl4pPr algn="r">
              <a:buNone/>
              <a:defRPr sz="788" b="0" i="0">
                <a:solidFill>
                  <a:srgbClr val="647781"/>
                </a:solidFill>
                <a:latin typeface="Calibri"/>
                <a:ea typeface="Calibri"/>
                <a:cs typeface="Calibri"/>
              </a:defRPr>
            </a:lvl4pPr>
            <a:lvl5pPr algn="r">
              <a:buNone/>
              <a:defRPr sz="788" b="0" i="0">
                <a:solidFill>
                  <a:srgbClr val="647781"/>
                </a:solidFill>
                <a:latin typeface="Calibri"/>
                <a:ea typeface="Calibri"/>
                <a:cs typeface="Calibri"/>
              </a:defRPr>
            </a:lvl5pPr>
            <a:lvl6pPr algn="r">
              <a:buNone/>
              <a:defRPr sz="788" b="0" i="0">
                <a:solidFill>
                  <a:srgbClr val="647781"/>
                </a:solidFill>
                <a:latin typeface="Calibri"/>
                <a:ea typeface="Calibri"/>
                <a:cs typeface="Calibri"/>
              </a:defRPr>
            </a:lvl6pPr>
            <a:lvl7pPr algn="r">
              <a:buNone/>
              <a:defRPr sz="788" b="0" i="0">
                <a:solidFill>
                  <a:srgbClr val="647781"/>
                </a:solidFill>
                <a:latin typeface="Calibri"/>
                <a:ea typeface="Calibri"/>
                <a:cs typeface="Calibri"/>
              </a:defRPr>
            </a:lvl7pPr>
            <a:lvl8pPr algn="r">
              <a:buNone/>
              <a:defRPr sz="788" b="0" i="0">
                <a:solidFill>
                  <a:srgbClr val="647781"/>
                </a:solidFill>
                <a:latin typeface="Calibri"/>
                <a:ea typeface="Calibri"/>
                <a:cs typeface="Calibri"/>
              </a:defRPr>
            </a:lvl8pPr>
            <a:lvl9pPr algn="r">
              <a:buNone/>
              <a:defRPr sz="788" b="0" i="0">
                <a:solidFill>
                  <a:srgbClr val="647781"/>
                </a:solidFill>
                <a:latin typeface="Calibri"/>
                <a:ea typeface="Calibri"/>
                <a:cs typeface="Calibri"/>
              </a:defRPr>
            </a:lvl9pPr>
          </a:lstStyle>
          <a:p xmlns:a="http://schemas.openxmlformats.org/drawingml/2006/main">
            <a:pPr algn="r">
              <a:lnSpc>
                <a:spcPct val="108000"/>
              </a:lnSpc>
              <a:buNone/>
              <a:defRPr sz="788" b="0" i="0">
                <a:solidFill>
                  <a:srgbClr val="647781"/>
                </a:solidFill>
                <a:latin typeface="Calibri"/>
                <a:ea typeface="Calibri"/>
                <a:cs typeface="Calibri"/>
              </a:defRPr>
            </a:pPr>
            <a:r>
              <a:rPr sz="750" b="1" i="0">
                <a:solidFill>
                  <a:srgbClr val="168D89"/>
                </a:solidFill>
                <a:latin typeface="Calibri"/>
                <a:ea typeface="Calibri"/>
                <a:cs typeface="Calibri"/>
              </a:rPr>
              <a:t>12</a:t>
            </a:r>
          </a:p>
        </p:txBody>
      </p:sp>
      <p:sp>
        <p:nvSpPr>
          <p:cNvPr id="7" name="">
            <a:extLst xmlns:a="http://schemas.openxmlformats.org/drawingml/2006/main">
              <a:ext uri="{FF2B5EF4-FFF2-40B4-BE49-F238E27FC236}">
                <a16:creationId xmlns:a16="http://schemas.microsoft.com/office/drawing/2014/main" id="{E2578200-7B7E-4749-ACC1-62215F30DFBC}"/>
              </a:ext>
            </a:extLst>
          </p:cNvPr>
          <p:cNvSpPr>
            <a:spLocks xmlns:a="http://schemas.openxmlformats.org/drawingml/2006/main" noGrp="1"/>
          </p:cNvSpPr>
          <p:nvPr/>
        </p:nvSpPr>
        <p:spPr>
          <a:xfrm xmlns:a="http://schemas.openxmlformats.org/drawingml/2006/main">
            <a:off x="552450" y="1381125"/>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i="0">
                <a:solidFill>
                  <a:srgbClr val="248F8A"/>
                </a:solidFill>
                <a:latin typeface="Calibri Light"/>
                <a:ea typeface="Calibri Light"/>
                <a:cs typeface="Calibri Light"/>
              </a:defRPr>
            </a:defPPr>
            <a:lvl1pPr algn="l">
              <a:buNone/>
              <a:defRPr sz="1650" b="1" i="0">
                <a:solidFill>
                  <a:srgbClr val="248F8A"/>
                </a:solidFill>
                <a:latin typeface="Calibri Light"/>
                <a:ea typeface="Calibri Light"/>
                <a:cs typeface="Calibri Light"/>
              </a:defRPr>
            </a:lvl1pPr>
            <a:lvl2pPr algn="l">
              <a:buNone/>
              <a:defRPr sz="1650" b="1" i="0">
                <a:solidFill>
                  <a:srgbClr val="248F8A"/>
                </a:solidFill>
                <a:latin typeface="Calibri Light"/>
                <a:ea typeface="Calibri Light"/>
                <a:cs typeface="Calibri Light"/>
              </a:defRPr>
            </a:lvl2pPr>
            <a:lvl3pPr algn="l">
              <a:buNone/>
              <a:defRPr sz="1650" b="1" i="0">
                <a:solidFill>
                  <a:srgbClr val="248F8A"/>
                </a:solidFill>
                <a:latin typeface="Calibri Light"/>
                <a:ea typeface="Calibri Light"/>
                <a:cs typeface="Calibri Light"/>
              </a:defRPr>
            </a:lvl3pPr>
            <a:lvl4pPr algn="l">
              <a:buNone/>
              <a:defRPr sz="1650" b="1" i="0">
                <a:solidFill>
                  <a:srgbClr val="248F8A"/>
                </a:solidFill>
                <a:latin typeface="Calibri Light"/>
                <a:ea typeface="Calibri Light"/>
                <a:cs typeface="Calibri Light"/>
              </a:defRPr>
            </a:lvl4pPr>
            <a:lvl5pPr algn="l">
              <a:buNone/>
              <a:defRPr sz="1650" b="1" i="0">
                <a:solidFill>
                  <a:srgbClr val="248F8A"/>
                </a:solidFill>
                <a:latin typeface="Calibri Light"/>
                <a:ea typeface="Calibri Light"/>
                <a:cs typeface="Calibri Light"/>
              </a:defRPr>
            </a:lvl5pPr>
            <a:lvl6pPr algn="l">
              <a:buNone/>
              <a:defRPr sz="1650" b="1" i="0">
                <a:solidFill>
                  <a:srgbClr val="248F8A"/>
                </a:solidFill>
                <a:latin typeface="Calibri Light"/>
                <a:ea typeface="Calibri Light"/>
                <a:cs typeface="Calibri Light"/>
              </a:defRPr>
            </a:lvl6pPr>
            <a:lvl7pPr algn="l">
              <a:buNone/>
              <a:defRPr sz="1650" b="1" i="0">
                <a:solidFill>
                  <a:srgbClr val="248F8A"/>
                </a:solidFill>
                <a:latin typeface="Calibri Light"/>
                <a:ea typeface="Calibri Light"/>
                <a:cs typeface="Calibri Light"/>
              </a:defRPr>
            </a:lvl7pPr>
            <a:lvl8pPr algn="l">
              <a:buNone/>
              <a:defRPr sz="1650" b="1" i="0">
                <a:solidFill>
                  <a:srgbClr val="248F8A"/>
                </a:solidFill>
                <a:latin typeface="Calibri Light"/>
                <a:ea typeface="Calibri Light"/>
                <a:cs typeface="Calibri Light"/>
              </a:defRPr>
            </a:lvl8pPr>
            <a:lvl9pPr algn="l">
              <a:buNone/>
              <a:defRPr sz="1650" b="1" i="0">
                <a:solidFill>
                  <a:srgbClr val="248F8A"/>
                </a:solidFill>
                <a:latin typeface="Calibri Light"/>
                <a:ea typeface="Calibri Light"/>
                <a:cs typeface="Calibri Light"/>
              </a:defRPr>
            </a:lvl9pPr>
          </a:lstStyle>
          <a:p xmlns:a="http://schemas.openxmlformats.org/drawingml/2006/main">
            <a:pPr algn="l">
              <a:lnSpc>
                <a:spcPct val="108000"/>
              </a:lnSpc>
              <a:buNone/>
              <a:defRPr sz="1650" b="1" i="0">
                <a:solidFill>
                  <a:srgbClr val="248F8A"/>
                </a:solidFill>
                <a:latin typeface="Calibri Light"/>
                <a:ea typeface="Calibri Light"/>
                <a:cs typeface="Calibri Light"/>
              </a:defRPr>
            </a:pPr>
            <a:r>
              <a:rPr sz="1650" b="1" i="0">
                <a:solidFill>
                  <a:srgbClr val="248F8A"/>
                </a:solidFill>
                <a:latin typeface="Calibri Light"/>
                <a:ea typeface="Calibri Light"/>
                <a:cs typeface="Calibri Light"/>
              </a:rPr>
              <a:t>01</a:t>
            </a:r>
          </a:p>
        </p:txBody>
      </p:sp>
      <p:sp>
        <p:nvSpPr>
          <p:cNvPr id="8" name="">
            <a:extLst xmlns:a="http://schemas.openxmlformats.org/drawingml/2006/main">
              <a:ext uri="{FF2B5EF4-FFF2-40B4-BE49-F238E27FC236}">
                <a16:creationId xmlns:a16="http://schemas.microsoft.com/office/drawing/2014/main" id="{B6BD93BA-7D0B-492D-9CD2-19FC36911248}"/>
              </a:ext>
            </a:extLst>
          </p:cNvPr>
          <p:cNvSpPr>
            <a:spLocks xmlns:a="http://schemas.openxmlformats.org/drawingml/2006/main" noGrp="1"/>
          </p:cNvSpPr>
          <p:nvPr/>
        </p:nvSpPr>
        <p:spPr>
          <a:xfrm xmlns:a="http://schemas.openxmlformats.org/drawingml/2006/main">
            <a:off x="1095375" y="1381125"/>
            <a:ext cx="23431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i="0">
                <a:solidFill>
                  <a:srgbClr val="123F50"/>
                </a:solidFill>
                <a:latin typeface="Calibri"/>
                <a:ea typeface="Calibri"/>
                <a:cs typeface="Calibri"/>
              </a:defRPr>
            </a:defPPr>
            <a:lvl1pPr algn="l">
              <a:buNone/>
              <a:defRPr sz="1200" b="1" i="0">
                <a:solidFill>
                  <a:srgbClr val="123F50"/>
                </a:solidFill>
                <a:latin typeface="Calibri"/>
                <a:ea typeface="Calibri"/>
                <a:cs typeface="Calibri"/>
              </a:defRPr>
            </a:lvl1pPr>
            <a:lvl2pPr algn="l">
              <a:buNone/>
              <a:defRPr sz="1200" b="1" i="0">
                <a:solidFill>
                  <a:srgbClr val="123F50"/>
                </a:solidFill>
                <a:latin typeface="Calibri"/>
                <a:ea typeface="Calibri"/>
                <a:cs typeface="Calibri"/>
              </a:defRPr>
            </a:lvl2pPr>
            <a:lvl3pPr algn="l">
              <a:buNone/>
              <a:defRPr sz="1200" b="1" i="0">
                <a:solidFill>
                  <a:srgbClr val="123F50"/>
                </a:solidFill>
                <a:latin typeface="Calibri"/>
                <a:ea typeface="Calibri"/>
                <a:cs typeface="Calibri"/>
              </a:defRPr>
            </a:lvl3pPr>
            <a:lvl4pPr algn="l">
              <a:buNone/>
              <a:defRPr sz="1200" b="1" i="0">
                <a:solidFill>
                  <a:srgbClr val="123F50"/>
                </a:solidFill>
                <a:latin typeface="Calibri"/>
                <a:ea typeface="Calibri"/>
                <a:cs typeface="Calibri"/>
              </a:defRPr>
            </a:lvl4pPr>
            <a:lvl5pPr algn="l">
              <a:buNone/>
              <a:defRPr sz="1200" b="1" i="0">
                <a:solidFill>
                  <a:srgbClr val="123F50"/>
                </a:solidFill>
                <a:latin typeface="Calibri"/>
                <a:ea typeface="Calibri"/>
                <a:cs typeface="Calibri"/>
              </a:defRPr>
            </a:lvl5pPr>
            <a:lvl6pPr algn="l">
              <a:buNone/>
              <a:defRPr sz="1200" b="1" i="0">
                <a:solidFill>
                  <a:srgbClr val="123F50"/>
                </a:solidFill>
                <a:latin typeface="Calibri"/>
                <a:ea typeface="Calibri"/>
                <a:cs typeface="Calibri"/>
              </a:defRPr>
            </a:lvl6pPr>
            <a:lvl7pPr algn="l">
              <a:buNone/>
              <a:defRPr sz="1200" b="1" i="0">
                <a:solidFill>
                  <a:srgbClr val="123F50"/>
                </a:solidFill>
                <a:latin typeface="Calibri"/>
                <a:ea typeface="Calibri"/>
                <a:cs typeface="Calibri"/>
              </a:defRPr>
            </a:lvl7pPr>
            <a:lvl8pPr algn="l">
              <a:buNone/>
              <a:defRPr sz="1200" b="1" i="0">
                <a:solidFill>
                  <a:srgbClr val="123F50"/>
                </a:solidFill>
                <a:latin typeface="Calibri"/>
                <a:ea typeface="Calibri"/>
                <a:cs typeface="Calibri"/>
              </a:defRPr>
            </a:lvl8pPr>
            <a:lvl9pPr algn="l">
              <a:buNone/>
              <a:defRPr sz="1200" b="1" i="0">
                <a:solidFill>
                  <a:srgbClr val="123F50"/>
                </a:solidFill>
                <a:latin typeface="Calibri"/>
                <a:ea typeface="Calibri"/>
                <a:cs typeface="Calibri"/>
              </a:defRPr>
            </a:lvl9pPr>
          </a:lstStyle>
          <a:p xmlns:a="http://schemas.openxmlformats.org/drawingml/2006/main">
            <a:pPr algn="l">
              <a:lnSpc>
                <a:spcPct val="108000"/>
              </a:lnSpc>
              <a:buNone/>
              <a:defRPr sz="1200" b="1" i="0">
                <a:solidFill>
                  <a:srgbClr val="123F50"/>
                </a:solidFill>
                <a:latin typeface="Calibri"/>
                <a:ea typeface="Calibri"/>
                <a:cs typeface="Calibri"/>
              </a:defRPr>
            </a:pPr>
            <a:r>
              <a:rPr sz="1200" b="1" i="0">
                <a:solidFill>
                  <a:srgbClr val="123F50"/>
                </a:solidFill>
                <a:latin typeface="Calibri"/>
                <a:ea typeface="Calibri"/>
                <a:cs typeface="Calibri"/>
              </a:rPr>
              <a:t>Start API + dashboard</a:t>
            </a:r>
          </a:p>
        </p:txBody>
      </p:sp>
      <p:sp>
        <p:nvSpPr>
          <p:cNvPr id="9" name="">
            <a:extLst xmlns:a="http://schemas.openxmlformats.org/drawingml/2006/main">
              <a:ext uri="{FF2B5EF4-FFF2-40B4-BE49-F238E27FC236}">
                <a16:creationId xmlns:a16="http://schemas.microsoft.com/office/drawing/2014/main" id="{9AE825F1-16BA-404E-9060-B6EFDD9A3543}"/>
              </a:ext>
            </a:extLst>
          </p:cNvPr>
          <p:cNvSpPr>
            <a:spLocks xmlns:a="http://schemas.openxmlformats.org/drawingml/2006/main" noGrp="1"/>
          </p:cNvSpPr>
          <p:nvPr/>
        </p:nvSpPr>
        <p:spPr>
          <a:xfrm xmlns:a="http://schemas.openxmlformats.org/drawingml/2006/main">
            <a:off x="3629025" y="1381125"/>
            <a:ext cx="33528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i="0">
                <a:solidFill>
                  <a:srgbClr val="263C45"/>
                </a:solidFill>
                <a:latin typeface="Calibri"/>
                <a:ea typeface="Calibri"/>
                <a:cs typeface="Calibri"/>
              </a:defRPr>
            </a:defPPr>
            <a:lvl1pPr algn="l">
              <a:buNone/>
              <a:defRPr sz="1125" b="0" i="0">
                <a:solidFill>
                  <a:srgbClr val="263C45"/>
                </a:solidFill>
                <a:latin typeface="Calibri"/>
                <a:ea typeface="Calibri"/>
                <a:cs typeface="Calibri"/>
              </a:defRPr>
            </a:lvl1pPr>
            <a:lvl2pPr algn="l">
              <a:buNone/>
              <a:defRPr sz="1125" b="0" i="0">
                <a:solidFill>
                  <a:srgbClr val="263C45"/>
                </a:solidFill>
                <a:latin typeface="Calibri"/>
                <a:ea typeface="Calibri"/>
                <a:cs typeface="Calibri"/>
              </a:defRPr>
            </a:lvl2pPr>
            <a:lvl3pPr algn="l">
              <a:buNone/>
              <a:defRPr sz="1125" b="0" i="0">
                <a:solidFill>
                  <a:srgbClr val="263C45"/>
                </a:solidFill>
                <a:latin typeface="Calibri"/>
                <a:ea typeface="Calibri"/>
                <a:cs typeface="Calibri"/>
              </a:defRPr>
            </a:lvl3pPr>
            <a:lvl4pPr algn="l">
              <a:buNone/>
              <a:defRPr sz="1125" b="0" i="0">
                <a:solidFill>
                  <a:srgbClr val="263C45"/>
                </a:solidFill>
                <a:latin typeface="Calibri"/>
                <a:ea typeface="Calibri"/>
                <a:cs typeface="Calibri"/>
              </a:defRPr>
            </a:lvl4pPr>
            <a:lvl5pPr algn="l">
              <a:buNone/>
              <a:defRPr sz="1125" b="0" i="0">
                <a:solidFill>
                  <a:srgbClr val="263C45"/>
                </a:solidFill>
                <a:latin typeface="Calibri"/>
                <a:ea typeface="Calibri"/>
                <a:cs typeface="Calibri"/>
              </a:defRPr>
            </a:lvl5pPr>
            <a:lvl6pPr algn="l">
              <a:buNone/>
              <a:defRPr sz="1125" b="0" i="0">
                <a:solidFill>
                  <a:srgbClr val="263C45"/>
                </a:solidFill>
                <a:latin typeface="Calibri"/>
                <a:ea typeface="Calibri"/>
                <a:cs typeface="Calibri"/>
              </a:defRPr>
            </a:lvl6pPr>
            <a:lvl7pPr algn="l">
              <a:buNone/>
              <a:defRPr sz="1125" b="0" i="0">
                <a:solidFill>
                  <a:srgbClr val="263C45"/>
                </a:solidFill>
                <a:latin typeface="Calibri"/>
                <a:ea typeface="Calibri"/>
                <a:cs typeface="Calibri"/>
              </a:defRPr>
            </a:lvl7pPr>
            <a:lvl8pPr algn="l">
              <a:buNone/>
              <a:defRPr sz="1125" b="0" i="0">
                <a:solidFill>
                  <a:srgbClr val="263C45"/>
                </a:solidFill>
                <a:latin typeface="Calibri"/>
                <a:ea typeface="Calibri"/>
                <a:cs typeface="Calibri"/>
              </a:defRPr>
            </a:lvl8pPr>
            <a:lvl9pPr algn="l">
              <a:buNone/>
              <a:defRPr sz="1125" b="0" i="0">
                <a:solidFill>
                  <a:srgbClr val="263C45"/>
                </a:solidFill>
                <a:latin typeface="Calibri"/>
                <a:ea typeface="Calibri"/>
                <a:cs typeface="Calibri"/>
              </a:defRPr>
            </a:lvl9pPr>
          </a:lstStyle>
          <a:p xmlns:a="http://schemas.openxmlformats.org/drawingml/2006/main">
            <a:pPr algn="l">
              <a:lnSpc>
                <a:spcPct val="108000"/>
              </a:lnSpc>
              <a:buNone/>
              <a:defRPr sz="1125" b="0" i="0">
                <a:solidFill>
                  <a:srgbClr val="263C45"/>
                </a:solidFill>
                <a:latin typeface="Calibri"/>
                <a:ea typeface="Calibri"/>
                <a:cs typeface="Calibri"/>
              </a:defRPr>
            </a:pPr>
            <a:r>
              <a:rPr sz="1125" b="0" i="0">
                <a:solidFill>
                  <a:srgbClr val="263C45"/>
                </a:solidFill>
                <a:latin typeface="Calibri"/>
                <a:ea typeface="Calibri"/>
                <a:cs typeface="Calibri"/>
              </a:rPr>
              <a:t>FastAPI on :8000; Next.js on :3000</a:t>
            </a:r>
          </a:p>
        </p:txBody>
      </p:sp>
      <p:sp>
        <p:nvSpPr>
          <p:cNvPr id="10" name="">
            <a:extLst xmlns:a="http://schemas.openxmlformats.org/drawingml/2006/main">
              <a:ext uri="{FF2B5EF4-FFF2-40B4-BE49-F238E27FC236}">
                <a16:creationId xmlns:a16="http://schemas.microsoft.com/office/drawing/2014/main" id="{D002B800-DB7A-47BF-A09D-239D5C3E9068}"/>
              </a:ext>
            </a:extLst>
          </p:cNvPr>
          <p:cNvSpPr>
            <a:spLocks xmlns:a="http://schemas.openxmlformats.org/drawingml/2006/main" noGrp="1"/>
          </p:cNvSpPr>
          <p:nvPr/>
        </p:nvSpPr>
        <p:spPr>
          <a:xfrm xmlns:a="http://schemas.openxmlformats.org/drawingml/2006/main" flipH="0" flipV="0">
            <a:off x="1095375" y="1743075"/>
            <a:ext cx="5905500" cy="4763"/>
          </a:xfrm>
          <a:prstGeom xmlns:a="http://schemas.openxmlformats.org/drawingml/2006/main" prst="line">
            <a:avLst/>
          </a:prstGeom>
          <a:noFill xmlns:a="http://schemas.openxmlformats.org/drawingml/2006/main"/>
          <a:ln xmlns:a="http://schemas.openxmlformats.org/drawingml/2006/main" w="9525">
            <a:solidFill>
              <a:srgbClr val="E0E8E7"/>
            </a:solidFill>
            <a:prstDash val="solid"/>
          </a:ln>
        </p:spPr>
      </p:sp>
      <p:sp>
        <p:nvSpPr>
          <p:cNvPr id="11" name="">
            <a:extLst xmlns:a="http://schemas.openxmlformats.org/drawingml/2006/main">
              <a:ext uri="{FF2B5EF4-FFF2-40B4-BE49-F238E27FC236}">
                <a16:creationId xmlns:a16="http://schemas.microsoft.com/office/drawing/2014/main" id="{737CB590-B48C-43E8-A72C-146867FF1ADD}"/>
              </a:ext>
            </a:extLst>
          </p:cNvPr>
          <p:cNvSpPr>
            <a:spLocks xmlns:a="http://schemas.openxmlformats.org/drawingml/2006/main" noGrp="1"/>
          </p:cNvSpPr>
          <p:nvPr/>
        </p:nvSpPr>
        <p:spPr>
          <a:xfrm xmlns:a="http://schemas.openxmlformats.org/drawingml/2006/main">
            <a:off x="552450" y="1847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i="0">
                <a:solidFill>
                  <a:srgbClr val="248F8A"/>
                </a:solidFill>
                <a:latin typeface="Calibri Light"/>
                <a:ea typeface="Calibri Light"/>
                <a:cs typeface="Calibri Light"/>
              </a:defRPr>
            </a:defPPr>
            <a:lvl1pPr algn="l">
              <a:buNone/>
              <a:defRPr sz="1650" b="1" i="0">
                <a:solidFill>
                  <a:srgbClr val="248F8A"/>
                </a:solidFill>
                <a:latin typeface="Calibri Light"/>
                <a:ea typeface="Calibri Light"/>
                <a:cs typeface="Calibri Light"/>
              </a:defRPr>
            </a:lvl1pPr>
            <a:lvl2pPr algn="l">
              <a:buNone/>
              <a:defRPr sz="1650" b="1" i="0">
                <a:solidFill>
                  <a:srgbClr val="248F8A"/>
                </a:solidFill>
                <a:latin typeface="Calibri Light"/>
                <a:ea typeface="Calibri Light"/>
                <a:cs typeface="Calibri Light"/>
              </a:defRPr>
            </a:lvl2pPr>
            <a:lvl3pPr algn="l">
              <a:buNone/>
              <a:defRPr sz="1650" b="1" i="0">
                <a:solidFill>
                  <a:srgbClr val="248F8A"/>
                </a:solidFill>
                <a:latin typeface="Calibri Light"/>
                <a:ea typeface="Calibri Light"/>
                <a:cs typeface="Calibri Light"/>
              </a:defRPr>
            </a:lvl3pPr>
            <a:lvl4pPr algn="l">
              <a:buNone/>
              <a:defRPr sz="1650" b="1" i="0">
                <a:solidFill>
                  <a:srgbClr val="248F8A"/>
                </a:solidFill>
                <a:latin typeface="Calibri Light"/>
                <a:ea typeface="Calibri Light"/>
                <a:cs typeface="Calibri Light"/>
              </a:defRPr>
            </a:lvl4pPr>
            <a:lvl5pPr algn="l">
              <a:buNone/>
              <a:defRPr sz="1650" b="1" i="0">
                <a:solidFill>
                  <a:srgbClr val="248F8A"/>
                </a:solidFill>
                <a:latin typeface="Calibri Light"/>
                <a:ea typeface="Calibri Light"/>
                <a:cs typeface="Calibri Light"/>
              </a:defRPr>
            </a:lvl5pPr>
            <a:lvl6pPr algn="l">
              <a:buNone/>
              <a:defRPr sz="1650" b="1" i="0">
                <a:solidFill>
                  <a:srgbClr val="248F8A"/>
                </a:solidFill>
                <a:latin typeface="Calibri Light"/>
                <a:ea typeface="Calibri Light"/>
                <a:cs typeface="Calibri Light"/>
              </a:defRPr>
            </a:lvl6pPr>
            <a:lvl7pPr algn="l">
              <a:buNone/>
              <a:defRPr sz="1650" b="1" i="0">
                <a:solidFill>
                  <a:srgbClr val="248F8A"/>
                </a:solidFill>
                <a:latin typeface="Calibri Light"/>
                <a:ea typeface="Calibri Light"/>
                <a:cs typeface="Calibri Light"/>
              </a:defRPr>
            </a:lvl7pPr>
            <a:lvl8pPr algn="l">
              <a:buNone/>
              <a:defRPr sz="1650" b="1" i="0">
                <a:solidFill>
                  <a:srgbClr val="248F8A"/>
                </a:solidFill>
                <a:latin typeface="Calibri Light"/>
                <a:ea typeface="Calibri Light"/>
                <a:cs typeface="Calibri Light"/>
              </a:defRPr>
            </a:lvl8pPr>
            <a:lvl9pPr algn="l">
              <a:buNone/>
              <a:defRPr sz="1650" b="1" i="0">
                <a:solidFill>
                  <a:srgbClr val="248F8A"/>
                </a:solidFill>
                <a:latin typeface="Calibri Light"/>
                <a:ea typeface="Calibri Light"/>
                <a:cs typeface="Calibri Light"/>
              </a:defRPr>
            </a:lvl9pPr>
          </a:lstStyle>
          <a:p xmlns:a="http://schemas.openxmlformats.org/drawingml/2006/main">
            <a:pPr algn="l">
              <a:lnSpc>
                <a:spcPct val="108000"/>
              </a:lnSpc>
              <a:buNone/>
              <a:defRPr sz="1650" b="1" i="0">
                <a:solidFill>
                  <a:srgbClr val="248F8A"/>
                </a:solidFill>
                <a:latin typeface="Calibri Light"/>
                <a:ea typeface="Calibri Light"/>
                <a:cs typeface="Calibri Light"/>
              </a:defRPr>
            </a:pPr>
            <a:r>
              <a:rPr sz="1650" b="1" i="0">
                <a:solidFill>
                  <a:srgbClr val="248F8A"/>
                </a:solidFill>
                <a:latin typeface="Calibri Light"/>
                <a:ea typeface="Calibri Light"/>
                <a:cs typeface="Calibri Light"/>
              </a:rPr>
              <a:t>02</a:t>
            </a:r>
          </a:p>
        </p:txBody>
      </p:sp>
      <p:sp>
        <p:nvSpPr>
          <p:cNvPr id="12" name="">
            <a:extLst xmlns:a="http://schemas.openxmlformats.org/drawingml/2006/main">
              <a:ext uri="{FF2B5EF4-FFF2-40B4-BE49-F238E27FC236}">
                <a16:creationId xmlns:a16="http://schemas.microsoft.com/office/drawing/2014/main" id="{4A620B9D-D462-440B-B44F-43FF9A8D95F0}"/>
              </a:ext>
            </a:extLst>
          </p:cNvPr>
          <p:cNvSpPr>
            <a:spLocks xmlns:a="http://schemas.openxmlformats.org/drawingml/2006/main" noGrp="1"/>
          </p:cNvSpPr>
          <p:nvPr/>
        </p:nvSpPr>
        <p:spPr>
          <a:xfrm xmlns:a="http://schemas.openxmlformats.org/drawingml/2006/main">
            <a:off x="1095375" y="1847850"/>
            <a:ext cx="23431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i="0">
                <a:solidFill>
                  <a:srgbClr val="123F50"/>
                </a:solidFill>
                <a:latin typeface="Calibri"/>
                <a:ea typeface="Calibri"/>
                <a:cs typeface="Calibri"/>
              </a:defRPr>
            </a:defPPr>
            <a:lvl1pPr algn="l">
              <a:buNone/>
              <a:defRPr sz="1200" b="1" i="0">
                <a:solidFill>
                  <a:srgbClr val="123F50"/>
                </a:solidFill>
                <a:latin typeface="Calibri"/>
                <a:ea typeface="Calibri"/>
                <a:cs typeface="Calibri"/>
              </a:defRPr>
            </a:lvl1pPr>
            <a:lvl2pPr algn="l">
              <a:buNone/>
              <a:defRPr sz="1200" b="1" i="0">
                <a:solidFill>
                  <a:srgbClr val="123F50"/>
                </a:solidFill>
                <a:latin typeface="Calibri"/>
                <a:ea typeface="Calibri"/>
                <a:cs typeface="Calibri"/>
              </a:defRPr>
            </a:lvl2pPr>
            <a:lvl3pPr algn="l">
              <a:buNone/>
              <a:defRPr sz="1200" b="1" i="0">
                <a:solidFill>
                  <a:srgbClr val="123F50"/>
                </a:solidFill>
                <a:latin typeface="Calibri"/>
                <a:ea typeface="Calibri"/>
                <a:cs typeface="Calibri"/>
              </a:defRPr>
            </a:lvl3pPr>
            <a:lvl4pPr algn="l">
              <a:buNone/>
              <a:defRPr sz="1200" b="1" i="0">
                <a:solidFill>
                  <a:srgbClr val="123F50"/>
                </a:solidFill>
                <a:latin typeface="Calibri"/>
                <a:ea typeface="Calibri"/>
                <a:cs typeface="Calibri"/>
              </a:defRPr>
            </a:lvl4pPr>
            <a:lvl5pPr algn="l">
              <a:buNone/>
              <a:defRPr sz="1200" b="1" i="0">
                <a:solidFill>
                  <a:srgbClr val="123F50"/>
                </a:solidFill>
                <a:latin typeface="Calibri"/>
                <a:ea typeface="Calibri"/>
                <a:cs typeface="Calibri"/>
              </a:defRPr>
            </a:lvl5pPr>
            <a:lvl6pPr algn="l">
              <a:buNone/>
              <a:defRPr sz="1200" b="1" i="0">
                <a:solidFill>
                  <a:srgbClr val="123F50"/>
                </a:solidFill>
                <a:latin typeface="Calibri"/>
                <a:ea typeface="Calibri"/>
                <a:cs typeface="Calibri"/>
              </a:defRPr>
            </a:lvl6pPr>
            <a:lvl7pPr algn="l">
              <a:buNone/>
              <a:defRPr sz="1200" b="1" i="0">
                <a:solidFill>
                  <a:srgbClr val="123F50"/>
                </a:solidFill>
                <a:latin typeface="Calibri"/>
                <a:ea typeface="Calibri"/>
                <a:cs typeface="Calibri"/>
              </a:defRPr>
            </a:lvl7pPr>
            <a:lvl8pPr algn="l">
              <a:buNone/>
              <a:defRPr sz="1200" b="1" i="0">
                <a:solidFill>
                  <a:srgbClr val="123F50"/>
                </a:solidFill>
                <a:latin typeface="Calibri"/>
                <a:ea typeface="Calibri"/>
                <a:cs typeface="Calibri"/>
              </a:defRPr>
            </a:lvl8pPr>
            <a:lvl9pPr algn="l">
              <a:buNone/>
              <a:defRPr sz="1200" b="1" i="0">
                <a:solidFill>
                  <a:srgbClr val="123F50"/>
                </a:solidFill>
                <a:latin typeface="Calibri"/>
                <a:ea typeface="Calibri"/>
                <a:cs typeface="Calibri"/>
              </a:defRPr>
            </a:lvl9pPr>
          </a:lstStyle>
          <a:p xmlns:a="http://schemas.openxmlformats.org/drawingml/2006/main">
            <a:pPr algn="l">
              <a:lnSpc>
                <a:spcPct val="108000"/>
              </a:lnSpc>
              <a:buNone/>
              <a:defRPr sz="1200" b="1" i="0">
                <a:solidFill>
                  <a:srgbClr val="123F50"/>
                </a:solidFill>
                <a:latin typeface="Calibri"/>
                <a:ea typeface="Calibri"/>
                <a:cs typeface="Calibri"/>
              </a:defRPr>
            </a:pPr>
            <a:r>
              <a:rPr sz="1200" b="1" i="0">
                <a:solidFill>
                  <a:srgbClr val="123F50"/>
                </a:solidFill>
                <a:latin typeface="Calibri"/>
                <a:ea typeface="Calibri"/>
                <a:cs typeface="Calibri"/>
              </a:rPr>
              <a:t>Review synthetic roster</a:t>
            </a:r>
          </a:p>
        </p:txBody>
      </p:sp>
      <p:sp>
        <p:nvSpPr>
          <p:cNvPr id="13" name="">
            <a:extLst xmlns:a="http://schemas.openxmlformats.org/drawingml/2006/main">
              <a:ext uri="{FF2B5EF4-FFF2-40B4-BE49-F238E27FC236}">
                <a16:creationId xmlns:a16="http://schemas.microsoft.com/office/drawing/2014/main" id="{C1272DE5-551A-4EBF-9BA0-D590CF1AFFDF}"/>
              </a:ext>
            </a:extLst>
          </p:cNvPr>
          <p:cNvSpPr>
            <a:spLocks xmlns:a="http://schemas.openxmlformats.org/drawingml/2006/main" noGrp="1"/>
          </p:cNvSpPr>
          <p:nvPr/>
        </p:nvSpPr>
        <p:spPr>
          <a:xfrm xmlns:a="http://schemas.openxmlformats.org/drawingml/2006/main">
            <a:off x="3629025" y="1847850"/>
            <a:ext cx="33528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i="0">
                <a:solidFill>
                  <a:srgbClr val="263C45"/>
                </a:solidFill>
                <a:latin typeface="Calibri"/>
                <a:ea typeface="Calibri"/>
                <a:cs typeface="Calibri"/>
              </a:defRPr>
            </a:defPPr>
            <a:lvl1pPr algn="l">
              <a:buNone/>
              <a:defRPr sz="1125" b="0" i="0">
                <a:solidFill>
                  <a:srgbClr val="263C45"/>
                </a:solidFill>
                <a:latin typeface="Calibri"/>
                <a:ea typeface="Calibri"/>
                <a:cs typeface="Calibri"/>
              </a:defRPr>
            </a:lvl1pPr>
            <a:lvl2pPr algn="l">
              <a:buNone/>
              <a:defRPr sz="1125" b="0" i="0">
                <a:solidFill>
                  <a:srgbClr val="263C45"/>
                </a:solidFill>
                <a:latin typeface="Calibri"/>
                <a:ea typeface="Calibri"/>
                <a:cs typeface="Calibri"/>
              </a:defRPr>
            </a:lvl2pPr>
            <a:lvl3pPr algn="l">
              <a:buNone/>
              <a:defRPr sz="1125" b="0" i="0">
                <a:solidFill>
                  <a:srgbClr val="263C45"/>
                </a:solidFill>
                <a:latin typeface="Calibri"/>
                <a:ea typeface="Calibri"/>
                <a:cs typeface="Calibri"/>
              </a:defRPr>
            </a:lvl3pPr>
            <a:lvl4pPr algn="l">
              <a:buNone/>
              <a:defRPr sz="1125" b="0" i="0">
                <a:solidFill>
                  <a:srgbClr val="263C45"/>
                </a:solidFill>
                <a:latin typeface="Calibri"/>
                <a:ea typeface="Calibri"/>
                <a:cs typeface="Calibri"/>
              </a:defRPr>
            </a:lvl4pPr>
            <a:lvl5pPr algn="l">
              <a:buNone/>
              <a:defRPr sz="1125" b="0" i="0">
                <a:solidFill>
                  <a:srgbClr val="263C45"/>
                </a:solidFill>
                <a:latin typeface="Calibri"/>
                <a:ea typeface="Calibri"/>
                <a:cs typeface="Calibri"/>
              </a:defRPr>
            </a:lvl5pPr>
            <a:lvl6pPr algn="l">
              <a:buNone/>
              <a:defRPr sz="1125" b="0" i="0">
                <a:solidFill>
                  <a:srgbClr val="263C45"/>
                </a:solidFill>
                <a:latin typeface="Calibri"/>
                <a:ea typeface="Calibri"/>
                <a:cs typeface="Calibri"/>
              </a:defRPr>
            </a:lvl6pPr>
            <a:lvl7pPr algn="l">
              <a:buNone/>
              <a:defRPr sz="1125" b="0" i="0">
                <a:solidFill>
                  <a:srgbClr val="263C45"/>
                </a:solidFill>
                <a:latin typeface="Calibri"/>
                <a:ea typeface="Calibri"/>
                <a:cs typeface="Calibri"/>
              </a:defRPr>
            </a:lvl7pPr>
            <a:lvl8pPr algn="l">
              <a:buNone/>
              <a:defRPr sz="1125" b="0" i="0">
                <a:solidFill>
                  <a:srgbClr val="263C45"/>
                </a:solidFill>
                <a:latin typeface="Calibri"/>
                <a:ea typeface="Calibri"/>
                <a:cs typeface="Calibri"/>
              </a:defRPr>
            </a:lvl8pPr>
            <a:lvl9pPr algn="l">
              <a:buNone/>
              <a:defRPr sz="1125" b="0" i="0">
                <a:solidFill>
                  <a:srgbClr val="263C45"/>
                </a:solidFill>
                <a:latin typeface="Calibri"/>
                <a:ea typeface="Calibri"/>
                <a:cs typeface="Calibri"/>
              </a:defRPr>
            </a:lvl9pPr>
          </a:lstStyle>
          <a:p xmlns:a="http://schemas.openxmlformats.org/drawingml/2006/main">
            <a:pPr algn="l">
              <a:lnSpc>
                <a:spcPct val="108000"/>
              </a:lnSpc>
              <a:buNone/>
              <a:defRPr sz="1125" b="0" i="0">
                <a:solidFill>
                  <a:srgbClr val="263C45"/>
                </a:solidFill>
                <a:latin typeface="Calibri"/>
                <a:ea typeface="Calibri"/>
                <a:cs typeface="Calibri"/>
              </a:defRPr>
            </a:pPr>
            <a:r>
              <a:rPr sz="1125" b="0" i="0">
                <a:solidFill>
                  <a:srgbClr val="263C45"/>
                </a:solidFill>
                <a:latin typeface="Calibri"/>
                <a:ea typeface="Calibri"/>
                <a:cs typeface="Calibri"/>
              </a:rPr>
              <a:t>Four seeded patient profiles</a:t>
            </a:r>
          </a:p>
        </p:txBody>
      </p:sp>
      <p:sp>
        <p:nvSpPr>
          <p:cNvPr id="14" name="">
            <a:extLst xmlns:a="http://schemas.openxmlformats.org/drawingml/2006/main">
              <a:ext uri="{FF2B5EF4-FFF2-40B4-BE49-F238E27FC236}">
                <a16:creationId xmlns:a16="http://schemas.microsoft.com/office/drawing/2014/main" id="{C151968F-A68B-4A70-900B-0005DEB6C079}"/>
              </a:ext>
            </a:extLst>
          </p:cNvPr>
          <p:cNvSpPr>
            <a:spLocks xmlns:a="http://schemas.openxmlformats.org/drawingml/2006/main" noGrp="1"/>
          </p:cNvSpPr>
          <p:nvPr/>
        </p:nvSpPr>
        <p:spPr>
          <a:xfrm xmlns:a="http://schemas.openxmlformats.org/drawingml/2006/main" flipH="0" flipV="0">
            <a:off x="1095375" y="2209800"/>
            <a:ext cx="5905500" cy="4763"/>
          </a:xfrm>
          <a:prstGeom xmlns:a="http://schemas.openxmlformats.org/drawingml/2006/main" prst="line">
            <a:avLst/>
          </a:prstGeom>
          <a:noFill xmlns:a="http://schemas.openxmlformats.org/drawingml/2006/main"/>
          <a:ln xmlns:a="http://schemas.openxmlformats.org/drawingml/2006/main" w="9525">
            <a:solidFill>
              <a:srgbClr val="E0E8E7"/>
            </a:solidFill>
            <a:prstDash val="solid"/>
          </a:ln>
        </p:spPr>
      </p:sp>
      <p:sp>
        <p:nvSpPr>
          <p:cNvPr id="15" name="">
            <a:extLst xmlns:a="http://schemas.openxmlformats.org/drawingml/2006/main">
              <a:ext uri="{FF2B5EF4-FFF2-40B4-BE49-F238E27FC236}">
                <a16:creationId xmlns:a16="http://schemas.microsoft.com/office/drawing/2014/main" id="{21D80A50-89CA-4161-8E27-302A87A6818E}"/>
              </a:ext>
            </a:extLst>
          </p:cNvPr>
          <p:cNvSpPr>
            <a:spLocks xmlns:a="http://schemas.openxmlformats.org/drawingml/2006/main" noGrp="1"/>
          </p:cNvSpPr>
          <p:nvPr/>
        </p:nvSpPr>
        <p:spPr>
          <a:xfrm xmlns:a="http://schemas.openxmlformats.org/drawingml/2006/main">
            <a:off x="552450" y="2314575"/>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i="0">
                <a:solidFill>
                  <a:srgbClr val="248F8A"/>
                </a:solidFill>
                <a:latin typeface="Calibri Light"/>
                <a:ea typeface="Calibri Light"/>
                <a:cs typeface="Calibri Light"/>
              </a:defRPr>
            </a:defPPr>
            <a:lvl1pPr algn="l">
              <a:buNone/>
              <a:defRPr sz="1650" b="1" i="0">
                <a:solidFill>
                  <a:srgbClr val="248F8A"/>
                </a:solidFill>
                <a:latin typeface="Calibri Light"/>
                <a:ea typeface="Calibri Light"/>
                <a:cs typeface="Calibri Light"/>
              </a:defRPr>
            </a:lvl1pPr>
            <a:lvl2pPr algn="l">
              <a:buNone/>
              <a:defRPr sz="1650" b="1" i="0">
                <a:solidFill>
                  <a:srgbClr val="248F8A"/>
                </a:solidFill>
                <a:latin typeface="Calibri Light"/>
                <a:ea typeface="Calibri Light"/>
                <a:cs typeface="Calibri Light"/>
              </a:defRPr>
            </a:lvl2pPr>
            <a:lvl3pPr algn="l">
              <a:buNone/>
              <a:defRPr sz="1650" b="1" i="0">
                <a:solidFill>
                  <a:srgbClr val="248F8A"/>
                </a:solidFill>
                <a:latin typeface="Calibri Light"/>
                <a:ea typeface="Calibri Light"/>
                <a:cs typeface="Calibri Light"/>
              </a:defRPr>
            </a:lvl3pPr>
            <a:lvl4pPr algn="l">
              <a:buNone/>
              <a:defRPr sz="1650" b="1" i="0">
                <a:solidFill>
                  <a:srgbClr val="248F8A"/>
                </a:solidFill>
                <a:latin typeface="Calibri Light"/>
                <a:ea typeface="Calibri Light"/>
                <a:cs typeface="Calibri Light"/>
              </a:defRPr>
            </a:lvl4pPr>
            <a:lvl5pPr algn="l">
              <a:buNone/>
              <a:defRPr sz="1650" b="1" i="0">
                <a:solidFill>
                  <a:srgbClr val="248F8A"/>
                </a:solidFill>
                <a:latin typeface="Calibri Light"/>
                <a:ea typeface="Calibri Light"/>
                <a:cs typeface="Calibri Light"/>
              </a:defRPr>
            </a:lvl5pPr>
            <a:lvl6pPr algn="l">
              <a:buNone/>
              <a:defRPr sz="1650" b="1" i="0">
                <a:solidFill>
                  <a:srgbClr val="248F8A"/>
                </a:solidFill>
                <a:latin typeface="Calibri Light"/>
                <a:ea typeface="Calibri Light"/>
                <a:cs typeface="Calibri Light"/>
              </a:defRPr>
            </a:lvl6pPr>
            <a:lvl7pPr algn="l">
              <a:buNone/>
              <a:defRPr sz="1650" b="1" i="0">
                <a:solidFill>
                  <a:srgbClr val="248F8A"/>
                </a:solidFill>
                <a:latin typeface="Calibri Light"/>
                <a:ea typeface="Calibri Light"/>
                <a:cs typeface="Calibri Light"/>
              </a:defRPr>
            </a:lvl7pPr>
            <a:lvl8pPr algn="l">
              <a:buNone/>
              <a:defRPr sz="1650" b="1" i="0">
                <a:solidFill>
                  <a:srgbClr val="248F8A"/>
                </a:solidFill>
                <a:latin typeface="Calibri Light"/>
                <a:ea typeface="Calibri Light"/>
                <a:cs typeface="Calibri Light"/>
              </a:defRPr>
            </a:lvl8pPr>
            <a:lvl9pPr algn="l">
              <a:buNone/>
              <a:defRPr sz="1650" b="1" i="0">
                <a:solidFill>
                  <a:srgbClr val="248F8A"/>
                </a:solidFill>
                <a:latin typeface="Calibri Light"/>
                <a:ea typeface="Calibri Light"/>
                <a:cs typeface="Calibri Light"/>
              </a:defRPr>
            </a:lvl9pPr>
          </a:lstStyle>
          <a:p xmlns:a="http://schemas.openxmlformats.org/drawingml/2006/main">
            <a:pPr algn="l">
              <a:lnSpc>
                <a:spcPct val="108000"/>
              </a:lnSpc>
              <a:buNone/>
              <a:defRPr sz="1650" b="1" i="0">
                <a:solidFill>
                  <a:srgbClr val="248F8A"/>
                </a:solidFill>
                <a:latin typeface="Calibri Light"/>
                <a:ea typeface="Calibri Light"/>
                <a:cs typeface="Calibri Light"/>
              </a:defRPr>
            </a:pPr>
            <a:r>
              <a:rPr sz="1650" b="1" i="0">
                <a:solidFill>
                  <a:srgbClr val="248F8A"/>
                </a:solidFill>
                <a:latin typeface="Calibri Light"/>
                <a:ea typeface="Calibri Light"/>
                <a:cs typeface="Calibri Light"/>
              </a:rPr>
              <a:t>03</a:t>
            </a:r>
          </a:p>
        </p:txBody>
      </p:sp>
      <p:sp>
        <p:nvSpPr>
          <p:cNvPr id="16" name="">
            <a:extLst xmlns:a="http://schemas.openxmlformats.org/drawingml/2006/main">
              <a:ext uri="{FF2B5EF4-FFF2-40B4-BE49-F238E27FC236}">
                <a16:creationId xmlns:a16="http://schemas.microsoft.com/office/drawing/2014/main" id="{B4448025-F86E-4D1B-9FB9-4E07C0D195F9}"/>
              </a:ext>
            </a:extLst>
          </p:cNvPr>
          <p:cNvSpPr>
            <a:spLocks xmlns:a="http://schemas.openxmlformats.org/drawingml/2006/main" noGrp="1"/>
          </p:cNvSpPr>
          <p:nvPr/>
        </p:nvSpPr>
        <p:spPr>
          <a:xfrm xmlns:a="http://schemas.openxmlformats.org/drawingml/2006/main">
            <a:off x="1095375" y="2314575"/>
            <a:ext cx="23431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i="0">
                <a:solidFill>
                  <a:srgbClr val="123F50"/>
                </a:solidFill>
                <a:latin typeface="Calibri"/>
                <a:ea typeface="Calibri"/>
                <a:cs typeface="Calibri"/>
              </a:defRPr>
            </a:defPPr>
            <a:lvl1pPr algn="l">
              <a:buNone/>
              <a:defRPr sz="1200" b="1" i="0">
                <a:solidFill>
                  <a:srgbClr val="123F50"/>
                </a:solidFill>
                <a:latin typeface="Calibri"/>
                <a:ea typeface="Calibri"/>
                <a:cs typeface="Calibri"/>
              </a:defRPr>
            </a:lvl1pPr>
            <a:lvl2pPr algn="l">
              <a:buNone/>
              <a:defRPr sz="1200" b="1" i="0">
                <a:solidFill>
                  <a:srgbClr val="123F50"/>
                </a:solidFill>
                <a:latin typeface="Calibri"/>
                <a:ea typeface="Calibri"/>
                <a:cs typeface="Calibri"/>
              </a:defRPr>
            </a:lvl2pPr>
            <a:lvl3pPr algn="l">
              <a:buNone/>
              <a:defRPr sz="1200" b="1" i="0">
                <a:solidFill>
                  <a:srgbClr val="123F50"/>
                </a:solidFill>
                <a:latin typeface="Calibri"/>
                <a:ea typeface="Calibri"/>
                <a:cs typeface="Calibri"/>
              </a:defRPr>
            </a:lvl3pPr>
            <a:lvl4pPr algn="l">
              <a:buNone/>
              <a:defRPr sz="1200" b="1" i="0">
                <a:solidFill>
                  <a:srgbClr val="123F50"/>
                </a:solidFill>
                <a:latin typeface="Calibri"/>
                <a:ea typeface="Calibri"/>
                <a:cs typeface="Calibri"/>
              </a:defRPr>
            </a:lvl4pPr>
            <a:lvl5pPr algn="l">
              <a:buNone/>
              <a:defRPr sz="1200" b="1" i="0">
                <a:solidFill>
                  <a:srgbClr val="123F50"/>
                </a:solidFill>
                <a:latin typeface="Calibri"/>
                <a:ea typeface="Calibri"/>
                <a:cs typeface="Calibri"/>
              </a:defRPr>
            </a:lvl5pPr>
            <a:lvl6pPr algn="l">
              <a:buNone/>
              <a:defRPr sz="1200" b="1" i="0">
                <a:solidFill>
                  <a:srgbClr val="123F50"/>
                </a:solidFill>
                <a:latin typeface="Calibri"/>
                <a:ea typeface="Calibri"/>
                <a:cs typeface="Calibri"/>
              </a:defRPr>
            </a:lvl6pPr>
            <a:lvl7pPr algn="l">
              <a:buNone/>
              <a:defRPr sz="1200" b="1" i="0">
                <a:solidFill>
                  <a:srgbClr val="123F50"/>
                </a:solidFill>
                <a:latin typeface="Calibri"/>
                <a:ea typeface="Calibri"/>
                <a:cs typeface="Calibri"/>
              </a:defRPr>
            </a:lvl7pPr>
            <a:lvl8pPr algn="l">
              <a:buNone/>
              <a:defRPr sz="1200" b="1" i="0">
                <a:solidFill>
                  <a:srgbClr val="123F50"/>
                </a:solidFill>
                <a:latin typeface="Calibri"/>
                <a:ea typeface="Calibri"/>
                <a:cs typeface="Calibri"/>
              </a:defRPr>
            </a:lvl8pPr>
            <a:lvl9pPr algn="l">
              <a:buNone/>
              <a:defRPr sz="1200" b="1" i="0">
                <a:solidFill>
                  <a:srgbClr val="123F50"/>
                </a:solidFill>
                <a:latin typeface="Calibri"/>
                <a:ea typeface="Calibri"/>
                <a:cs typeface="Calibri"/>
              </a:defRPr>
            </a:lvl9pPr>
          </a:lstStyle>
          <a:p xmlns:a="http://schemas.openxmlformats.org/drawingml/2006/main">
            <a:pPr algn="l">
              <a:lnSpc>
                <a:spcPct val="108000"/>
              </a:lnSpc>
              <a:buNone/>
              <a:defRPr sz="1200" b="1" i="0">
                <a:solidFill>
                  <a:srgbClr val="123F50"/>
                </a:solidFill>
                <a:latin typeface="Calibri"/>
                <a:ea typeface="Calibri"/>
                <a:cs typeface="Calibri"/>
              </a:defRPr>
            </a:pPr>
            <a:r>
              <a:rPr sz="1200" b="1" i="0">
                <a:solidFill>
                  <a:srgbClr val="123F50"/>
                </a:solidFill>
                <a:latin typeface="Calibri"/>
                <a:ea typeface="Calibri"/>
                <a:cs typeface="Calibri"/>
              </a:rPr>
              <a:t>Inspect EHR + vitals</a:t>
            </a:r>
          </a:p>
        </p:txBody>
      </p:sp>
      <p:sp>
        <p:nvSpPr>
          <p:cNvPr id="17" name="">
            <a:extLst xmlns:a="http://schemas.openxmlformats.org/drawingml/2006/main">
              <a:ext uri="{FF2B5EF4-FFF2-40B4-BE49-F238E27FC236}">
                <a16:creationId xmlns:a16="http://schemas.microsoft.com/office/drawing/2014/main" id="{F4FD1219-D35B-402F-9364-AF58DBF2384D}"/>
              </a:ext>
            </a:extLst>
          </p:cNvPr>
          <p:cNvSpPr>
            <a:spLocks xmlns:a="http://schemas.openxmlformats.org/drawingml/2006/main" noGrp="1"/>
          </p:cNvSpPr>
          <p:nvPr/>
        </p:nvSpPr>
        <p:spPr>
          <a:xfrm xmlns:a="http://schemas.openxmlformats.org/drawingml/2006/main">
            <a:off x="3629025" y="2314575"/>
            <a:ext cx="33528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i="0">
                <a:solidFill>
                  <a:srgbClr val="263C45"/>
                </a:solidFill>
                <a:latin typeface="Calibri"/>
                <a:ea typeface="Calibri"/>
                <a:cs typeface="Calibri"/>
              </a:defRPr>
            </a:defPPr>
            <a:lvl1pPr algn="l">
              <a:buNone/>
              <a:defRPr sz="1125" b="0" i="0">
                <a:solidFill>
                  <a:srgbClr val="263C45"/>
                </a:solidFill>
                <a:latin typeface="Calibri"/>
                <a:ea typeface="Calibri"/>
                <a:cs typeface="Calibri"/>
              </a:defRPr>
            </a:lvl1pPr>
            <a:lvl2pPr algn="l">
              <a:buNone/>
              <a:defRPr sz="1125" b="0" i="0">
                <a:solidFill>
                  <a:srgbClr val="263C45"/>
                </a:solidFill>
                <a:latin typeface="Calibri"/>
                <a:ea typeface="Calibri"/>
                <a:cs typeface="Calibri"/>
              </a:defRPr>
            </a:lvl2pPr>
            <a:lvl3pPr algn="l">
              <a:buNone/>
              <a:defRPr sz="1125" b="0" i="0">
                <a:solidFill>
                  <a:srgbClr val="263C45"/>
                </a:solidFill>
                <a:latin typeface="Calibri"/>
                <a:ea typeface="Calibri"/>
                <a:cs typeface="Calibri"/>
              </a:defRPr>
            </a:lvl3pPr>
            <a:lvl4pPr algn="l">
              <a:buNone/>
              <a:defRPr sz="1125" b="0" i="0">
                <a:solidFill>
                  <a:srgbClr val="263C45"/>
                </a:solidFill>
                <a:latin typeface="Calibri"/>
                <a:ea typeface="Calibri"/>
                <a:cs typeface="Calibri"/>
              </a:defRPr>
            </a:lvl4pPr>
            <a:lvl5pPr algn="l">
              <a:buNone/>
              <a:defRPr sz="1125" b="0" i="0">
                <a:solidFill>
                  <a:srgbClr val="263C45"/>
                </a:solidFill>
                <a:latin typeface="Calibri"/>
                <a:ea typeface="Calibri"/>
                <a:cs typeface="Calibri"/>
              </a:defRPr>
            </a:lvl5pPr>
            <a:lvl6pPr algn="l">
              <a:buNone/>
              <a:defRPr sz="1125" b="0" i="0">
                <a:solidFill>
                  <a:srgbClr val="263C45"/>
                </a:solidFill>
                <a:latin typeface="Calibri"/>
                <a:ea typeface="Calibri"/>
                <a:cs typeface="Calibri"/>
              </a:defRPr>
            </a:lvl6pPr>
            <a:lvl7pPr algn="l">
              <a:buNone/>
              <a:defRPr sz="1125" b="0" i="0">
                <a:solidFill>
                  <a:srgbClr val="263C45"/>
                </a:solidFill>
                <a:latin typeface="Calibri"/>
                <a:ea typeface="Calibri"/>
                <a:cs typeface="Calibri"/>
              </a:defRPr>
            </a:lvl7pPr>
            <a:lvl8pPr algn="l">
              <a:buNone/>
              <a:defRPr sz="1125" b="0" i="0">
                <a:solidFill>
                  <a:srgbClr val="263C45"/>
                </a:solidFill>
                <a:latin typeface="Calibri"/>
                <a:ea typeface="Calibri"/>
                <a:cs typeface="Calibri"/>
              </a:defRPr>
            </a:lvl8pPr>
            <a:lvl9pPr algn="l">
              <a:buNone/>
              <a:defRPr sz="1125" b="0" i="0">
                <a:solidFill>
                  <a:srgbClr val="263C45"/>
                </a:solidFill>
                <a:latin typeface="Calibri"/>
                <a:ea typeface="Calibri"/>
                <a:cs typeface="Calibri"/>
              </a:defRPr>
            </a:lvl9pPr>
          </a:lstStyle>
          <a:p xmlns:a="http://schemas.openxmlformats.org/drawingml/2006/main">
            <a:pPr algn="l">
              <a:lnSpc>
                <a:spcPct val="108000"/>
              </a:lnSpc>
              <a:buNone/>
              <a:defRPr sz="1125" b="0" i="0">
                <a:solidFill>
                  <a:srgbClr val="263C45"/>
                </a:solidFill>
                <a:latin typeface="Calibri"/>
                <a:ea typeface="Calibri"/>
                <a:cs typeface="Calibri"/>
              </a:defRPr>
            </a:pPr>
            <a:r>
              <a:rPr sz="1125" b="0" i="0">
                <a:solidFill>
                  <a:srgbClr val="263C45"/>
                </a:solidFill>
                <a:latin typeface="Calibri"/>
                <a:ea typeface="Calibri"/>
                <a:cs typeface="Calibri"/>
              </a:rPr>
              <a:t>Risk factors, HR, BP, SpO₂, ECG label</a:t>
            </a:r>
          </a:p>
        </p:txBody>
      </p:sp>
      <p:sp>
        <p:nvSpPr>
          <p:cNvPr id="18" name="">
            <a:extLst xmlns:a="http://schemas.openxmlformats.org/drawingml/2006/main">
              <a:ext uri="{FF2B5EF4-FFF2-40B4-BE49-F238E27FC236}">
                <a16:creationId xmlns:a16="http://schemas.microsoft.com/office/drawing/2014/main" id="{E60D5F81-A672-4962-89BF-D10A5709C56E}"/>
              </a:ext>
            </a:extLst>
          </p:cNvPr>
          <p:cNvSpPr>
            <a:spLocks xmlns:a="http://schemas.openxmlformats.org/drawingml/2006/main" noGrp="1"/>
          </p:cNvSpPr>
          <p:nvPr/>
        </p:nvSpPr>
        <p:spPr>
          <a:xfrm xmlns:a="http://schemas.openxmlformats.org/drawingml/2006/main" flipH="0" flipV="0">
            <a:off x="1095375" y="2676525"/>
            <a:ext cx="5905500" cy="4763"/>
          </a:xfrm>
          <a:prstGeom xmlns:a="http://schemas.openxmlformats.org/drawingml/2006/main" prst="line">
            <a:avLst/>
          </a:prstGeom>
          <a:noFill xmlns:a="http://schemas.openxmlformats.org/drawingml/2006/main"/>
          <a:ln xmlns:a="http://schemas.openxmlformats.org/drawingml/2006/main" w="9525">
            <a:solidFill>
              <a:srgbClr val="E0E8E7"/>
            </a:solidFill>
            <a:prstDash val="solid"/>
          </a:ln>
        </p:spPr>
      </p:sp>
      <p:sp>
        <p:nvSpPr>
          <p:cNvPr id="19" name="">
            <a:extLst xmlns:a="http://schemas.openxmlformats.org/drawingml/2006/main">
              <a:ext uri="{FF2B5EF4-FFF2-40B4-BE49-F238E27FC236}">
                <a16:creationId xmlns:a16="http://schemas.microsoft.com/office/drawing/2014/main" id="{CC341DA1-BB23-49E2-8EAA-CC41ADC23D91}"/>
              </a:ext>
            </a:extLst>
          </p:cNvPr>
          <p:cNvSpPr>
            <a:spLocks xmlns:a="http://schemas.openxmlformats.org/drawingml/2006/main" noGrp="1"/>
          </p:cNvSpPr>
          <p:nvPr/>
        </p:nvSpPr>
        <p:spPr>
          <a:xfrm xmlns:a="http://schemas.openxmlformats.org/drawingml/2006/main">
            <a:off x="552450" y="278130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i="0">
                <a:solidFill>
                  <a:srgbClr val="248F8A"/>
                </a:solidFill>
                <a:latin typeface="Calibri Light"/>
                <a:ea typeface="Calibri Light"/>
                <a:cs typeface="Calibri Light"/>
              </a:defRPr>
            </a:defPPr>
            <a:lvl1pPr algn="l">
              <a:buNone/>
              <a:defRPr sz="1650" b="1" i="0">
                <a:solidFill>
                  <a:srgbClr val="248F8A"/>
                </a:solidFill>
                <a:latin typeface="Calibri Light"/>
                <a:ea typeface="Calibri Light"/>
                <a:cs typeface="Calibri Light"/>
              </a:defRPr>
            </a:lvl1pPr>
            <a:lvl2pPr algn="l">
              <a:buNone/>
              <a:defRPr sz="1650" b="1" i="0">
                <a:solidFill>
                  <a:srgbClr val="248F8A"/>
                </a:solidFill>
                <a:latin typeface="Calibri Light"/>
                <a:ea typeface="Calibri Light"/>
                <a:cs typeface="Calibri Light"/>
              </a:defRPr>
            </a:lvl2pPr>
            <a:lvl3pPr algn="l">
              <a:buNone/>
              <a:defRPr sz="1650" b="1" i="0">
                <a:solidFill>
                  <a:srgbClr val="248F8A"/>
                </a:solidFill>
                <a:latin typeface="Calibri Light"/>
                <a:ea typeface="Calibri Light"/>
                <a:cs typeface="Calibri Light"/>
              </a:defRPr>
            </a:lvl3pPr>
            <a:lvl4pPr algn="l">
              <a:buNone/>
              <a:defRPr sz="1650" b="1" i="0">
                <a:solidFill>
                  <a:srgbClr val="248F8A"/>
                </a:solidFill>
                <a:latin typeface="Calibri Light"/>
                <a:ea typeface="Calibri Light"/>
                <a:cs typeface="Calibri Light"/>
              </a:defRPr>
            </a:lvl4pPr>
            <a:lvl5pPr algn="l">
              <a:buNone/>
              <a:defRPr sz="1650" b="1" i="0">
                <a:solidFill>
                  <a:srgbClr val="248F8A"/>
                </a:solidFill>
                <a:latin typeface="Calibri Light"/>
                <a:ea typeface="Calibri Light"/>
                <a:cs typeface="Calibri Light"/>
              </a:defRPr>
            </a:lvl5pPr>
            <a:lvl6pPr algn="l">
              <a:buNone/>
              <a:defRPr sz="1650" b="1" i="0">
                <a:solidFill>
                  <a:srgbClr val="248F8A"/>
                </a:solidFill>
                <a:latin typeface="Calibri Light"/>
                <a:ea typeface="Calibri Light"/>
                <a:cs typeface="Calibri Light"/>
              </a:defRPr>
            </a:lvl6pPr>
            <a:lvl7pPr algn="l">
              <a:buNone/>
              <a:defRPr sz="1650" b="1" i="0">
                <a:solidFill>
                  <a:srgbClr val="248F8A"/>
                </a:solidFill>
                <a:latin typeface="Calibri Light"/>
                <a:ea typeface="Calibri Light"/>
                <a:cs typeface="Calibri Light"/>
              </a:defRPr>
            </a:lvl7pPr>
            <a:lvl8pPr algn="l">
              <a:buNone/>
              <a:defRPr sz="1650" b="1" i="0">
                <a:solidFill>
                  <a:srgbClr val="248F8A"/>
                </a:solidFill>
                <a:latin typeface="Calibri Light"/>
                <a:ea typeface="Calibri Light"/>
                <a:cs typeface="Calibri Light"/>
              </a:defRPr>
            </a:lvl8pPr>
            <a:lvl9pPr algn="l">
              <a:buNone/>
              <a:defRPr sz="1650" b="1" i="0">
                <a:solidFill>
                  <a:srgbClr val="248F8A"/>
                </a:solidFill>
                <a:latin typeface="Calibri Light"/>
                <a:ea typeface="Calibri Light"/>
                <a:cs typeface="Calibri Light"/>
              </a:defRPr>
            </a:lvl9pPr>
          </a:lstStyle>
          <a:p xmlns:a="http://schemas.openxmlformats.org/drawingml/2006/main">
            <a:pPr algn="l">
              <a:lnSpc>
                <a:spcPct val="108000"/>
              </a:lnSpc>
              <a:buNone/>
              <a:defRPr sz="1650" b="1" i="0">
                <a:solidFill>
                  <a:srgbClr val="248F8A"/>
                </a:solidFill>
                <a:latin typeface="Calibri Light"/>
                <a:ea typeface="Calibri Light"/>
                <a:cs typeface="Calibri Light"/>
              </a:defRPr>
            </a:pPr>
            <a:r>
              <a:rPr sz="1650" b="1" i="0">
                <a:solidFill>
                  <a:srgbClr val="248F8A"/>
                </a:solidFill>
                <a:latin typeface="Calibri Light"/>
                <a:ea typeface="Calibri Light"/>
                <a:cs typeface="Calibri Light"/>
              </a:rPr>
              <a:t>04</a:t>
            </a:r>
          </a:p>
        </p:txBody>
      </p:sp>
      <p:sp>
        <p:nvSpPr>
          <p:cNvPr id="20" name="">
            <a:extLst xmlns:a="http://schemas.openxmlformats.org/drawingml/2006/main">
              <a:ext uri="{FF2B5EF4-FFF2-40B4-BE49-F238E27FC236}">
                <a16:creationId xmlns:a16="http://schemas.microsoft.com/office/drawing/2014/main" id="{2E43FB57-ADD4-4628-86DD-B61BD1E1EF23}"/>
              </a:ext>
            </a:extLst>
          </p:cNvPr>
          <p:cNvSpPr>
            <a:spLocks xmlns:a="http://schemas.openxmlformats.org/drawingml/2006/main" noGrp="1"/>
          </p:cNvSpPr>
          <p:nvPr/>
        </p:nvSpPr>
        <p:spPr>
          <a:xfrm xmlns:a="http://schemas.openxmlformats.org/drawingml/2006/main">
            <a:off x="1095375" y="2781300"/>
            <a:ext cx="23431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i="0">
                <a:solidFill>
                  <a:srgbClr val="123F50"/>
                </a:solidFill>
                <a:latin typeface="Calibri"/>
                <a:ea typeface="Calibri"/>
                <a:cs typeface="Calibri"/>
              </a:defRPr>
            </a:defPPr>
            <a:lvl1pPr algn="l">
              <a:buNone/>
              <a:defRPr sz="1200" b="1" i="0">
                <a:solidFill>
                  <a:srgbClr val="123F50"/>
                </a:solidFill>
                <a:latin typeface="Calibri"/>
                <a:ea typeface="Calibri"/>
                <a:cs typeface="Calibri"/>
              </a:defRPr>
            </a:lvl1pPr>
            <a:lvl2pPr algn="l">
              <a:buNone/>
              <a:defRPr sz="1200" b="1" i="0">
                <a:solidFill>
                  <a:srgbClr val="123F50"/>
                </a:solidFill>
                <a:latin typeface="Calibri"/>
                <a:ea typeface="Calibri"/>
                <a:cs typeface="Calibri"/>
              </a:defRPr>
            </a:lvl2pPr>
            <a:lvl3pPr algn="l">
              <a:buNone/>
              <a:defRPr sz="1200" b="1" i="0">
                <a:solidFill>
                  <a:srgbClr val="123F50"/>
                </a:solidFill>
                <a:latin typeface="Calibri"/>
                <a:ea typeface="Calibri"/>
                <a:cs typeface="Calibri"/>
              </a:defRPr>
            </a:lvl3pPr>
            <a:lvl4pPr algn="l">
              <a:buNone/>
              <a:defRPr sz="1200" b="1" i="0">
                <a:solidFill>
                  <a:srgbClr val="123F50"/>
                </a:solidFill>
                <a:latin typeface="Calibri"/>
                <a:ea typeface="Calibri"/>
                <a:cs typeface="Calibri"/>
              </a:defRPr>
            </a:lvl4pPr>
            <a:lvl5pPr algn="l">
              <a:buNone/>
              <a:defRPr sz="1200" b="1" i="0">
                <a:solidFill>
                  <a:srgbClr val="123F50"/>
                </a:solidFill>
                <a:latin typeface="Calibri"/>
                <a:ea typeface="Calibri"/>
                <a:cs typeface="Calibri"/>
              </a:defRPr>
            </a:lvl5pPr>
            <a:lvl6pPr algn="l">
              <a:buNone/>
              <a:defRPr sz="1200" b="1" i="0">
                <a:solidFill>
                  <a:srgbClr val="123F50"/>
                </a:solidFill>
                <a:latin typeface="Calibri"/>
                <a:ea typeface="Calibri"/>
                <a:cs typeface="Calibri"/>
              </a:defRPr>
            </a:lvl6pPr>
            <a:lvl7pPr algn="l">
              <a:buNone/>
              <a:defRPr sz="1200" b="1" i="0">
                <a:solidFill>
                  <a:srgbClr val="123F50"/>
                </a:solidFill>
                <a:latin typeface="Calibri"/>
                <a:ea typeface="Calibri"/>
                <a:cs typeface="Calibri"/>
              </a:defRPr>
            </a:lvl7pPr>
            <a:lvl8pPr algn="l">
              <a:buNone/>
              <a:defRPr sz="1200" b="1" i="0">
                <a:solidFill>
                  <a:srgbClr val="123F50"/>
                </a:solidFill>
                <a:latin typeface="Calibri"/>
                <a:ea typeface="Calibri"/>
                <a:cs typeface="Calibri"/>
              </a:defRPr>
            </a:lvl8pPr>
            <a:lvl9pPr algn="l">
              <a:buNone/>
              <a:defRPr sz="1200" b="1" i="0">
                <a:solidFill>
                  <a:srgbClr val="123F50"/>
                </a:solidFill>
                <a:latin typeface="Calibri"/>
                <a:ea typeface="Calibri"/>
                <a:cs typeface="Calibri"/>
              </a:defRPr>
            </a:lvl9pPr>
          </a:lstStyle>
          <a:p xmlns:a="http://schemas.openxmlformats.org/drawingml/2006/main">
            <a:pPr algn="l">
              <a:lnSpc>
                <a:spcPct val="108000"/>
              </a:lnSpc>
              <a:buNone/>
              <a:defRPr sz="1200" b="1" i="0">
                <a:solidFill>
                  <a:srgbClr val="123F50"/>
                </a:solidFill>
                <a:latin typeface="Calibri"/>
                <a:ea typeface="Calibri"/>
                <a:cs typeface="Calibri"/>
              </a:defRPr>
            </a:pPr>
            <a:r>
              <a:rPr sz="1200" b="1" i="0">
                <a:solidFill>
                  <a:srgbClr val="123F50"/>
                </a:solidFill>
                <a:latin typeface="Calibri"/>
                <a:ea typeface="Calibri"/>
                <a:cs typeface="Calibri"/>
              </a:rPr>
              <a:t>Compare rule outputs</a:t>
            </a:r>
          </a:p>
        </p:txBody>
      </p:sp>
      <p:sp>
        <p:nvSpPr>
          <p:cNvPr id="21" name="">
            <a:extLst xmlns:a="http://schemas.openxmlformats.org/drawingml/2006/main">
              <a:ext uri="{FF2B5EF4-FFF2-40B4-BE49-F238E27FC236}">
                <a16:creationId xmlns:a16="http://schemas.microsoft.com/office/drawing/2014/main" id="{B542745C-380E-4AF2-953D-25AE44377451}"/>
              </a:ext>
            </a:extLst>
          </p:cNvPr>
          <p:cNvSpPr>
            <a:spLocks xmlns:a="http://schemas.openxmlformats.org/drawingml/2006/main" noGrp="1"/>
          </p:cNvSpPr>
          <p:nvPr/>
        </p:nvSpPr>
        <p:spPr>
          <a:xfrm xmlns:a="http://schemas.openxmlformats.org/drawingml/2006/main">
            <a:off x="3629025" y="2781300"/>
            <a:ext cx="33528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i="0">
                <a:solidFill>
                  <a:srgbClr val="263C45"/>
                </a:solidFill>
                <a:latin typeface="Calibri"/>
                <a:ea typeface="Calibri"/>
                <a:cs typeface="Calibri"/>
              </a:defRPr>
            </a:defPPr>
            <a:lvl1pPr algn="l">
              <a:buNone/>
              <a:defRPr sz="1125" b="0" i="0">
                <a:solidFill>
                  <a:srgbClr val="263C45"/>
                </a:solidFill>
                <a:latin typeface="Calibri"/>
                <a:ea typeface="Calibri"/>
                <a:cs typeface="Calibri"/>
              </a:defRPr>
            </a:lvl1pPr>
            <a:lvl2pPr algn="l">
              <a:buNone/>
              <a:defRPr sz="1125" b="0" i="0">
                <a:solidFill>
                  <a:srgbClr val="263C45"/>
                </a:solidFill>
                <a:latin typeface="Calibri"/>
                <a:ea typeface="Calibri"/>
                <a:cs typeface="Calibri"/>
              </a:defRPr>
            </a:lvl2pPr>
            <a:lvl3pPr algn="l">
              <a:buNone/>
              <a:defRPr sz="1125" b="0" i="0">
                <a:solidFill>
                  <a:srgbClr val="263C45"/>
                </a:solidFill>
                <a:latin typeface="Calibri"/>
                <a:ea typeface="Calibri"/>
                <a:cs typeface="Calibri"/>
              </a:defRPr>
            </a:lvl3pPr>
            <a:lvl4pPr algn="l">
              <a:buNone/>
              <a:defRPr sz="1125" b="0" i="0">
                <a:solidFill>
                  <a:srgbClr val="263C45"/>
                </a:solidFill>
                <a:latin typeface="Calibri"/>
                <a:ea typeface="Calibri"/>
                <a:cs typeface="Calibri"/>
              </a:defRPr>
            </a:lvl4pPr>
            <a:lvl5pPr algn="l">
              <a:buNone/>
              <a:defRPr sz="1125" b="0" i="0">
                <a:solidFill>
                  <a:srgbClr val="263C45"/>
                </a:solidFill>
                <a:latin typeface="Calibri"/>
                <a:ea typeface="Calibri"/>
                <a:cs typeface="Calibri"/>
              </a:defRPr>
            </a:lvl5pPr>
            <a:lvl6pPr algn="l">
              <a:buNone/>
              <a:defRPr sz="1125" b="0" i="0">
                <a:solidFill>
                  <a:srgbClr val="263C45"/>
                </a:solidFill>
                <a:latin typeface="Calibri"/>
                <a:ea typeface="Calibri"/>
                <a:cs typeface="Calibri"/>
              </a:defRPr>
            </a:lvl6pPr>
            <a:lvl7pPr algn="l">
              <a:buNone/>
              <a:defRPr sz="1125" b="0" i="0">
                <a:solidFill>
                  <a:srgbClr val="263C45"/>
                </a:solidFill>
                <a:latin typeface="Calibri"/>
                <a:ea typeface="Calibri"/>
                <a:cs typeface="Calibri"/>
              </a:defRPr>
            </a:lvl7pPr>
            <a:lvl8pPr algn="l">
              <a:buNone/>
              <a:defRPr sz="1125" b="0" i="0">
                <a:solidFill>
                  <a:srgbClr val="263C45"/>
                </a:solidFill>
                <a:latin typeface="Calibri"/>
                <a:ea typeface="Calibri"/>
                <a:cs typeface="Calibri"/>
              </a:defRPr>
            </a:lvl8pPr>
            <a:lvl9pPr algn="l">
              <a:buNone/>
              <a:defRPr sz="1125" b="0" i="0">
                <a:solidFill>
                  <a:srgbClr val="263C45"/>
                </a:solidFill>
                <a:latin typeface="Calibri"/>
                <a:ea typeface="Calibri"/>
                <a:cs typeface="Calibri"/>
              </a:defRPr>
            </a:lvl9pPr>
          </a:lstStyle>
          <a:p xmlns:a="http://schemas.openxmlformats.org/drawingml/2006/main">
            <a:pPr algn="l">
              <a:lnSpc>
                <a:spcPct val="108000"/>
              </a:lnSpc>
              <a:buNone/>
              <a:defRPr sz="1125" b="0" i="0">
                <a:solidFill>
                  <a:srgbClr val="263C45"/>
                </a:solidFill>
                <a:latin typeface="Calibri"/>
                <a:ea typeface="Calibri"/>
                <a:cs typeface="Calibri"/>
              </a:defRPr>
            </a:pPr>
            <a:r>
              <a:rPr sz="1125" b="0" i="0">
                <a:solidFill>
                  <a:srgbClr val="263C45"/>
                </a:solidFill>
                <a:latin typeface="Calibri"/>
                <a:ea typeface="Calibri"/>
                <a:cs typeface="Calibri"/>
              </a:rPr>
              <a:t>LOW through CRITICAL demo profiles</a:t>
            </a:r>
          </a:p>
        </p:txBody>
      </p:sp>
      <p:sp>
        <p:nvSpPr>
          <p:cNvPr id="22" name="">
            <a:extLst xmlns:a="http://schemas.openxmlformats.org/drawingml/2006/main">
              <a:ext uri="{FF2B5EF4-FFF2-40B4-BE49-F238E27FC236}">
                <a16:creationId xmlns:a16="http://schemas.microsoft.com/office/drawing/2014/main" id="{6C54C68C-25B2-4D32-BB8F-C275CB806FAF}"/>
              </a:ext>
            </a:extLst>
          </p:cNvPr>
          <p:cNvSpPr>
            <a:spLocks xmlns:a="http://schemas.openxmlformats.org/drawingml/2006/main" noGrp="1"/>
          </p:cNvSpPr>
          <p:nvPr/>
        </p:nvSpPr>
        <p:spPr>
          <a:xfrm xmlns:a="http://schemas.openxmlformats.org/drawingml/2006/main" flipH="0" flipV="0">
            <a:off x="1095375" y="3143250"/>
            <a:ext cx="5905500" cy="4763"/>
          </a:xfrm>
          <a:prstGeom xmlns:a="http://schemas.openxmlformats.org/drawingml/2006/main" prst="line">
            <a:avLst/>
          </a:prstGeom>
          <a:noFill xmlns:a="http://schemas.openxmlformats.org/drawingml/2006/main"/>
          <a:ln xmlns:a="http://schemas.openxmlformats.org/drawingml/2006/main" w="9525">
            <a:solidFill>
              <a:srgbClr val="E0E8E7"/>
            </a:solidFill>
            <a:prstDash val="solid"/>
          </a:ln>
        </p:spPr>
      </p:sp>
      <p:sp>
        <p:nvSpPr>
          <p:cNvPr id="23" name="">
            <a:extLst xmlns:a="http://schemas.openxmlformats.org/drawingml/2006/main">
              <a:ext uri="{FF2B5EF4-FFF2-40B4-BE49-F238E27FC236}">
                <a16:creationId xmlns:a16="http://schemas.microsoft.com/office/drawing/2014/main" id="{C01E205E-DF4E-400B-8BCD-111F7D28FF33}"/>
              </a:ext>
            </a:extLst>
          </p:cNvPr>
          <p:cNvSpPr>
            <a:spLocks xmlns:a="http://schemas.openxmlformats.org/drawingml/2006/main" noGrp="1"/>
          </p:cNvSpPr>
          <p:nvPr/>
        </p:nvSpPr>
        <p:spPr>
          <a:xfrm xmlns:a="http://schemas.openxmlformats.org/drawingml/2006/main">
            <a:off x="552450" y="3248025"/>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i="0">
                <a:solidFill>
                  <a:srgbClr val="248F8A"/>
                </a:solidFill>
                <a:latin typeface="Calibri Light"/>
                <a:ea typeface="Calibri Light"/>
                <a:cs typeface="Calibri Light"/>
              </a:defRPr>
            </a:defPPr>
            <a:lvl1pPr algn="l">
              <a:buNone/>
              <a:defRPr sz="1650" b="1" i="0">
                <a:solidFill>
                  <a:srgbClr val="248F8A"/>
                </a:solidFill>
                <a:latin typeface="Calibri Light"/>
                <a:ea typeface="Calibri Light"/>
                <a:cs typeface="Calibri Light"/>
              </a:defRPr>
            </a:lvl1pPr>
            <a:lvl2pPr algn="l">
              <a:buNone/>
              <a:defRPr sz="1650" b="1" i="0">
                <a:solidFill>
                  <a:srgbClr val="248F8A"/>
                </a:solidFill>
                <a:latin typeface="Calibri Light"/>
                <a:ea typeface="Calibri Light"/>
                <a:cs typeface="Calibri Light"/>
              </a:defRPr>
            </a:lvl2pPr>
            <a:lvl3pPr algn="l">
              <a:buNone/>
              <a:defRPr sz="1650" b="1" i="0">
                <a:solidFill>
                  <a:srgbClr val="248F8A"/>
                </a:solidFill>
                <a:latin typeface="Calibri Light"/>
                <a:ea typeface="Calibri Light"/>
                <a:cs typeface="Calibri Light"/>
              </a:defRPr>
            </a:lvl3pPr>
            <a:lvl4pPr algn="l">
              <a:buNone/>
              <a:defRPr sz="1650" b="1" i="0">
                <a:solidFill>
                  <a:srgbClr val="248F8A"/>
                </a:solidFill>
                <a:latin typeface="Calibri Light"/>
                <a:ea typeface="Calibri Light"/>
                <a:cs typeface="Calibri Light"/>
              </a:defRPr>
            </a:lvl4pPr>
            <a:lvl5pPr algn="l">
              <a:buNone/>
              <a:defRPr sz="1650" b="1" i="0">
                <a:solidFill>
                  <a:srgbClr val="248F8A"/>
                </a:solidFill>
                <a:latin typeface="Calibri Light"/>
                <a:ea typeface="Calibri Light"/>
                <a:cs typeface="Calibri Light"/>
              </a:defRPr>
            </a:lvl5pPr>
            <a:lvl6pPr algn="l">
              <a:buNone/>
              <a:defRPr sz="1650" b="1" i="0">
                <a:solidFill>
                  <a:srgbClr val="248F8A"/>
                </a:solidFill>
                <a:latin typeface="Calibri Light"/>
                <a:ea typeface="Calibri Light"/>
                <a:cs typeface="Calibri Light"/>
              </a:defRPr>
            </a:lvl6pPr>
            <a:lvl7pPr algn="l">
              <a:buNone/>
              <a:defRPr sz="1650" b="1" i="0">
                <a:solidFill>
                  <a:srgbClr val="248F8A"/>
                </a:solidFill>
                <a:latin typeface="Calibri Light"/>
                <a:ea typeface="Calibri Light"/>
                <a:cs typeface="Calibri Light"/>
              </a:defRPr>
            </a:lvl7pPr>
            <a:lvl8pPr algn="l">
              <a:buNone/>
              <a:defRPr sz="1650" b="1" i="0">
                <a:solidFill>
                  <a:srgbClr val="248F8A"/>
                </a:solidFill>
                <a:latin typeface="Calibri Light"/>
                <a:ea typeface="Calibri Light"/>
                <a:cs typeface="Calibri Light"/>
              </a:defRPr>
            </a:lvl8pPr>
            <a:lvl9pPr algn="l">
              <a:buNone/>
              <a:defRPr sz="1650" b="1" i="0">
                <a:solidFill>
                  <a:srgbClr val="248F8A"/>
                </a:solidFill>
                <a:latin typeface="Calibri Light"/>
                <a:ea typeface="Calibri Light"/>
                <a:cs typeface="Calibri Light"/>
              </a:defRPr>
            </a:lvl9pPr>
          </a:lstStyle>
          <a:p xmlns:a="http://schemas.openxmlformats.org/drawingml/2006/main">
            <a:pPr algn="l">
              <a:lnSpc>
                <a:spcPct val="108000"/>
              </a:lnSpc>
              <a:buNone/>
              <a:defRPr sz="1650" b="1" i="0">
                <a:solidFill>
                  <a:srgbClr val="248F8A"/>
                </a:solidFill>
                <a:latin typeface="Calibri Light"/>
                <a:ea typeface="Calibri Light"/>
                <a:cs typeface="Calibri Light"/>
              </a:defRPr>
            </a:pPr>
            <a:r>
              <a:rPr sz="1650" b="1" i="0">
                <a:solidFill>
                  <a:srgbClr val="248F8A"/>
                </a:solidFill>
                <a:latin typeface="Calibri Light"/>
                <a:ea typeface="Calibri Light"/>
                <a:cs typeface="Calibri Light"/>
              </a:rPr>
              <a:t>05</a:t>
            </a:r>
          </a:p>
        </p:txBody>
      </p:sp>
      <p:sp>
        <p:nvSpPr>
          <p:cNvPr id="24" name="">
            <a:extLst xmlns:a="http://schemas.openxmlformats.org/drawingml/2006/main">
              <a:ext uri="{FF2B5EF4-FFF2-40B4-BE49-F238E27FC236}">
                <a16:creationId xmlns:a16="http://schemas.microsoft.com/office/drawing/2014/main" id="{7760B443-0269-465B-BBB8-2E9B17D016FB}"/>
              </a:ext>
            </a:extLst>
          </p:cNvPr>
          <p:cNvSpPr>
            <a:spLocks xmlns:a="http://schemas.openxmlformats.org/drawingml/2006/main" noGrp="1"/>
          </p:cNvSpPr>
          <p:nvPr/>
        </p:nvSpPr>
        <p:spPr>
          <a:xfrm xmlns:a="http://schemas.openxmlformats.org/drawingml/2006/main">
            <a:off x="1095375" y="3248025"/>
            <a:ext cx="23431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i="0">
                <a:solidFill>
                  <a:srgbClr val="123F50"/>
                </a:solidFill>
                <a:latin typeface="Calibri"/>
                <a:ea typeface="Calibri"/>
                <a:cs typeface="Calibri"/>
              </a:defRPr>
            </a:defPPr>
            <a:lvl1pPr algn="l">
              <a:buNone/>
              <a:defRPr sz="1200" b="1" i="0">
                <a:solidFill>
                  <a:srgbClr val="123F50"/>
                </a:solidFill>
                <a:latin typeface="Calibri"/>
                <a:ea typeface="Calibri"/>
                <a:cs typeface="Calibri"/>
              </a:defRPr>
            </a:lvl1pPr>
            <a:lvl2pPr algn="l">
              <a:buNone/>
              <a:defRPr sz="1200" b="1" i="0">
                <a:solidFill>
                  <a:srgbClr val="123F50"/>
                </a:solidFill>
                <a:latin typeface="Calibri"/>
                <a:ea typeface="Calibri"/>
                <a:cs typeface="Calibri"/>
              </a:defRPr>
            </a:lvl2pPr>
            <a:lvl3pPr algn="l">
              <a:buNone/>
              <a:defRPr sz="1200" b="1" i="0">
                <a:solidFill>
                  <a:srgbClr val="123F50"/>
                </a:solidFill>
                <a:latin typeface="Calibri"/>
                <a:ea typeface="Calibri"/>
                <a:cs typeface="Calibri"/>
              </a:defRPr>
            </a:lvl3pPr>
            <a:lvl4pPr algn="l">
              <a:buNone/>
              <a:defRPr sz="1200" b="1" i="0">
                <a:solidFill>
                  <a:srgbClr val="123F50"/>
                </a:solidFill>
                <a:latin typeface="Calibri"/>
                <a:ea typeface="Calibri"/>
                <a:cs typeface="Calibri"/>
              </a:defRPr>
            </a:lvl4pPr>
            <a:lvl5pPr algn="l">
              <a:buNone/>
              <a:defRPr sz="1200" b="1" i="0">
                <a:solidFill>
                  <a:srgbClr val="123F50"/>
                </a:solidFill>
                <a:latin typeface="Calibri"/>
                <a:ea typeface="Calibri"/>
                <a:cs typeface="Calibri"/>
              </a:defRPr>
            </a:lvl5pPr>
            <a:lvl6pPr algn="l">
              <a:buNone/>
              <a:defRPr sz="1200" b="1" i="0">
                <a:solidFill>
                  <a:srgbClr val="123F50"/>
                </a:solidFill>
                <a:latin typeface="Calibri"/>
                <a:ea typeface="Calibri"/>
                <a:cs typeface="Calibri"/>
              </a:defRPr>
            </a:lvl6pPr>
            <a:lvl7pPr algn="l">
              <a:buNone/>
              <a:defRPr sz="1200" b="1" i="0">
                <a:solidFill>
                  <a:srgbClr val="123F50"/>
                </a:solidFill>
                <a:latin typeface="Calibri"/>
                <a:ea typeface="Calibri"/>
                <a:cs typeface="Calibri"/>
              </a:defRPr>
            </a:lvl7pPr>
            <a:lvl8pPr algn="l">
              <a:buNone/>
              <a:defRPr sz="1200" b="1" i="0">
                <a:solidFill>
                  <a:srgbClr val="123F50"/>
                </a:solidFill>
                <a:latin typeface="Calibri"/>
                <a:ea typeface="Calibri"/>
                <a:cs typeface="Calibri"/>
              </a:defRPr>
            </a:lvl8pPr>
            <a:lvl9pPr algn="l">
              <a:buNone/>
              <a:defRPr sz="1200" b="1" i="0">
                <a:solidFill>
                  <a:srgbClr val="123F50"/>
                </a:solidFill>
                <a:latin typeface="Calibri"/>
                <a:ea typeface="Calibri"/>
                <a:cs typeface="Calibri"/>
              </a:defRPr>
            </a:lvl9pPr>
          </a:lstStyle>
          <a:p xmlns:a="http://schemas.openxmlformats.org/drawingml/2006/main">
            <a:pPr algn="l">
              <a:lnSpc>
                <a:spcPct val="108000"/>
              </a:lnSpc>
              <a:buNone/>
              <a:defRPr sz="1200" b="1" i="0">
                <a:solidFill>
                  <a:srgbClr val="123F50"/>
                </a:solidFill>
                <a:latin typeface="Calibri"/>
                <a:ea typeface="Calibri"/>
                <a:cs typeface="Calibri"/>
              </a:defRPr>
            </a:pPr>
            <a:r>
              <a:rPr sz="1200" b="1" i="0">
                <a:solidFill>
                  <a:srgbClr val="123F50"/>
                </a:solidFill>
                <a:latin typeface="Calibri"/>
                <a:ea typeface="Calibri"/>
                <a:cs typeface="Calibri"/>
              </a:rPr>
              <a:t>Submit a vital</a:t>
            </a:r>
          </a:p>
        </p:txBody>
      </p:sp>
      <p:sp>
        <p:nvSpPr>
          <p:cNvPr id="25" name="">
            <a:extLst xmlns:a="http://schemas.openxmlformats.org/drawingml/2006/main">
              <a:ext uri="{FF2B5EF4-FFF2-40B4-BE49-F238E27FC236}">
                <a16:creationId xmlns:a16="http://schemas.microsoft.com/office/drawing/2014/main" id="{4BBA7C6D-0762-45C0-95D2-4568869FE68C}"/>
              </a:ext>
            </a:extLst>
          </p:cNvPr>
          <p:cNvSpPr>
            <a:spLocks xmlns:a="http://schemas.openxmlformats.org/drawingml/2006/main" noGrp="1"/>
          </p:cNvSpPr>
          <p:nvPr/>
        </p:nvSpPr>
        <p:spPr>
          <a:xfrm xmlns:a="http://schemas.openxmlformats.org/drawingml/2006/main">
            <a:off x="3629025" y="3248025"/>
            <a:ext cx="33528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i="0">
                <a:solidFill>
                  <a:srgbClr val="263C45"/>
                </a:solidFill>
                <a:latin typeface="Calibri"/>
                <a:ea typeface="Calibri"/>
                <a:cs typeface="Calibri"/>
              </a:defRPr>
            </a:defPPr>
            <a:lvl1pPr algn="l">
              <a:buNone/>
              <a:defRPr sz="1125" b="0" i="0">
                <a:solidFill>
                  <a:srgbClr val="263C45"/>
                </a:solidFill>
                <a:latin typeface="Calibri"/>
                <a:ea typeface="Calibri"/>
                <a:cs typeface="Calibri"/>
              </a:defRPr>
            </a:lvl1pPr>
            <a:lvl2pPr algn="l">
              <a:buNone/>
              <a:defRPr sz="1125" b="0" i="0">
                <a:solidFill>
                  <a:srgbClr val="263C45"/>
                </a:solidFill>
                <a:latin typeface="Calibri"/>
                <a:ea typeface="Calibri"/>
                <a:cs typeface="Calibri"/>
              </a:defRPr>
            </a:lvl2pPr>
            <a:lvl3pPr algn="l">
              <a:buNone/>
              <a:defRPr sz="1125" b="0" i="0">
                <a:solidFill>
                  <a:srgbClr val="263C45"/>
                </a:solidFill>
                <a:latin typeface="Calibri"/>
                <a:ea typeface="Calibri"/>
                <a:cs typeface="Calibri"/>
              </a:defRPr>
            </a:lvl3pPr>
            <a:lvl4pPr algn="l">
              <a:buNone/>
              <a:defRPr sz="1125" b="0" i="0">
                <a:solidFill>
                  <a:srgbClr val="263C45"/>
                </a:solidFill>
                <a:latin typeface="Calibri"/>
                <a:ea typeface="Calibri"/>
                <a:cs typeface="Calibri"/>
              </a:defRPr>
            </a:lvl4pPr>
            <a:lvl5pPr algn="l">
              <a:buNone/>
              <a:defRPr sz="1125" b="0" i="0">
                <a:solidFill>
                  <a:srgbClr val="263C45"/>
                </a:solidFill>
                <a:latin typeface="Calibri"/>
                <a:ea typeface="Calibri"/>
                <a:cs typeface="Calibri"/>
              </a:defRPr>
            </a:lvl5pPr>
            <a:lvl6pPr algn="l">
              <a:buNone/>
              <a:defRPr sz="1125" b="0" i="0">
                <a:solidFill>
                  <a:srgbClr val="263C45"/>
                </a:solidFill>
                <a:latin typeface="Calibri"/>
                <a:ea typeface="Calibri"/>
                <a:cs typeface="Calibri"/>
              </a:defRPr>
            </a:lvl6pPr>
            <a:lvl7pPr algn="l">
              <a:buNone/>
              <a:defRPr sz="1125" b="0" i="0">
                <a:solidFill>
                  <a:srgbClr val="263C45"/>
                </a:solidFill>
                <a:latin typeface="Calibri"/>
                <a:ea typeface="Calibri"/>
                <a:cs typeface="Calibri"/>
              </a:defRPr>
            </a:lvl7pPr>
            <a:lvl8pPr algn="l">
              <a:buNone/>
              <a:defRPr sz="1125" b="0" i="0">
                <a:solidFill>
                  <a:srgbClr val="263C45"/>
                </a:solidFill>
                <a:latin typeface="Calibri"/>
                <a:ea typeface="Calibri"/>
                <a:cs typeface="Calibri"/>
              </a:defRPr>
            </a:lvl8pPr>
            <a:lvl9pPr algn="l">
              <a:buNone/>
              <a:defRPr sz="1125" b="0" i="0">
                <a:solidFill>
                  <a:srgbClr val="263C45"/>
                </a:solidFill>
                <a:latin typeface="Calibri"/>
                <a:ea typeface="Calibri"/>
                <a:cs typeface="Calibri"/>
              </a:defRPr>
            </a:lvl9pPr>
          </a:lstStyle>
          <a:p xmlns:a="http://schemas.openxmlformats.org/drawingml/2006/main">
            <a:pPr algn="l">
              <a:lnSpc>
                <a:spcPct val="108000"/>
              </a:lnSpc>
              <a:buNone/>
              <a:defRPr sz="1125" b="0" i="0">
                <a:solidFill>
                  <a:srgbClr val="263C45"/>
                </a:solidFill>
                <a:latin typeface="Calibri"/>
                <a:ea typeface="Calibri"/>
                <a:cs typeface="Calibri"/>
              </a:defRPr>
            </a:pPr>
            <a:r>
              <a:rPr sz="1125" b="0" i="0">
                <a:solidFill>
                  <a:srgbClr val="263C45"/>
                </a:solidFill>
                <a:latin typeface="Calibri"/>
                <a:ea typeface="Calibri"/>
                <a:cs typeface="Calibri"/>
              </a:rPr>
              <a:t>Swagger or live WebSocket event</a:t>
            </a:r>
          </a:p>
        </p:txBody>
      </p:sp>
      <p:sp>
        <p:nvSpPr>
          <p:cNvPr id="26" name="">
            <a:extLst xmlns:a="http://schemas.openxmlformats.org/drawingml/2006/main">
              <a:ext uri="{FF2B5EF4-FFF2-40B4-BE49-F238E27FC236}">
                <a16:creationId xmlns:a16="http://schemas.microsoft.com/office/drawing/2014/main" id="{6D426472-D1D4-465E-9324-71CF1BD40939}"/>
              </a:ext>
            </a:extLst>
          </p:cNvPr>
          <p:cNvSpPr>
            <a:spLocks xmlns:a="http://schemas.openxmlformats.org/drawingml/2006/main" noGrp="1"/>
          </p:cNvSpPr>
          <p:nvPr/>
        </p:nvSpPr>
        <p:spPr>
          <a:xfrm xmlns:a="http://schemas.openxmlformats.org/drawingml/2006/main" flipH="0" flipV="0">
            <a:off x="1095375" y="3609975"/>
            <a:ext cx="5905500" cy="4763"/>
          </a:xfrm>
          <a:prstGeom xmlns:a="http://schemas.openxmlformats.org/drawingml/2006/main" prst="line">
            <a:avLst/>
          </a:prstGeom>
          <a:noFill xmlns:a="http://schemas.openxmlformats.org/drawingml/2006/main"/>
          <a:ln xmlns:a="http://schemas.openxmlformats.org/drawingml/2006/main" w="9525">
            <a:solidFill>
              <a:srgbClr val="E0E8E7"/>
            </a:solidFill>
            <a:prstDash val="solid"/>
          </a:ln>
        </p:spPr>
      </p:sp>
      <p:sp>
        <p:nvSpPr>
          <p:cNvPr id="27" name="">
            <a:extLst xmlns:a="http://schemas.openxmlformats.org/drawingml/2006/main">
              <a:ext uri="{FF2B5EF4-FFF2-40B4-BE49-F238E27FC236}">
                <a16:creationId xmlns:a16="http://schemas.microsoft.com/office/drawing/2014/main" id="{F1A03D95-2723-405D-B361-6AD1533CD3EC}"/>
              </a:ext>
            </a:extLst>
          </p:cNvPr>
          <p:cNvSpPr>
            <a:spLocks xmlns:a="http://schemas.openxmlformats.org/drawingml/2006/main" noGrp="1"/>
          </p:cNvSpPr>
          <p:nvPr/>
        </p:nvSpPr>
        <p:spPr>
          <a:xfrm xmlns:a="http://schemas.openxmlformats.org/drawingml/2006/main">
            <a:off x="552450" y="37147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i="0">
                <a:solidFill>
                  <a:srgbClr val="248F8A"/>
                </a:solidFill>
                <a:latin typeface="Calibri Light"/>
                <a:ea typeface="Calibri Light"/>
                <a:cs typeface="Calibri Light"/>
              </a:defRPr>
            </a:defPPr>
            <a:lvl1pPr algn="l">
              <a:buNone/>
              <a:defRPr sz="1650" b="1" i="0">
                <a:solidFill>
                  <a:srgbClr val="248F8A"/>
                </a:solidFill>
                <a:latin typeface="Calibri Light"/>
                <a:ea typeface="Calibri Light"/>
                <a:cs typeface="Calibri Light"/>
              </a:defRPr>
            </a:lvl1pPr>
            <a:lvl2pPr algn="l">
              <a:buNone/>
              <a:defRPr sz="1650" b="1" i="0">
                <a:solidFill>
                  <a:srgbClr val="248F8A"/>
                </a:solidFill>
                <a:latin typeface="Calibri Light"/>
                <a:ea typeface="Calibri Light"/>
                <a:cs typeface="Calibri Light"/>
              </a:defRPr>
            </a:lvl2pPr>
            <a:lvl3pPr algn="l">
              <a:buNone/>
              <a:defRPr sz="1650" b="1" i="0">
                <a:solidFill>
                  <a:srgbClr val="248F8A"/>
                </a:solidFill>
                <a:latin typeface="Calibri Light"/>
                <a:ea typeface="Calibri Light"/>
                <a:cs typeface="Calibri Light"/>
              </a:defRPr>
            </a:lvl3pPr>
            <a:lvl4pPr algn="l">
              <a:buNone/>
              <a:defRPr sz="1650" b="1" i="0">
                <a:solidFill>
                  <a:srgbClr val="248F8A"/>
                </a:solidFill>
                <a:latin typeface="Calibri Light"/>
                <a:ea typeface="Calibri Light"/>
                <a:cs typeface="Calibri Light"/>
              </a:defRPr>
            </a:lvl4pPr>
            <a:lvl5pPr algn="l">
              <a:buNone/>
              <a:defRPr sz="1650" b="1" i="0">
                <a:solidFill>
                  <a:srgbClr val="248F8A"/>
                </a:solidFill>
                <a:latin typeface="Calibri Light"/>
                <a:ea typeface="Calibri Light"/>
                <a:cs typeface="Calibri Light"/>
              </a:defRPr>
            </a:lvl5pPr>
            <a:lvl6pPr algn="l">
              <a:buNone/>
              <a:defRPr sz="1650" b="1" i="0">
                <a:solidFill>
                  <a:srgbClr val="248F8A"/>
                </a:solidFill>
                <a:latin typeface="Calibri Light"/>
                <a:ea typeface="Calibri Light"/>
                <a:cs typeface="Calibri Light"/>
              </a:defRPr>
            </a:lvl6pPr>
            <a:lvl7pPr algn="l">
              <a:buNone/>
              <a:defRPr sz="1650" b="1" i="0">
                <a:solidFill>
                  <a:srgbClr val="248F8A"/>
                </a:solidFill>
                <a:latin typeface="Calibri Light"/>
                <a:ea typeface="Calibri Light"/>
                <a:cs typeface="Calibri Light"/>
              </a:defRPr>
            </a:lvl7pPr>
            <a:lvl8pPr algn="l">
              <a:buNone/>
              <a:defRPr sz="1650" b="1" i="0">
                <a:solidFill>
                  <a:srgbClr val="248F8A"/>
                </a:solidFill>
                <a:latin typeface="Calibri Light"/>
                <a:ea typeface="Calibri Light"/>
                <a:cs typeface="Calibri Light"/>
              </a:defRPr>
            </a:lvl8pPr>
            <a:lvl9pPr algn="l">
              <a:buNone/>
              <a:defRPr sz="1650" b="1" i="0">
                <a:solidFill>
                  <a:srgbClr val="248F8A"/>
                </a:solidFill>
                <a:latin typeface="Calibri Light"/>
                <a:ea typeface="Calibri Light"/>
                <a:cs typeface="Calibri Light"/>
              </a:defRPr>
            </a:lvl9pPr>
          </a:lstStyle>
          <a:p xmlns:a="http://schemas.openxmlformats.org/drawingml/2006/main">
            <a:pPr algn="l">
              <a:lnSpc>
                <a:spcPct val="108000"/>
              </a:lnSpc>
              <a:buNone/>
              <a:defRPr sz="1650" b="1" i="0">
                <a:solidFill>
                  <a:srgbClr val="248F8A"/>
                </a:solidFill>
                <a:latin typeface="Calibri Light"/>
                <a:ea typeface="Calibri Light"/>
                <a:cs typeface="Calibri Light"/>
              </a:defRPr>
            </a:pPr>
            <a:r>
              <a:rPr sz="1650" b="1" i="0">
                <a:solidFill>
                  <a:srgbClr val="248F8A"/>
                </a:solidFill>
                <a:latin typeface="Calibri Light"/>
                <a:ea typeface="Calibri Light"/>
                <a:cs typeface="Calibri Light"/>
              </a:rPr>
              <a:t>06</a:t>
            </a:r>
          </a:p>
        </p:txBody>
      </p:sp>
      <p:sp>
        <p:nvSpPr>
          <p:cNvPr id="28" name="">
            <a:extLst xmlns:a="http://schemas.openxmlformats.org/drawingml/2006/main">
              <a:ext uri="{FF2B5EF4-FFF2-40B4-BE49-F238E27FC236}">
                <a16:creationId xmlns:a16="http://schemas.microsoft.com/office/drawing/2014/main" id="{82833EC0-D88E-41C0-8848-18D85C5B32DB}"/>
              </a:ext>
            </a:extLst>
          </p:cNvPr>
          <p:cNvSpPr>
            <a:spLocks xmlns:a="http://schemas.openxmlformats.org/drawingml/2006/main" noGrp="1"/>
          </p:cNvSpPr>
          <p:nvPr/>
        </p:nvSpPr>
        <p:spPr>
          <a:xfrm xmlns:a="http://schemas.openxmlformats.org/drawingml/2006/main">
            <a:off x="1095375" y="3714750"/>
            <a:ext cx="23431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i="0">
                <a:solidFill>
                  <a:srgbClr val="123F50"/>
                </a:solidFill>
                <a:latin typeface="Calibri"/>
                <a:ea typeface="Calibri"/>
                <a:cs typeface="Calibri"/>
              </a:defRPr>
            </a:defPPr>
            <a:lvl1pPr algn="l">
              <a:buNone/>
              <a:defRPr sz="1200" b="1" i="0">
                <a:solidFill>
                  <a:srgbClr val="123F50"/>
                </a:solidFill>
                <a:latin typeface="Calibri"/>
                <a:ea typeface="Calibri"/>
                <a:cs typeface="Calibri"/>
              </a:defRPr>
            </a:lvl1pPr>
            <a:lvl2pPr algn="l">
              <a:buNone/>
              <a:defRPr sz="1200" b="1" i="0">
                <a:solidFill>
                  <a:srgbClr val="123F50"/>
                </a:solidFill>
                <a:latin typeface="Calibri"/>
                <a:ea typeface="Calibri"/>
                <a:cs typeface="Calibri"/>
              </a:defRPr>
            </a:lvl2pPr>
            <a:lvl3pPr algn="l">
              <a:buNone/>
              <a:defRPr sz="1200" b="1" i="0">
                <a:solidFill>
                  <a:srgbClr val="123F50"/>
                </a:solidFill>
                <a:latin typeface="Calibri"/>
                <a:ea typeface="Calibri"/>
                <a:cs typeface="Calibri"/>
              </a:defRPr>
            </a:lvl3pPr>
            <a:lvl4pPr algn="l">
              <a:buNone/>
              <a:defRPr sz="1200" b="1" i="0">
                <a:solidFill>
                  <a:srgbClr val="123F50"/>
                </a:solidFill>
                <a:latin typeface="Calibri"/>
                <a:ea typeface="Calibri"/>
                <a:cs typeface="Calibri"/>
              </a:defRPr>
            </a:lvl4pPr>
            <a:lvl5pPr algn="l">
              <a:buNone/>
              <a:defRPr sz="1200" b="1" i="0">
                <a:solidFill>
                  <a:srgbClr val="123F50"/>
                </a:solidFill>
                <a:latin typeface="Calibri"/>
                <a:ea typeface="Calibri"/>
                <a:cs typeface="Calibri"/>
              </a:defRPr>
            </a:lvl5pPr>
            <a:lvl6pPr algn="l">
              <a:buNone/>
              <a:defRPr sz="1200" b="1" i="0">
                <a:solidFill>
                  <a:srgbClr val="123F50"/>
                </a:solidFill>
                <a:latin typeface="Calibri"/>
                <a:ea typeface="Calibri"/>
                <a:cs typeface="Calibri"/>
              </a:defRPr>
            </a:lvl6pPr>
            <a:lvl7pPr algn="l">
              <a:buNone/>
              <a:defRPr sz="1200" b="1" i="0">
                <a:solidFill>
                  <a:srgbClr val="123F50"/>
                </a:solidFill>
                <a:latin typeface="Calibri"/>
                <a:ea typeface="Calibri"/>
                <a:cs typeface="Calibri"/>
              </a:defRPr>
            </a:lvl7pPr>
            <a:lvl8pPr algn="l">
              <a:buNone/>
              <a:defRPr sz="1200" b="1" i="0">
                <a:solidFill>
                  <a:srgbClr val="123F50"/>
                </a:solidFill>
                <a:latin typeface="Calibri"/>
                <a:ea typeface="Calibri"/>
                <a:cs typeface="Calibri"/>
              </a:defRPr>
            </a:lvl8pPr>
            <a:lvl9pPr algn="l">
              <a:buNone/>
              <a:defRPr sz="1200" b="1" i="0">
                <a:solidFill>
                  <a:srgbClr val="123F50"/>
                </a:solidFill>
                <a:latin typeface="Calibri"/>
                <a:ea typeface="Calibri"/>
                <a:cs typeface="Calibri"/>
              </a:defRPr>
            </a:lvl9pPr>
          </a:lstStyle>
          <a:p xmlns:a="http://schemas.openxmlformats.org/drawingml/2006/main">
            <a:pPr algn="l">
              <a:lnSpc>
                <a:spcPct val="108000"/>
              </a:lnSpc>
              <a:buNone/>
              <a:defRPr sz="1200" b="1" i="0">
                <a:solidFill>
                  <a:srgbClr val="123F50"/>
                </a:solidFill>
                <a:latin typeface="Calibri"/>
                <a:ea typeface="Calibri"/>
                <a:cs typeface="Calibri"/>
              </a:defRPr>
            </a:pPr>
            <a:r>
              <a:rPr sz="1200" b="1" i="0">
                <a:solidFill>
                  <a:srgbClr val="123F50"/>
                </a:solidFill>
                <a:latin typeface="Calibri"/>
                <a:ea typeface="Calibri"/>
                <a:cs typeface="Calibri"/>
              </a:rPr>
              <a:t>Review + acknowledge</a:t>
            </a:r>
          </a:p>
        </p:txBody>
      </p:sp>
      <p:sp>
        <p:nvSpPr>
          <p:cNvPr id="29" name="">
            <a:extLst xmlns:a="http://schemas.openxmlformats.org/drawingml/2006/main">
              <a:ext uri="{FF2B5EF4-FFF2-40B4-BE49-F238E27FC236}">
                <a16:creationId xmlns:a16="http://schemas.microsoft.com/office/drawing/2014/main" id="{4D4E97F5-C321-499A-9FE3-CDB3D979FB39}"/>
              </a:ext>
            </a:extLst>
          </p:cNvPr>
          <p:cNvSpPr>
            <a:spLocks xmlns:a="http://schemas.openxmlformats.org/drawingml/2006/main" noGrp="1"/>
          </p:cNvSpPr>
          <p:nvPr/>
        </p:nvSpPr>
        <p:spPr>
          <a:xfrm xmlns:a="http://schemas.openxmlformats.org/drawingml/2006/main">
            <a:off x="3629025" y="3714750"/>
            <a:ext cx="33528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i="0">
                <a:solidFill>
                  <a:srgbClr val="263C45"/>
                </a:solidFill>
                <a:latin typeface="Calibri"/>
                <a:ea typeface="Calibri"/>
                <a:cs typeface="Calibri"/>
              </a:defRPr>
            </a:defPPr>
            <a:lvl1pPr algn="l">
              <a:buNone/>
              <a:defRPr sz="1125" b="0" i="0">
                <a:solidFill>
                  <a:srgbClr val="263C45"/>
                </a:solidFill>
                <a:latin typeface="Calibri"/>
                <a:ea typeface="Calibri"/>
                <a:cs typeface="Calibri"/>
              </a:defRPr>
            </a:lvl1pPr>
            <a:lvl2pPr algn="l">
              <a:buNone/>
              <a:defRPr sz="1125" b="0" i="0">
                <a:solidFill>
                  <a:srgbClr val="263C45"/>
                </a:solidFill>
                <a:latin typeface="Calibri"/>
                <a:ea typeface="Calibri"/>
                <a:cs typeface="Calibri"/>
              </a:defRPr>
            </a:lvl2pPr>
            <a:lvl3pPr algn="l">
              <a:buNone/>
              <a:defRPr sz="1125" b="0" i="0">
                <a:solidFill>
                  <a:srgbClr val="263C45"/>
                </a:solidFill>
                <a:latin typeface="Calibri"/>
                <a:ea typeface="Calibri"/>
                <a:cs typeface="Calibri"/>
              </a:defRPr>
            </a:lvl3pPr>
            <a:lvl4pPr algn="l">
              <a:buNone/>
              <a:defRPr sz="1125" b="0" i="0">
                <a:solidFill>
                  <a:srgbClr val="263C45"/>
                </a:solidFill>
                <a:latin typeface="Calibri"/>
                <a:ea typeface="Calibri"/>
                <a:cs typeface="Calibri"/>
              </a:defRPr>
            </a:lvl4pPr>
            <a:lvl5pPr algn="l">
              <a:buNone/>
              <a:defRPr sz="1125" b="0" i="0">
                <a:solidFill>
                  <a:srgbClr val="263C45"/>
                </a:solidFill>
                <a:latin typeface="Calibri"/>
                <a:ea typeface="Calibri"/>
                <a:cs typeface="Calibri"/>
              </a:defRPr>
            </a:lvl5pPr>
            <a:lvl6pPr algn="l">
              <a:buNone/>
              <a:defRPr sz="1125" b="0" i="0">
                <a:solidFill>
                  <a:srgbClr val="263C45"/>
                </a:solidFill>
                <a:latin typeface="Calibri"/>
                <a:ea typeface="Calibri"/>
                <a:cs typeface="Calibri"/>
              </a:defRPr>
            </a:lvl6pPr>
            <a:lvl7pPr algn="l">
              <a:buNone/>
              <a:defRPr sz="1125" b="0" i="0">
                <a:solidFill>
                  <a:srgbClr val="263C45"/>
                </a:solidFill>
                <a:latin typeface="Calibri"/>
                <a:ea typeface="Calibri"/>
                <a:cs typeface="Calibri"/>
              </a:defRPr>
            </a:lvl7pPr>
            <a:lvl8pPr algn="l">
              <a:buNone/>
              <a:defRPr sz="1125" b="0" i="0">
                <a:solidFill>
                  <a:srgbClr val="263C45"/>
                </a:solidFill>
                <a:latin typeface="Calibri"/>
                <a:ea typeface="Calibri"/>
                <a:cs typeface="Calibri"/>
              </a:defRPr>
            </a:lvl8pPr>
            <a:lvl9pPr algn="l">
              <a:buNone/>
              <a:defRPr sz="1125" b="0" i="0">
                <a:solidFill>
                  <a:srgbClr val="263C45"/>
                </a:solidFill>
                <a:latin typeface="Calibri"/>
                <a:ea typeface="Calibri"/>
                <a:cs typeface="Calibri"/>
              </a:defRPr>
            </a:lvl9pPr>
          </a:lstStyle>
          <a:p xmlns:a="http://schemas.openxmlformats.org/drawingml/2006/main">
            <a:pPr algn="l">
              <a:lnSpc>
                <a:spcPct val="108000"/>
              </a:lnSpc>
              <a:buNone/>
              <a:defRPr sz="1125" b="0" i="0">
                <a:solidFill>
                  <a:srgbClr val="263C45"/>
                </a:solidFill>
                <a:latin typeface="Calibri"/>
                <a:ea typeface="Calibri"/>
                <a:cs typeface="Calibri"/>
              </a:defRPr>
            </a:pPr>
            <a:r>
              <a:rPr sz="1125" b="0" i="0">
                <a:solidFill>
                  <a:srgbClr val="263C45"/>
                </a:solidFill>
                <a:latin typeface="Calibri"/>
                <a:ea typeface="Calibri"/>
                <a:cs typeface="Calibri"/>
              </a:rPr>
              <a:t>Alert queue updates in the dashboard</a:t>
            </a:r>
          </a:p>
        </p:txBody>
      </p:sp>
      <p:sp>
        <p:nvSpPr>
          <p:cNvPr id="30" name="">
            <a:extLst xmlns:a="http://schemas.openxmlformats.org/drawingml/2006/main">
              <a:ext uri="{FF2B5EF4-FFF2-40B4-BE49-F238E27FC236}">
                <a16:creationId xmlns:a16="http://schemas.microsoft.com/office/drawing/2014/main" id="{E6052539-D1B5-4307-A8B6-FA172A54EC72}"/>
              </a:ext>
            </a:extLst>
          </p:cNvPr>
          <p:cNvSpPr>
            <a:spLocks xmlns:a="http://schemas.openxmlformats.org/drawingml/2006/main" noGrp="1"/>
          </p:cNvSpPr>
          <p:nvPr/>
        </p:nvSpPr>
        <p:spPr>
          <a:xfrm xmlns:a="http://schemas.openxmlformats.org/drawingml/2006/main" flipH="0" flipV="0">
            <a:off x="1095375" y="4076700"/>
            <a:ext cx="5905500" cy="4763"/>
          </a:xfrm>
          <a:prstGeom xmlns:a="http://schemas.openxmlformats.org/drawingml/2006/main" prst="line">
            <a:avLst/>
          </a:prstGeom>
          <a:noFill xmlns:a="http://schemas.openxmlformats.org/drawingml/2006/main"/>
          <a:ln xmlns:a="http://schemas.openxmlformats.org/drawingml/2006/main" w="9525">
            <a:solidFill>
              <a:srgbClr val="E0E8E7"/>
            </a:solidFill>
            <a:prstDash val="solid"/>
          </a:ln>
        </p:spPr>
      </p:sp>
      <p:sp>
        <p:nvSpPr>
          <p:cNvPr id="31" name="">
            <a:extLst xmlns:a="http://schemas.openxmlformats.org/drawingml/2006/main">
              <a:ext uri="{FF2B5EF4-FFF2-40B4-BE49-F238E27FC236}">
                <a16:creationId xmlns:a16="http://schemas.microsoft.com/office/drawing/2014/main" id="{BBADFB10-1190-413C-ADD4-731FDAE402DC}"/>
              </a:ext>
            </a:extLst>
          </p:cNvPr>
          <p:cNvSpPr>
            <a:spLocks xmlns:a="http://schemas.openxmlformats.org/drawingml/2006/main" noGrp="1"/>
          </p:cNvSpPr>
          <p:nvPr/>
        </p:nvSpPr>
        <p:spPr>
          <a:xfrm xmlns:a="http://schemas.openxmlformats.org/drawingml/2006/main">
            <a:off x="552450" y="4181475"/>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i="0">
                <a:solidFill>
                  <a:srgbClr val="248F8A"/>
                </a:solidFill>
                <a:latin typeface="Calibri Light"/>
                <a:ea typeface="Calibri Light"/>
                <a:cs typeface="Calibri Light"/>
              </a:defRPr>
            </a:defPPr>
            <a:lvl1pPr algn="l">
              <a:buNone/>
              <a:defRPr sz="1650" b="1" i="0">
                <a:solidFill>
                  <a:srgbClr val="248F8A"/>
                </a:solidFill>
                <a:latin typeface="Calibri Light"/>
                <a:ea typeface="Calibri Light"/>
                <a:cs typeface="Calibri Light"/>
              </a:defRPr>
            </a:lvl1pPr>
            <a:lvl2pPr algn="l">
              <a:buNone/>
              <a:defRPr sz="1650" b="1" i="0">
                <a:solidFill>
                  <a:srgbClr val="248F8A"/>
                </a:solidFill>
                <a:latin typeface="Calibri Light"/>
                <a:ea typeface="Calibri Light"/>
                <a:cs typeface="Calibri Light"/>
              </a:defRPr>
            </a:lvl2pPr>
            <a:lvl3pPr algn="l">
              <a:buNone/>
              <a:defRPr sz="1650" b="1" i="0">
                <a:solidFill>
                  <a:srgbClr val="248F8A"/>
                </a:solidFill>
                <a:latin typeface="Calibri Light"/>
                <a:ea typeface="Calibri Light"/>
                <a:cs typeface="Calibri Light"/>
              </a:defRPr>
            </a:lvl3pPr>
            <a:lvl4pPr algn="l">
              <a:buNone/>
              <a:defRPr sz="1650" b="1" i="0">
                <a:solidFill>
                  <a:srgbClr val="248F8A"/>
                </a:solidFill>
                <a:latin typeface="Calibri Light"/>
                <a:ea typeface="Calibri Light"/>
                <a:cs typeface="Calibri Light"/>
              </a:defRPr>
            </a:lvl4pPr>
            <a:lvl5pPr algn="l">
              <a:buNone/>
              <a:defRPr sz="1650" b="1" i="0">
                <a:solidFill>
                  <a:srgbClr val="248F8A"/>
                </a:solidFill>
                <a:latin typeface="Calibri Light"/>
                <a:ea typeface="Calibri Light"/>
                <a:cs typeface="Calibri Light"/>
              </a:defRPr>
            </a:lvl5pPr>
            <a:lvl6pPr algn="l">
              <a:buNone/>
              <a:defRPr sz="1650" b="1" i="0">
                <a:solidFill>
                  <a:srgbClr val="248F8A"/>
                </a:solidFill>
                <a:latin typeface="Calibri Light"/>
                <a:ea typeface="Calibri Light"/>
                <a:cs typeface="Calibri Light"/>
              </a:defRPr>
            </a:lvl6pPr>
            <a:lvl7pPr algn="l">
              <a:buNone/>
              <a:defRPr sz="1650" b="1" i="0">
                <a:solidFill>
                  <a:srgbClr val="248F8A"/>
                </a:solidFill>
                <a:latin typeface="Calibri Light"/>
                <a:ea typeface="Calibri Light"/>
                <a:cs typeface="Calibri Light"/>
              </a:defRPr>
            </a:lvl7pPr>
            <a:lvl8pPr algn="l">
              <a:buNone/>
              <a:defRPr sz="1650" b="1" i="0">
                <a:solidFill>
                  <a:srgbClr val="248F8A"/>
                </a:solidFill>
                <a:latin typeface="Calibri Light"/>
                <a:ea typeface="Calibri Light"/>
                <a:cs typeface="Calibri Light"/>
              </a:defRPr>
            </a:lvl8pPr>
            <a:lvl9pPr algn="l">
              <a:buNone/>
              <a:defRPr sz="1650" b="1" i="0">
                <a:solidFill>
                  <a:srgbClr val="248F8A"/>
                </a:solidFill>
                <a:latin typeface="Calibri Light"/>
                <a:ea typeface="Calibri Light"/>
                <a:cs typeface="Calibri Light"/>
              </a:defRPr>
            </a:lvl9pPr>
          </a:lstStyle>
          <a:p xmlns:a="http://schemas.openxmlformats.org/drawingml/2006/main">
            <a:pPr algn="l">
              <a:lnSpc>
                <a:spcPct val="108000"/>
              </a:lnSpc>
              <a:buNone/>
              <a:defRPr sz="1650" b="1" i="0">
                <a:solidFill>
                  <a:srgbClr val="248F8A"/>
                </a:solidFill>
                <a:latin typeface="Calibri Light"/>
                <a:ea typeface="Calibri Light"/>
                <a:cs typeface="Calibri Light"/>
              </a:defRPr>
            </a:pPr>
            <a:r>
              <a:rPr sz="1650" b="1" i="0">
                <a:solidFill>
                  <a:srgbClr val="248F8A"/>
                </a:solidFill>
                <a:latin typeface="Calibri Light"/>
                <a:ea typeface="Calibri Light"/>
                <a:cs typeface="Calibri Light"/>
              </a:rPr>
              <a:t>07</a:t>
            </a:r>
          </a:p>
        </p:txBody>
      </p:sp>
      <p:sp>
        <p:nvSpPr>
          <p:cNvPr id="32" name="">
            <a:extLst xmlns:a="http://schemas.openxmlformats.org/drawingml/2006/main">
              <a:ext uri="{FF2B5EF4-FFF2-40B4-BE49-F238E27FC236}">
                <a16:creationId xmlns:a16="http://schemas.microsoft.com/office/drawing/2014/main" id="{7416D6BE-E973-4E5B-9AF7-6D26B56FA046}"/>
              </a:ext>
            </a:extLst>
          </p:cNvPr>
          <p:cNvSpPr>
            <a:spLocks xmlns:a="http://schemas.openxmlformats.org/drawingml/2006/main" noGrp="1"/>
          </p:cNvSpPr>
          <p:nvPr/>
        </p:nvSpPr>
        <p:spPr>
          <a:xfrm xmlns:a="http://schemas.openxmlformats.org/drawingml/2006/main">
            <a:off x="1095375" y="4181475"/>
            <a:ext cx="23431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i="0">
                <a:solidFill>
                  <a:srgbClr val="123F50"/>
                </a:solidFill>
                <a:latin typeface="Calibri"/>
                <a:ea typeface="Calibri"/>
                <a:cs typeface="Calibri"/>
              </a:defRPr>
            </a:defPPr>
            <a:lvl1pPr algn="l">
              <a:buNone/>
              <a:defRPr sz="1200" b="1" i="0">
                <a:solidFill>
                  <a:srgbClr val="123F50"/>
                </a:solidFill>
                <a:latin typeface="Calibri"/>
                <a:ea typeface="Calibri"/>
                <a:cs typeface="Calibri"/>
              </a:defRPr>
            </a:lvl1pPr>
            <a:lvl2pPr algn="l">
              <a:buNone/>
              <a:defRPr sz="1200" b="1" i="0">
                <a:solidFill>
                  <a:srgbClr val="123F50"/>
                </a:solidFill>
                <a:latin typeface="Calibri"/>
                <a:ea typeface="Calibri"/>
                <a:cs typeface="Calibri"/>
              </a:defRPr>
            </a:lvl2pPr>
            <a:lvl3pPr algn="l">
              <a:buNone/>
              <a:defRPr sz="1200" b="1" i="0">
                <a:solidFill>
                  <a:srgbClr val="123F50"/>
                </a:solidFill>
                <a:latin typeface="Calibri"/>
                <a:ea typeface="Calibri"/>
                <a:cs typeface="Calibri"/>
              </a:defRPr>
            </a:lvl3pPr>
            <a:lvl4pPr algn="l">
              <a:buNone/>
              <a:defRPr sz="1200" b="1" i="0">
                <a:solidFill>
                  <a:srgbClr val="123F50"/>
                </a:solidFill>
                <a:latin typeface="Calibri"/>
                <a:ea typeface="Calibri"/>
                <a:cs typeface="Calibri"/>
              </a:defRPr>
            </a:lvl4pPr>
            <a:lvl5pPr algn="l">
              <a:buNone/>
              <a:defRPr sz="1200" b="1" i="0">
                <a:solidFill>
                  <a:srgbClr val="123F50"/>
                </a:solidFill>
                <a:latin typeface="Calibri"/>
                <a:ea typeface="Calibri"/>
                <a:cs typeface="Calibri"/>
              </a:defRPr>
            </a:lvl5pPr>
            <a:lvl6pPr algn="l">
              <a:buNone/>
              <a:defRPr sz="1200" b="1" i="0">
                <a:solidFill>
                  <a:srgbClr val="123F50"/>
                </a:solidFill>
                <a:latin typeface="Calibri"/>
                <a:ea typeface="Calibri"/>
                <a:cs typeface="Calibri"/>
              </a:defRPr>
            </a:lvl6pPr>
            <a:lvl7pPr algn="l">
              <a:buNone/>
              <a:defRPr sz="1200" b="1" i="0">
                <a:solidFill>
                  <a:srgbClr val="123F50"/>
                </a:solidFill>
                <a:latin typeface="Calibri"/>
                <a:ea typeface="Calibri"/>
                <a:cs typeface="Calibri"/>
              </a:defRPr>
            </a:lvl7pPr>
            <a:lvl8pPr algn="l">
              <a:buNone/>
              <a:defRPr sz="1200" b="1" i="0">
                <a:solidFill>
                  <a:srgbClr val="123F50"/>
                </a:solidFill>
                <a:latin typeface="Calibri"/>
                <a:ea typeface="Calibri"/>
                <a:cs typeface="Calibri"/>
              </a:defRPr>
            </a:lvl8pPr>
            <a:lvl9pPr algn="l">
              <a:buNone/>
              <a:defRPr sz="1200" b="1" i="0">
                <a:solidFill>
                  <a:srgbClr val="123F50"/>
                </a:solidFill>
                <a:latin typeface="Calibri"/>
                <a:ea typeface="Calibri"/>
                <a:cs typeface="Calibri"/>
              </a:defRPr>
            </a:lvl9pPr>
          </a:lstStyle>
          <a:p xmlns:a="http://schemas.openxmlformats.org/drawingml/2006/main">
            <a:pPr algn="l">
              <a:lnSpc>
                <a:spcPct val="108000"/>
              </a:lnSpc>
              <a:buNone/>
              <a:defRPr sz="1200" b="1" i="0">
                <a:solidFill>
                  <a:srgbClr val="123F50"/>
                </a:solidFill>
                <a:latin typeface="Calibri"/>
                <a:ea typeface="Calibri"/>
                <a:cs typeface="Calibri"/>
              </a:defRPr>
            </a:pPr>
            <a:r>
              <a:rPr sz="1200" b="1" i="0">
                <a:solidFill>
                  <a:srgbClr val="123F50"/>
                </a:solidFill>
                <a:latin typeface="Calibri"/>
                <a:ea typeface="Calibri"/>
                <a:cs typeface="Calibri"/>
              </a:rPr>
              <a:t>Show patient app</a:t>
            </a:r>
          </a:p>
        </p:txBody>
      </p:sp>
      <p:sp>
        <p:nvSpPr>
          <p:cNvPr id="33" name="">
            <a:extLst xmlns:a="http://schemas.openxmlformats.org/drawingml/2006/main">
              <a:ext uri="{FF2B5EF4-FFF2-40B4-BE49-F238E27FC236}">
                <a16:creationId xmlns:a16="http://schemas.microsoft.com/office/drawing/2014/main" id="{2DE132C3-836E-468B-9C55-2AD3B84F37C3}"/>
              </a:ext>
            </a:extLst>
          </p:cNvPr>
          <p:cNvSpPr>
            <a:spLocks xmlns:a="http://schemas.openxmlformats.org/drawingml/2006/main" noGrp="1"/>
          </p:cNvSpPr>
          <p:nvPr/>
        </p:nvSpPr>
        <p:spPr>
          <a:xfrm xmlns:a="http://schemas.openxmlformats.org/drawingml/2006/main">
            <a:off x="3629025" y="4181475"/>
            <a:ext cx="33528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i="0">
                <a:solidFill>
                  <a:srgbClr val="263C45"/>
                </a:solidFill>
                <a:latin typeface="Calibri"/>
                <a:ea typeface="Calibri"/>
                <a:cs typeface="Calibri"/>
              </a:defRPr>
            </a:defPPr>
            <a:lvl1pPr algn="l">
              <a:buNone/>
              <a:defRPr sz="1125" b="0" i="0">
                <a:solidFill>
                  <a:srgbClr val="263C45"/>
                </a:solidFill>
                <a:latin typeface="Calibri"/>
                <a:ea typeface="Calibri"/>
                <a:cs typeface="Calibri"/>
              </a:defRPr>
            </a:lvl1pPr>
            <a:lvl2pPr algn="l">
              <a:buNone/>
              <a:defRPr sz="1125" b="0" i="0">
                <a:solidFill>
                  <a:srgbClr val="263C45"/>
                </a:solidFill>
                <a:latin typeface="Calibri"/>
                <a:ea typeface="Calibri"/>
                <a:cs typeface="Calibri"/>
              </a:defRPr>
            </a:lvl2pPr>
            <a:lvl3pPr algn="l">
              <a:buNone/>
              <a:defRPr sz="1125" b="0" i="0">
                <a:solidFill>
                  <a:srgbClr val="263C45"/>
                </a:solidFill>
                <a:latin typeface="Calibri"/>
                <a:ea typeface="Calibri"/>
                <a:cs typeface="Calibri"/>
              </a:defRPr>
            </a:lvl3pPr>
            <a:lvl4pPr algn="l">
              <a:buNone/>
              <a:defRPr sz="1125" b="0" i="0">
                <a:solidFill>
                  <a:srgbClr val="263C45"/>
                </a:solidFill>
                <a:latin typeface="Calibri"/>
                <a:ea typeface="Calibri"/>
                <a:cs typeface="Calibri"/>
              </a:defRPr>
            </a:lvl4pPr>
            <a:lvl5pPr algn="l">
              <a:buNone/>
              <a:defRPr sz="1125" b="0" i="0">
                <a:solidFill>
                  <a:srgbClr val="263C45"/>
                </a:solidFill>
                <a:latin typeface="Calibri"/>
                <a:ea typeface="Calibri"/>
                <a:cs typeface="Calibri"/>
              </a:defRPr>
            </a:lvl5pPr>
            <a:lvl6pPr algn="l">
              <a:buNone/>
              <a:defRPr sz="1125" b="0" i="0">
                <a:solidFill>
                  <a:srgbClr val="263C45"/>
                </a:solidFill>
                <a:latin typeface="Calibri"/>
                <a:ea typeface="Calibri"/>
                <a:cs typeface="Calibri"/>
              </a:defRPr>
            </a:lvl6pPr>
            <a:lvl7pPr algn="l">
              <a:buNone/>
              <a:defRPr sz="1125" b="0" i="0">
                <a:solidFill>
                  <a:srgbClr val="263C45"/>
                </a:solidFill>
                <a:latin typeface="Calibri"/>
                <a:ea typeface="Calibri"/>
                <a:cs typeface="Calibri"/>
              </a:defRPr>
            </a:lvl7pPr>
            <a:lvl8pPr algn="l">
              <a:buNone/>
              <a:defRPr sz="1125" b="0" i="0">
                <a:solidFill>
                  <a:srgbClr val="263C45"/>
                </a:solidFill>
                <a:latin typeface="Calibri"/>
                <a:ea typeface="Calibri"/>
                <a:cs typeface="Calibri"/>
              </a:defRPr>
            </a:lvl8pPr>
            <a:lvl9pPr algn="l">
              <a:buNone/>
              <a:defRPr sz="1125" b="0" i="0">
                <a:solidFill>
                  <a:srgbClr val="263C45"/>
                </a:solidFill>
                <a:latin typeface="Calibri"/>
                <a:ea typeface="Calibri"/>
                <a:cs typeface="Calibri"/>
              </a:defRPr>
            </a:lvl9pPr>
          </a:lstStyle>
          <a:p xmlns:a="http://schemas.openxmlformats.org/drawingml/2006/main">
            <a:pPr algn="l">
              <a:lnSpc>
                <a:spcPct val="108000"/>
              </a:lnSpc>
              <a:buNone/>
              <a:defRPr sz="1125" b="0" i="0">
                <a:solidFill>
                  <a:srgbClr val="263C45"/>
                </a:solidFill>
                <a:latin typeface="Calibri"/>
                <a:ea typeface="Calibri"/>
                <a:cs typeface="Calibri"/>
              </a:defRPr>
            </a:pPr>
            <a:r>
              <a:rPr sz="1125" b="0" i="0">
                <a:solidFill>
                  <a:srgbClr val="263C45"/>
                </a:solidFill>
                <a:latin typeface="Calibri"/>
                <a:ea typeface="Calibri"/>
                <a:cs typeface="Calibri"/>
              </a:rPr>
              <a:t>Expo screens for status, telemetry, alerts</a:t>
            </a:r>
          </a:p>
        </p:txBody>
      </p:sp>
      <p:sp>
        <p:nvSpPr>
          <p:cNvPr id="35" name="diagram-background-slide-12">
            <a:extLst xmlns:a="http://schemas.openxmlformats.org/drawingml/2006/main">
              <a:ext uri="{FF2B5EF4-FFF2-40B4-BE49-F238E27FC236}">
                <a16:creationId xmlns:a16="http://schemas.microsoft.com/office/drawing/2014/main" id="{4DB7884E-9B44-4940-966D-488D75E546FD}"/>
              </a:ext>
            </a:extLst>
          </p:cNvPr>
          <p:cNvSpPr>
            <a:spLocks xmlns:a="http://schemas.openxmlformats.org/drawingml/2006/main" noGrp="1"/>
          </p:cNvSpPr>
          <p:nvPr/>
        </p:nvSpPr>
        <p:spPr>
          <a:xfrm xmlns:a="http://schemas.openxmlformats.org/drawingml/2006/main">
            <a:off x="400050" y="1295400"/>
            <a:ext cx="6677025" cy="3648075"/>
          </a:xfrm>
          <a:prstGeom xmlns:a="http://schemas.openxmlformats.org/drawingml/2006/main" prst="rect">
            <a:avLst/>
          </a:prstGeom>
          <a:solidFill xmlns:a="http://schemas.openxmlformats.org/drawingml/2006/main">
            <a:srgbClr val="F5FAF9"/>
          </a:solidFill>
          <a:ln xmlns:a="http://schemas.openxmlformats.org/drawingml/2006/main" w="0">
            <a:noFill/>
            <a:prstDash val="solid"/>
          </a:ln>
        </p:spPr>
      </p:sp>
      <p:pic>
        <p:nvPicPr>
          <p:cNvPr id="36" name="">
            <a:extLst xmlns:a="http://schemas.openxmlformats.org/drawingml/2006/main">
              <a:ext uri="{FF2B5EF4-FFF2-40B4-BE49-F238E27FC236}">
                <a16:creationId xmlns:a16="http://schemas.microsoft.com/office/drawing/2014/main" id="{3E73E077-D51B-4E35-B3BC-B756D28DAC37}"/>
              </a:ext>
            </a:extLst>
          </p:cNvPr>
          <p:cNvPicPr>
            <a:picLocks xmlns:a="http://schemas.openxmlformats.org/drawingml/2006/main" noChangeAspect="1"/>
          </p:cNvPicPr>
          <p:nvPr/>
        </p:nvPicPr>
        <p:blipFill>
          <a:blip xmlns:r="http://schemas.openxmlformats.org/officeDocument/2006/relationships" xmlns:a="http://schemas.openxmlformats.org/drawingml/2006/main" r:embed="R50b34b8f946a44d3"/>
          <a:stretch xmlns:a="http://schemas.openxmlformats.org/drawingml/2006/main"/>
        </p:blipFill>
        <p:spPr>
          <a:xfrm xmlns:a="http://schemas.openxmlformats.org/drawingml/2006/main">
            <a:off x="1066800" y="1438275"/>
            <a:ext cx="5353050" cy="3562350"/>
          </a:xfrm>
          <a:prstGeom xmlns:a="http://schemas.openxmlformats.org/drawingml/2006/main" prst="rect">
            <a:avLst/>
          </a:prstGeom>
        </p:spPr>
      </p:pic>
    </p:spTree>
    <p:extLst>
      <p:ext uri="{BB962C8B-B14F-4D97-AF65-F5344CB8AC3E}">
        <p14:creationId xmlns:p14="http://schemas.microsoft.com/office/powerpoint/2010/main" val="217794249"/>
      </p:ext>
    </p:extLst>
  </p:cSld>
</p:sld>
</file>

<file path=ppt/slides/slide13.xml><?xml version="1.0" encoding="utf-8"?>
<p:sld xmlns:p="http://schemas.openxmlformats.org/presentationml/2006/main">
  <p:cSld>
    <p:bg>
      <p:bgPr>
        <a:solidFill xmlns:a="http://schemas.openxmlformats.org/drawingml/2006/main">
          <a:srgbClr val="F5FAF9"/>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6552F46B-C396-4068-9F71-EAE2A4227FAE}"/>
              </a:ext>
            </a:extLst>
          </p:cNvPr>
          <p:cNvPicPr>
            <a:picLocks xmlns:a="http://schemas.openxmlformats.org/drawingml/2006/main" noChangeAspect="1"/>
          </p:cNvPicPr>
          <p:nvPr/>
        </p:nvPicPr>
        <p:blipFill>
          <a:blip xmlns:r="http://schemas.openxmlformats.org/officeDocument/2006/relationships" xmlns:a="http://schemas.openxmlformats.org/drawingml/2006/main" r:embed="R68e8b3807c064109"/>
          <a:srcRect xmlns:a="http://schemas.openxmlformats.org/drawingml/2006/main" l="0" t="1932" r="0" b="1932"/>
          <a:stretch xmlns:a="http://schemas.openxmlformats.org/drawingml/2006/main">
            <a:fillRect l="0" t="0" r="0" b="0"/>
          </a:stretch>
        </p:blipFill>
        <p:spPr>
          <a:xfrm xmlns:a="http://schemas.openxmlformats.org/drawingml/2006/main">
            <a:off x="0" y="0"/>
            <a:ext cx="7477125" cy="53911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7FE90673-7323-4F6E-AAA7-76B1D6C386CC}"/>
              </a:ext>
            </a:extLst>
          </p:cNvPr>
          <p:cNvSpPr>
            <a:spLocks xmlns:a="http://schemas.openxmlformats.org/drawingml/2006/main" noGrp="1"/>
          </p:cNvSpPr>
          <p:nvPr/>
        </p:nvSpPr>
        <p:spPr>
          <a:xfrm xmlns:a="http://schemas.openxmlformats.org/drawingml/2006/main">
            <a:off x="285750" y="1371600"/>
            <a:ext cx="6905625" cy="2533650"/>
          </a:xfrm>
          <a:prstGeom xmlns:a="http://schemas.openxmlformats.org/drawingml/2006/main" prst="roundRect">
            <a:avLst>
              <a:gd name="adj" fmla="val 5639"/>
            </a:avLst>
          </a:prstGeom>
          <a:solidFill xmlns:a="http://schemas.openxmlformats.org/drawingml/2006/main">
            <a:srgbClr val="FFFFFF">
              <a:alpha val="96000"/>
            </a:srgbClr>
          </a:solidFill>
          <a:ln xmlns:a="http://schemas.openxmlformats.org/drawingml/2006/main" w="9525">
            <a:solidFill>
              <a:srgbClr val="CFE3D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7689F134-8B23-4B0A-BF21-027AF32BE8A7}"/>
              </a:ext>
            </a:extLst>
          </p:cNvPr>
          <p:cNvSpPr>
            <a:spLocks xmlns:a="http://schemas.openxmlformats.org/drawingml/2006/main" noGrp="1"/>
          </p:cNvSpPr>
          <p:nvPr/>
        </p:nvSpPr>
        <p:spPr>
          <a:xfrm xmlns:a="http://schemas.openxmlformats.org/drawingml/2006/main">
            <a:off x="285750" y="1371600"/>
            <a:ext cx="47625" cy="2533650"/>
          </a:xfrm>
          <a:prstGeom xmlns:a="http://schemas.openxmlformats.org/drawingml/2006/main" prst="roundRect">
            <a:avLst>
              <a:gd name="adj" fmla="val 50000"/>
            </a:avLst>
          </a:prstGeom>
          <a:solidFill xmlns:a="http://schemas.openxmlformats.org/drawingml/2006/main">
            <a:srgbClr val="1598B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0E1DD11-EB5B-461D-A416-0D99F9CD85BF}"/>
              </a:ext>
            </a:extLst>
          </p:cNvPr>
          <p:cNvSpPr>
            <a:spLocks xmlns:a="http://schemas.openxmlformats.org/drawingml/2006/main" noGrp="1"/>
          </p:cNvSpPr>
          <p:nvPr/>
        </p:nvSpPr>
        <p:spPr>
          <a:xfrm xmlns:a="http://schemas.openxmlformats.org/drawingml/2006/main">
            <a:off x="628650" y="3971925"/>
            <a:ext cx="6229350" cy="552450"/>
          </a:xfrm>
          <a:prstGeom xmlns:a="http://schemas.openxmlformats.org/drawingml/2006/main" prst="roundRect">
            <a:avLst>
              <a:gd name="adj" fmla="val 25862"/>
            </a:avLst>
          </a:prstGeom>
          <a:solidFill xmlns:a="http://schemas.openxmlformats.org/drawingml/2006/main">
            <a:srgbClr val="EAF6F4"/>
          </a:solidFill>
          <a:ln xmlns:a="http://schemas.openxmlformats.org/drawingml/2006/main" w="9525">
            <a:solidFill>
              <a:srgbClr val="BFDCD7"/>
            </a:solidFill>
            <a:prstDash val="solid"/>
          </a:ln>
        </p:spPr>
      </p:sp>
      <p:sp>
        <p:nvSpPr>
          <p:cNvPr id="14" name="">
            <a:extLst xmlns:a="http://schemas.openxmlformats.org/drawingml/2006/main">
              <a:ext uri="{FF2B5EF4-FFF2-40B4-BE49-F238E27FC236}">
                <a16:creationId xmlns:a16="http://schemas.microsoft.com/office/drawing/2014/main" id="{4B28207F-63F3-41FC-900A-FC552D687636}"/>
              </a:ext>
            </a:extLst>
          </p:cNvPr>
          <p:cNvSpPr>
            <a:spLocks xmlns:a="http://schemas.openxmlformats.org/drawingml/2006/main" noGrp="1"/>
          </p:cNvSpPr>
          <p:nvPr/>
        </p:nvSpPr>
        <p:spPr>
          <a:xfrm xmlns:a="http://schemas.openxmlformats.org/drawingml/2006/main">
            <a:off x="628650" y="3971925"/>
            <a:ext cx="47625" cy="552450"/>
          </a:xfrm>
          <a:prstGeom xmlns:a="http://schemas.openxmlformats.org/drawingml/2006/main" prst="roundRect">
            <a:avLst>
              <a:gd name="adj" fmla="val 50000"/>
            </a:avLst>
          </a:prstGeom>
          <a:solidFill xmlns:a="http://schemas.openxmlformats.org/drawingml/2006/main">
            <a:srgbClr val="168F89"/>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AE50383-9FC7-4715-9412-10CB0D0B23FE}"/>
              </a:ext>
            </a:extLst>
          </p:cNvPr>
          <p:cNvSpPr>
            <a:spLocks xmlns:a="http://schemas.openxmlformats.org/drawingml/2006/main" noGrp="1"/>
          </p:cNvSpPr>
          <p:nvPr/>
        </p:nvSpPr>
        <p:spPr>
          <a:xfrm xmlns:a="http://schemas.openxmlformats.org/drawingml/2006/main">
            <a:off x="457200" y="342900"/>
            <a:ext cx="6572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75" b="1" i="0">
                <a:solidFill>
                  <a:srgbClr val="123F50"/>
                </a:solidFill>
                <a:latin typeface="Calibri Light"/>
                <a:ea typeface="Calibri Light"/>
                <a:cs typeface="Calibri Light"/>
              </a:defRPr>
            </a:defPPr>
            <a:lvl1pPr algn="l">
              <a:buNone/>
              <a:defRPr sz="2325" b="1" i="0">
                <a:solidFill>
                  <a:srgbClr val="123F50"/>
                </a:solidFill>
                <a:latin typeface="Calibri Light"/>
                <a:ea typeface="Calibri Light"/>
                <a:cs typeface="Calibri Light"/>
              </a:defRPr>
            </a:lvl1pPr>
            <a:lvl2pPr algn="l">
              <a:buNone/>
              <a:defRPr sz="2325" b="1" i="0">
                <a:solidFill>
                  <a:srgbClr val="123F50"/>
                </a:solidFill>
                <a:latin typeface="Calibri Light"/>
                <a:ea typeface="Calibri Light"/>
                <a:cs typeface="Calibri Light"/>
              </a:defRPr>
            </a:lvl2pPr>
            <a:lvl3pPr algn="l">
              <a:buNone/>
              <a:defRPr sz="2325" b="1" i="0">
                <a:solidFill>
                  <a:srgbClr val="123F50"/>
                </a:solidFill>
                <a:latin typeface="Calibri Light"/>
                <a:ea typeface="Calibri Light"/>
                <a:cs typeface="Calibri Light"/>
              </a:defRPr>
            </a:lvl3pPr>
            <a:lvl4pPr algn="l">
              <a:buNone/>
              <a:defRPr sz="2325" b="1" i="0">
                <a:solidFill>
                  <a:srgbClr val="123F50"/>
                </a:solidFill>
                <a:latin typeface="Calibri Light"/>
                <a:ea typeface="Calibri Light"/>
                <a:cs typeface="Calibri Light"/>
              </a:defRPr>
            </a:lvl4pPr>
            <a:lvl5pPr algn="l">
              <a:buNone/>
              <a:defRPr sz="2325" b="1" i="0">
                <a:solidFill>
                  <a:srgbClr val="123F50"/>
                </a:solidFill>
                <a:latin typeface="Calibri Light"/>
                <a:ea typeface="Calibri Light"/>
                <a:cs typeface="Calibri Light"/>
              </a:defRPr>
            </a:lvl5pPr>
            <a:lvl6pPr algn="l">
              <a:buNone/>
              <a:defRPr sz="2325" b="1" i="0">
                <a:solidFill>
                  <a:srgbClr val="123F50"/>
                </a:solidFill>
                <a:latin typeface="Calibri Light"/>
                <a:ea typeface="Calibri Light"/>
                <a:cs typeface="Calibri Light"/>
              </a:defRPr>
            </a:lvl6pPr>
            <a:lvl7pPr algn="l">
              <a:buNone/>
              <a:defRPr sz="2325" b="1" i="0">
                <a:solidFill>
                  <a:srgbClr val="123F50"/>
                </a:solidFill>
                <a:latin typeface="Calibri Light"/>
                <a:ea typeface="Calibri Light"/>
                <a:cs typeface="Calibri Light"/>
              </a:defRPr>
            </a:lvl7pPr>
            <a:lvl8pPr algn="l">
              <a:buNone/>
              <a:defRPr sz="2325" b="1" i="0">
                <a:solidFill>
                  <a:srgbClr val="123F50"/>
                </a:solidFill>
                <a:latin typeface="Calibri Light"/>
                <a:ea typeface="Calibri Light"/>
                <a:cs typeface="Calibri Light"/>
              </a:defRPr>
            </a:lvl8pPr>
            <a:lvl9pPr algn="l">
              <a:buNone/>
              <a:defRPr sz="2325" b="1" i="0">
                <a:solidFill>
                  <a:srgbClr val="123F50"/>
                </a:solidFill>
                <a:latin typeface="Calibri Light"/>
                <a:ea typeface="Calibri Light"/>
                <a:cs typeface="Calibri Light"/>
              </a:defRPr>
            </a:lvl9pPr>
          </a:lstStyle>
          <a:p xmlns:a="http://schemas.openxmlformats.org/drawingml/2006/main">
            <a:pPr algn="l">
              <a:lnSpc>
                <a:spcPct val="108000"/>
              </a:lnSpc>
              <a:buNone/>
              <a:defRPr sz="2325" b="1" i="0">
                <a:solidFill>
                  <a:srgbClr val="123F50"/>
                </a:solidFill>
                <a:latin typeface="Calibri Light"/>
                <a:ea typeface="Calibri Light"/>
                <a:cs typeface="Calibri Light"/>
              </a:defRPr>
            </a:pPr>
            <a:r>
              <a:rPr sz="2475" b="1" i="0">
                <a:solidFill>
                  <a:srgbClr val="123F50"/>
                </a:solidFill>
                <a:latin typeface="Calibri Light"/>
                <a:ea typeface="Calibri Light"/>
                <a:cs typeface="Calibri Light"/>
              </a:rPr>
              <a:t>Digital Twin workflow · Excalidraw</a:t>
            </a:r>
          </a:p>
        </p:txBody>
      </p:sp>
      <p:sp>
        <p:nvSpPr>
          <p:cNvPr id="2" name="">
            <a:extLst xmlns:a="http://schemas.openxmlformats.org/drawingml/2006/main">
              <a:ext uri="{FF2B5EF4-FFF2-40B4-BE49-F238E27FC236}">
                <a16:creationId xmlns:a16="http://schemas.microsoft.com/office/drawing/2014/main" id="{71221A4B-CFEC-4E0D-96CA-5280DF436272}"/>
              </a:ext>
            </a:extLst>
          </p:cNvPr>
          <p:cNvSpPr>
            <a:spLocks xmlns:a="http://schemas.openxmlformats.org/drawingml/2006/main" noGrp="1"/>
          </p:cNvSpPr>
          <p:nvPr/>
        </p:nvSpPr>
        <p:spPr>
          <a:xfrm xmlns:a="http://schemas.openxmlformats.org/drawingml/2006/main" flipH="0" flipV="0">
            <a:off x="457200" y="866775"/>
            <a:ext cx="647700" cy="4763"/>
          </a:xfrm>
          <a:prstGeom xmlns:a="http://schemas.openxmlformats.org/drawingml/2006/main" prst="line">
            <a:avLst/>
          </a:prstGeom>
          <a:noFill xmlns:a="http://schemas.openxmlformats.org/drawingml/2006/main"/>
          <a:ln xmlns:a="http://schemas.openxmlformats.org/drawingml/2006/main" w="38100">
            <a:solidFill>
              <a:srgbClr val="168F89"/>
            </a:solidFill>
            <a:prstDash val="solid"/>
          </a:ln>
        </p:spPr>
      </p:sp>
      <p:sp>
        <p:nvSpPr>
          <p:cNvPr id="3" name="">
            <a:extLst xmlns:a="http://schemas.openxmlformats.org/drawingml/2006/main">
              <a:ext uri="{FF2B5EF4-FFF2-40B4-BE49-F238E27FC236}">
                <a16:creationId xmlns:a16="http://schemas.microsoft.com/office/drawing/2014/main" id="{102C25A1-98C8-4F97-9B51-41E95386BF38}"/>
              </a:ext>
            </a:extLst>
          </p:cNvPr>
          <p:cNvSpPr>
            <a:spLocks xmlns:a="http://schemas.openxmlformats.org/drawingml/2006/main" noGrp="1"/>
          </p:cNvSpPr>
          <p:nvPr/>
        </p:nvSpPr>
        <p:spPr>
          <a:xfrm xmlns:a="http://schemas.openxmlformats.org/drawingml/2006/main">
            <a:off x="457200" y="981075"/>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63" b="0" i="0">
                <a:solidFill>
                  <a:srgbClr val="526B73"/>
                </a:solidFill>
                <a:latin typeface="Calibri"/>
                <a:ea typeface="Calibri"/>
                <a:cs typeface="Calibri"/>
              </a:defRPr>
            </a:defPPr>
            <a:lvl1pPr algn="l">
              <a:buNone/>
              <a:defRPr sz="1125" b="0" i="0">
                <a:solidFill>
                  <a:srgbClr val="647781"/>
                </a:solidFill>
                <a:latin typeface="Calibri"/>
                <a:ea typeface="Calibri"/>
                <a:cs typeface="Calibri"/>
              </a:defRPr>
            </a:lvl1pPr>
            <a:lvl2pPr algn="l">
              <a:buNone/>
              <a:defRPr sz="1125" b="0" i="0">
                <a:solidFill>
                  <a:srgbClr val="647781"/>
                </a:solidFill>
                <a:latin typeface="Calibri"/>
                <a:ea typeface="Calibri"/>
                <a:cs typeface="Calibri"/>
              </a:defRPr>
            </a:lvl2pPr>
            <a:lvl3pPr algn="l">
              <a:buNone/>
              <a:defRPr sz="1125" b="0" i="0">
                <a:solidFill>
                  <a:srgbClr val="647781"/>
                </a:solidFill>
                <a:latin typeface="Calibri"/>
                <a:ea typeface="Calibri"/>
                <a:cs typeface="Calibri"/>
              </a:defRPr>
            </a:lvl3pPr>
            <a:lvl4pPr algn="l">
              <a:buNone/>
              <a:defRPr sz="1125" b="0" i="0">
                <a:solidFill>
                  <a:srgbClr val="647781"/>
                </a:solidFill>
                <a:latin typeface="Calibri"/>
                <a:ea typeface="Calibri"/>
                <a:cs typeface="Calibri"/>
              </a:defRPr>
            </a:lvl4pPr>
            <a:lvl5pPr algn="l">
              <a:buNone/>
              <a:defRPr sz="1125" b="0" i="0">
                <a:solidFill>
                  <a:srgbClr val="647781"/>
                </a:solidFill>
                <a:latin typeface="Calibri"/>
                <a:ea typeface="Calibri"/>
                <a:cs typeface="Calibri"/>
              </a:defRPr>
            </a:lvl5pPr>
            <a:lvl6pPr algn="l">
              <a:buNone/>
              <a:defRPr sz="1125" b="0" i="0">
                <a:solidFill>
                  <a:srgbClr val="647781"/>
                </a:solidFill>
                <a:latin typeface="Calibri"/>
                <a:ea typeface="Calibri"/>
                <a:cs typeface="Calibri"/>
              </a:defRPr>
            </a:lvl6pPr>
            <a:lvl7pPr algn="l">
              <a:buNone/>
              <a:defRPr sz="1125" b="0" i="0">
                <a:solidFill>
                  <a:srgbClr val="647781"/>
                </a:solidFill>
                <a:latin typeface="Calibri"/>
                <a:ea typeface="Calibri"/>
                <a:cs typeface="Calibri"/>
              </a:defRPr>
            </a:lvl7pPr>
            <a:lvl8pPr algn="l">
              <a:buNone/>
              <a:defRPr sz="1125" b="0" i="0">
                <a:solidFill>
                  <a:srgbClr val="647781"/>
                </a:solidFill>
                <a:latin typeface="Calibri"/>
                <a:ea typeface="Calibri"/>
                <a:cs typeface="Calibri"/>
              </a:defRPr>
            </a:lvl8pPr>
            <a:lvl9pPr algn="l">
              <a:buNone/>
              <a:defRPr sz="1125" b="0" i="0">
                <a:solidFill>
                  <a:srgbClr val="647781"/>
                </a:solidFill>
                <a:latin typeface="Calibri"/>
                <a:ea typeface="Calibri"/>
                <a:cs typeface="Calibri"/>
              </a:defRPr>
            </a:lvl9pPr>
          </a:lstStyle>
          <a:p xmlns:a="http://schemas.openxmlformats.org/drawingml/2006/main">
            <a:pPr algn="l">
              <a:lnSpc>
                <a:spcPct val="108000"/>
              </a:lnSpc>
              <a:buNone/>
              <a:defRPr sz="1125" b="0" i="0">
                <a:solidFill>
                  <a:srgbClr val="647781"/>
                </a:solidFill>
                <a:latin typeface="Calibri"/>
                <a:ea typeface="Calibri"/>
                <a:cs typeface="Calibri"/>
              </a:defRPr>
            </a:pPr>
            <a:r>
              <a:rPr sz="1163" b="0" i="0">
                <a:solidFill>
                  <a:srgbClr val="526B73"/>
                </a:solidFill>
                <a:latin typeface="Calibri"/>
                <a:ea typeface="Calibri"/>
                <a:cs typeface="Calibri"/>
              </a:rPr>
              <a:t>Editable source diagram created for the simulated monitoring flow.</a:t>
            </a:r>
          </a:p>
        </p:txBody>
      </p:sp>
      <p:sp>
        <p:nvSpPr>
          <p:cNvPr id="4" name="">
            <a:extLst xmlns:a="http://schemas.openxmlformats.org/drawingml/2006/main">
              <a:ext uri="{FF2B5EF4-FFF2-40B4-BE49-F238E27FC236}">
                <a16:creationId xmlns:a16="http://schemas.microsoft.com/office/drawing/2014/main" id="{48E993A2-21AD-4C00-9E01-9CC1237ED2AD}"/>
              </a:ext>
            </a:extLst>
          </p:cNvPr>
          <p:cNvSpPr>
            <a:spLocks xmlns:a="http://schemas.openxmlformats.org/drawingml/2006/main" noGrp="1"/>
          </p:cNvSpPr>
          <p:nvPr/>
        </p:nvSpPr>
        <p:spPr>
          <a:xfrm xmlns:a="http://schemas.openxmlformats.org/drawingml/2006/main" flipH="0" flipV="0">
            <a:off x="457200" y="5029200"/>
            <a:ext cx="6562725" cy="4763"/>
          </a:xfrm>
          <a:prstGeom xmlns:a="http://schemas.openxmlformats.org/drawingml/2006/main" prst="line">
            <a:avLst/>
          </a:prstGeom>
          <a:noFill xmlns:a="http://schemas.openxmlformats.org/drawingml/2006/main"/>
          <a:ln xmlns:a="http://schemas.openxmlformats.org/drawingml/2006/main" w="9525">
            <a:solidFill>
              <a:srgbClr val="D6E3E2"/>
            </a:solidFill>
            <a:prstDash val="solid"/>
          </a:ln>
        </p:spPr>
      </p:sp>
      <p:sp>
        <p:nvSpPr>
          <p:cNvPr id="5" name="">
            <a:extLst xmlns:a="http://schemas.openxmlformats.org/drawingml/2006/main">
              <a:ext uri="{FF2B5EF4-FFF2-40B4-BE49-F238E27FC236}">
                <a16:creationId xmlns:a16="http://schemas.microsoft.com/office/drawing/2014/main" id="{B7B244DF-9832-4A4F-AD9B-9BE3189F235E}"/>
              </a:ext>
            </a:extLst>
          </p:cNvPr>
          <p:cNvSpPr>
            <a:spLocks xmlns:a="http://schemas.openxmlformats.org/drawingml/2006/main" noGrp="1"/>
          </p:cNvSpPr>
          <p:nvPr/>
        </p:nvSpPr>
        <p:spPr>
          <a:xfrm xmlns:a="http://schemas.openxmlformats.org/drawingml/2006/main">
            <a:off x="457200" y="5105400"/>
            <a:ext cx="2476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13" b="1" i="0">
                <a:solidFill>
                  <a:srgbClr val="486975"/>
                </a:solidFill>
                <a:latin typeface="Calibri"/>
                <a:ea typeface="Calibri"/>
                <a:cs typeface="Calibri"/>
              </a:defRPr>
            </a:defPPr>
            <a:lvl1pPr algn="l">
              <a:buNone/>
              <a:defRPr sz="788" b="1" i="0">
                <a:solidFill>
                  <a:srgbClr val="647781"/>
                </a:solidFill>
                <a:latin typeface="Calibri"/>
                <a:ea typeface="Calibri"/>
                <a:cs typeface="Calibri"/>
              </a:defRPr>
            </a:lvl1pPr>
            <a:lvl2pPr algn="l">
              <a:buNone/>
              <a:defRPr sz="788" b="1" i="0">
                <a:solidFill>
                  <a:srgbClr val="647781"/>
                </a:solidFill>
                <a:latin typeface="Calibri"/>
                <a:ea typeface="Calibri"/>
                <a:cs typeface="Calibri"/>
              </a:defRPr>
            </a:lvl2pPr>
            <a:lvl3pPr algn="l">
              <a:buNone/>
              <a:defRPr sz="788" b="1" i="0">
                <a:solidFill>
                  <a:srgbClr val="647781"/>
                </a:solidFill>
                <a:latin typeface="Calibri"/>
                <a:ea typeface="Calibri"/>
                <a:cs typeface="Calibri"/>
              </a:defRPr>
            </a:lvl3pPr>
            <a:lvl4pPr algn="l">
              <a:buNone/>
              <a:defRPr sz="788" b="1" i="0">
                <a:solidFill>
                  <a:srgbClr val="647781"/>
                </a:solidFill>
                <a:latin typeface="Calibri"/>
                <a:ea typeface="Calibri"/>
                <a:cs typeface="Calibri"/>
              </a:defRPr>
            </a:lvl4pPr>
            <a:lvl5pPr algn="l">
              <a:buNone/>
              <a:defRPr sz="788" b="1" i="0">
                <a:solidFill>
                  <a:srgbClr val="647781"/>
                </a:solidFill>
                <a:latin typeface="Calibri"/>
                <a:ea typeface="Calibri"/>
                <a:cs typeface="Calibri"/>
              </a:defRPr>
            </a:lvl5pPr>
            <a:lvl6pPr algn="l">
              <a:buNone/>
              <a:defRPr sz="788" b="1" i="0">
                <a:solidFill>
                  <a:srgbClr val="647781"/>
                </a:solidFill>
                <a:latin typeface="Calibri"/>
                <a:ea typeface="Calibri"/>
                <a:cs typeface="Calibri"/>
              </a:defRPr>
            </a:lvl6pPr>
            <a:lvl7pPr algn="l">
              <a:buNone/>
              <a:defRPr sz="788" b="1" i="0">
                <a:solidFill>
                  <a:srgbClr val="647781"/>
                </a:solidFill>
                <a:latin typeface="Calibri"/>
                <a:ea typeface="Calibri"/>
                <a:cs typeface="Calibri"/>
              </a:defRPr>
            </a:lvl7pPr>
            <a:lvl8pPr algn="l">
              <a:buNone/>
              <a:defRPr sz="788" b="1" i="0">
                <a:solidFill>
                  <a:srgbClr val="647781"/>
                </a:solidFill>
                <a:latin typeface="Calibri"/>
                <a:ea typeface="Calibri"/>
                <a:cs typeface="Calibri"/>
              </a:defRPr>
            </a:lvl8pPr>
            <a:lvl9pPr algn="l">
              <a:buNone/>
              <a:defRPr sz="788" b="1" i="0">
                <a:solidFill>
                  <a:srgbClr val="647781"/>
                </a:solidFill>
                <a:latin typeface="Calibri"/>
                <a:ea typeface="Calibri"/>
                <a:cs typeface="Calibri"/>
              </a:defRPr>
            </a:lvl9pPr>
          </a:lstStyle>
          <a:p xmlns:a="http://schemas.openxmlformats.org/drawingml/2006/main">
            <a:pPr algn="l">
              <a:lnSpc>
                <a:spcPct val="108000"/>
              </a:lnSpc>
              <a:buNone/>
              <a:defRPr sz="788" b="1" i="0">
                <a:solidFill>
                  <a:srgbClr val="647781"/>
                </a:solidFill>
                <a:latin typeface="Calibri"/>
                <a:ea typeface="Calibri"/>
                <a:cs typeface="Calibri"/>
              </a:defRPr>
            </a:pPr>
            <a:r>
              <a:rPr sz="713" b="1" i="0">
                <a:solidFill>
                  <a:srgbClr val="486975"/>
                </a:solidFill>
                <a:latin typeface="Calibri"/>
                <a:ea typeface="Calibri"/>
                <a:cs typeface="Calibri"/>
              </a:rPr>
              <a:t>SADHYA  ·  CARDIOTWIN</a:t>
            </a:r>
          </a:p>
        </p:txBody>
      </p:sp>
      <p:sp>
        <p:nvSpPr>
          <p:cNvPr id="6" name="">
            <a:extLst xmlns:a="http://schemas.openxmlformats.org/drawingml/2006/main">
              <a:ext uri="{FF2B5EF4-FFF2-40B4-BE49-F238E27FC236}">
                <a16:creationId xmlns:a16="http://schemas.microsoft.com/office/drawing/2014/main" id="{0CB2309B-A7A2-4338-B495-51E0B4109C82}"/>
              </a:ext>
            </a:extLst>
          </p:cNvPr>
          <p:cNvSpPr>
            <a:spLocks xmlns:a="http://schemas.openxmlformats.org/drawingml/2006/main" noGrp="1"/>
          </p:cNvSpPr>
          <p:nvPr/>
        </p:nvSpPr>
        <p:spPr>
          <a:xfrm xmlns:a="http://schemas.openxmlformats.org/drawingml/2006/main">
            <a:off x="6724650" y="5105400"/>
            <a:ext cx="2952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750" b="1" i="0">
                <a:solidFill>
                  <a:srgbClr val="168D89"/>
                </a:solidFill>
                <a:latin typeface="Calibri"/>
                <a:ea typeface="Calibri"/>
                <a:cs typeface="Calibri"/>
              </a:defRPr>
            </a:defPPr>
            <a:lvl1pPr algn="r">
              <a:buNone/>
              <a:defRPr sz="788" b="0" i="0">
                <a:solidFill>
                  <a:srgbClr val="647781"/>
                </a:solidFill>
                <a:latin typeface="Calibri"/>
                <a:ea typeface="Calibri"/>
                <a:cs typeface="Calibri"/>
              </a:defRPr>
            </a:lvl1pPr>
            <a:lvl2pPr algn="r">
              <a:buNone/>
              <a:defRPr sz="788" b="0" i="0">
                <a:solidFill>
                  <a:srgbClr val="647781"/>
                </a:solidFill>
                <a:latin typeface="Calibri"/>
                <a:ea typeface="Calibri"/>
                <a:cs typeface="Calibri"/>
              </a:defRPr>
            </a:lvl2pPr>
            <a:lvl3pPr algn="r">
              <a:buNone/>
              <a:defRPr sz="788" b="0" i="0">
                <a:solidFill>
                  <a:srgbClr val="647781"/>
                </a:solidFill>
                <a:latin typeface="Calibri"/>
                <a:ea typeface="Calibri"/>
                <a:cs typeface="Calibri"/>
              </a:defRPr>
            </a:lvl3pPr>
            <a:lvl4pPr algn="r">
              <a:buNone/>
              <a:defRPr sz="788" b="0" i="0">
                <a:solidFill>
                  <a:srgbClr val="647781"/>
                </a:solidFill>
                <a:latin typeface="Calibri"/>
                <a:ea typeface="Calibri"/>
                <a:cs typeface="Calibri"/>
              </a:defRPr>
            </a:lvl4pPr>
            <a:lvl5pPr algn="r">
              <a:buNone/>
              <a:defRPr sz="788" b="0" i="0">
                <a:solidFill>
                  <a:srgbClr val="647781"/>
                </a:solidFill>
                <a:latin typeface="Calibri"/>
                <a:ea typeface="Calibri"/>
                <a:cs typeface="Calibri"/>
              </a:defRPr>
            </a:lvl5pPr>
            <a:lvl6pPr algn="r">
              <a:buNone/>
              <a:defRPr sz="788" b="0" i="0">
                <a:solidFill>
                  <a:srgbClr val="647781"/>
                </a:solidFill>
                <a:latin typeface="Calibri"/>
                <a:ea typeface="Calibri"/>
                <a:cs typeface="Calibri"/>
              </a:defRPr>
            </a:lvl6pPr>
            <a:lvl7pPr algn="r">
              <a:buNone/>
              <a:defRPr sz="788" b="0" i="0">
                <a:solidFill>
                  <a:srgbClr val="647781"/>
                </a:solidFill>
                <a:latin typeface="Calibri"/>
                <a:ea typeface="Calibri"/>
                <a:cs typeface="Calibri"/>
              </a:defRPr>
            </a:lvl7pPr>
            <a:lvl8pPr algn="r">
              <a:buNone/>
              <a:defRPr sz="788" b="0" i="0">
                <a:solidFill>
                  <a:srgbClr val="647781"/>
                </a:solidFill>
                <a:latin typeface="Calibri"/>
                <a:ea typeface="Calibri"/>
                <a:cs typeface="Calibri"/>
              </a:defRPr>
            </a:lvl8pPr>
            <a:lvl9pPr algn="r">
              <a:buNone/>
              <a:defRPr sz="788" b="0" i="0">
                <a:solidFill>
                  <a:srgbClr val="647781"/>
                </a:solidFill>
                <a:latin typeface="Calibri"/>
                <a:ea typeface="Calibri"/>
                <a:cs typeface="Calibri"/>
              </a:defRPr>
            </a:lvl9pPr>
          </a:lstStyle>
          <a:p xmlns:a="http://schemas.openxmlformats.org/drawingml/2006/main">
            <a:pPr algn="r">
              <a:lnSpc>
                <a:spcPct val="108000"/>
              </a:lnSpc>
              <a:buNone/>
              <a:defRPr sz="788" b="0" i="0">
                <a:solidFill>
                  <a:srgbClr val="647781"/>
                </a:solidFill>
                <a:latin typeface="Calibri"/>
                <a:ea typeface="Calibri"/>
                <a:cs typeface="Calibri"/>
              </a:defRPr>
            </a:pPr>
            <a:r>
              <a:rPr sz="750" b="1" i="0">
                <a:solidFill>
                  <a:srgbClr val="168D89"/>
                </a:solidFill>
                <a:latin typeface="Calibri"/>
                <a:ea typeface="Calibri"/>
                <a:cs typeface="Calibri"/>
              </a:rPr>
              <a:t>13</a:t>
            </a:r>
          </a:p>
        </p:txBody>
      </p:sp>
      <p:sp>
        <p:nvSpPr>
          <p:cNvPr id="8" name="">
            <a:extLst xmlns:a="http://schemas.openxmlformats.org/drawingml/2006/main">
              <a:ext uri="{FF2B5EF4-FFF2-40B4-BE49-F238E27FC236}">
                <a16:creationId xmlns:a16="http://schemas.microsoft.com/office/drawing/2014/main" id="{7219E3C2-258E-45F0-A5FB-E200BDCFCFF9}"/>
              </a:ext>
            </a:extLst>
          </p:cNvPr>
          <p:cNvSpPr>
            <a:spLocks xmlns:a="http://schemas.openxmlformats.org/drawingml/2006/main" noGrp="1"/>
          </p:cNvSpPr>
          <p:nvPr/>
        </p:nvSpPr>
        <p:spPr>
          <a:xfrm xmlns:a="http://schemas.openxmlformats.org/drawingml/2006/main">
            <a:off x="704850" y="4010025"/>
            <a:ext cx="6076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38" b="1" i="0">
                <a:solidFill>
                  <a:srgbClr val="087E83"/>
                </a:solidFill>
                <a:latin typeface="Calibri"/>
                <a:ea typeface="Calibri"/>
                <a:cs typeface="Calibri"/>
              </a:defRPr>
            </a:defPPr>
            <a:lvl1pPr algn="ctr">
              <a:buNone/>
              <a:defRPr sz="1125" b="1" i="0">
                <a:solidFill>
                  <a:srgbClr val="0D6F73"/>
                </a:solidFill>
                <a:latin typeface="Calibri"/>
                <a:ea typeface="Calibri"/>
                <a:cs typeface="Calibri"/>
              </a:defRPr>
            </a:lvl1pPr>
            <a:lvl2pPr algn="ctr">
              <a:buNone/>
              <a:defRPr sz="1125" b="1" i="0">
                <a:solidFill>
                  <a:srgbClr val="0D6F73"/>
                </a:solidFill>
                <a:latin typeface="Calibri"/>
                <a:ea typeface="Calibri"/>
                <a:cs typeface="Calibri"/>
              </a:defRPr>
            </a:lvl2pPr>
            <a:lvl3pPr algn="ctr">
              <a:buNone/>
              <a:defRPr sz="1125" b="1" i="0">
                <a:solidFill>
                  <a:srgbClr val="0D6F73"/>
                </a:solidFill>
                <a:latin typeface="Calibri"/>
                <a:ea typeface="Calibri"/>
                <a:cs typeface="Calibri"/>
              </a:defRPr>
            </a:lvl3pPr>
            <a:lvl4pPr algn="ctr">
              <a:buNone/>
              <a:defRPr sz="1125" b="1" i="0">
                <a:solidFill>
                  <a:srgbClr val="0D6F73"/>
                </a:solidFill>
                <a:latin typeface="Calibri"/>
                <a:ea typeface="Calibri"/>
                <a:cs typeface="Calibri"/>
              </a:defRPr>
            </a:lvl4pPr>
            <a:lvl5pPr algn="ctr">
              <a:buNone/>
              <a:defRPr sz="1125" b="1" i="0">
                <a:solidFill>
                  <a:srgbClr val="0D6F73"/>
                </a:solidFill>
                <a:latin typeface="Calibri"/>
                <a:ea typeface="Calibri"/>
                <a:cs typeface="Calibri"/>
              </a:defRPr>
            </a:lvl5pPr>
            <a:lvl6pPr algn="ctr">
              <a:buNone/>
              <a:defRPr sz="1125" b="1" i="0">
                <a:solidFill>
                  <a:srgbClr val="0D6F73"/>
                </a:solidFill>
                <a:latin typeface="Calibri"/>
                <a:ea typeface="Calibri"/>
                <a:cs typeface="Calibri"/>
              </a:defRPr>
            </a:lvl6pPr>
            <a:lvl7pPr algn="ctr">
              <a:buNone/>
              <a:defRPr sz="1125" b="1" i="0">
                <a:solidFill>
                  <a:srgbClr val="0D6F73"/>
                </a:solidFill>
                <a:latin typeface="Calibri"/>
                <a:ea typeface="Calibri"/>
                <a:cs typeface="Calibri"/>
              </a:defRPr>
            </a:lvl7pPr>
            <a:lvl8pPr algn="ctr">
              <a:buNone/>
              <a:defRPr sz="1125" b="1" i="0">
                <a:solidFill>
                  <a:srgbClr val="0D6F73"/>
                </a:solidFill>
                <a:latin typeface="Calibri"/>
                <a:ea typeface="Calibri"/>
                <a:cs typeface="Calibri"/>
              </a:defRPr>
            </a:lvl8pPr>
            <a:lvl9pPr algn="ctr">
              <a:buNone/>
              <a:defRPr sz="1125" b="1" i="0">
                <a:solidFill>
                  <a:srgbClr val="0D6F73"/>
                </a:solidFill>
                <a:latin typeface="Calibri"/>
                <a:ea typeface="Calibri"/>
                <a:cs typeface="Calibri"/>
              </a:defRPr>
            </a:lvl9pPr>
          </a:lstStyle>
          <a:p xmlns:a="http://schemas.openxmlformats.org/drawingml/2006/main">
            <a:pPr algn="ctr">
              <a:lnSpc>
                <a:spcPct val="108000"/>
              </a:lnSpc>
              <a:buNone/>
              <a:defRPr sz="1125" b="1" i="0">
                <a:solidFill>
                  <a:srgbClr val="0D6F73"/>
                </a:solidFill>
                <a:latin typeface="Calibri"/>
                <a:ea typeface="Calibri"/>
                <a:cs typeface="Calibri"/>
              </a:defRPr>
            </a:pPr>
            <a:r>
              <a:rPr sz="1238" b="1" i="0">
                <a:solidFill>
                  <a:srgbClr val="087E83"/>
                </a:solidFill>
                <a:latin typeface="Calibri"/>
                <a:ea typeface="Calibri"/>
                <a:cs typeface="Calibri"/>
              </a:rPr>
              <a:t>What-if readings are assessed separately and do not change patient history. Alerts require authorization and three consecutive flagged hourly summaries.</a:t>
            </a:r>
          </a:p>
        </p:txBody>
      </p:sp>
      <p:pic>
        <p:nvPicPr>
          <p:cNvPr id="7" name="">
            <a:extLst xmlns:a="http://schemas.openxmlformats.org/drawingml/2006/main">
              <a:ext uri="{FF2B5EF4-FFF2-40B4-BE49-F238E27FC236}">
                <a16:creationId xmlns:a16="http://schemas.microsoft.com/office/drawing/2014/main" id="{E51C890C-460F-44BD-8172-63D67E73F89C}"/>
              </a:ext>
            </a:extLst>
          </p:cNvPr>
          <p:cNvPicPr>
            <a:picLocks xmlns:a="http://schemas.openxmlformats.org/drawingml/2006/main" noChangeAspect="1"/>
          </p:cNvPicPr>
          <p:nvPr/>
        </p:nvPicPr>
        <p:blipFill>
          <a:blip xmlns:r="http://schemas.openxmlformats.org/officeDocument/2006/relationships" xmlns:a="http://schemas.openxmlformats.org/drawingml/2006/main" r:embed="R20c7ab644a954905"/>
          <a:stretch xmlns:a="http://schemas.openxmlformats.org/drawingml/2006/main"/>
        </p:blipFill>
        <p:spPr>
          <a:xfrm xmlns:a="http://schemas.openxmlformats.org/drawingml/2006/main">
            <a:off x="409575" y="1495425"/>
            <a:ext cx="6657975" cy="2266950"/>
          </a:xfrm>
          <a:prstGeom xmlns:a="http://schemas.openxmlformats.org/drawingml/2006/main" prst="rect">
            <a:avLst/>
          </a:prstGeom>
        </p:spPr>
      </p:pic>
    </p:spTree>
    <p:extLst>
      <p:ext uri="{BB962C8B-B14F-4D97-AF65-F5344CB8AC3E}">
        <p14:creationId xmlns:p14="http://schemas.microsoft.com/office/powerpoint/2010/main" val="1770572534"/>
      </p:ext>
    </p:extLst>
  </p:cSld>
</p:sld>
</file>

<file path=ppt/slides/slide14.xml><?xml version="1.0" encoding="utf-8"?>
<p:sld xmlns:p="http://schemas.openxmlformats.org/presentationml/2006/main">
  <p:cSld>
    <p:bg>
      <p:bgPr>
        <a:solidFill xmlns:a="http://schemas.openxmlformats.org/drawingml/2006/main">
          <a:srgbClr val="F5FAF9"/>
        </a:solidFill>
      </p:bgPr>
    </p:bg>
    <p:spTree>
      <p:nvGrpSpPr>
        <p:cNvPr id="1" name=""/>
        <p:cNvGrpSpPr/>
        <p:nvPr/>
      </p:nvGrpSpPr>
      <p:grpSpPr>
        <a:xfrm xmlns:a="http://schemas.openxmlformats.org/drawingml/2006/main"/>
      </p:grpSpPr>
      <p:pic>
        <p:nvPicPr>
          <p:cNvPr id="30" name="">
            <a:extLst xmlns:a="http://schemas.openxmlformats.org/drawingml/2006/main">
              <a:ext uri="{FF2B5EF4-FFF2-40B4-BE49-F238E27FC236}">
                <a16:creationId xmlns:a16="http://schemas.microsoft.com/office/drawing/2014/main" id="{A26858EF-13D4-4CEF-8402-110A94D803E2}"/>
              </a:ext>
            </a:extLst>
          </p:cNvPr>
          <p:cNvPicPr>
            <a:picLocks xmlns:a="http://schemas.openxmlformats.org/drawingml/2006/main" noChangeAspect="1"/>
          </p:cNvPicPr>
          <p:nvPr/>
        </p:nvPicPr>
        <p:blipFill>
          <a:blip xmlns:r="http://schemas.openxmlformats.org/officeDocument/2006/relationships" xmlns:a="http://schemas.openxmlformats.org/drawingml/2006/main" r:embed="Rb96be7793ec04a2b"/>
          <a:srcRect xmlns:a="http://schemas.openxmlformats.org/drawingml/2006/main" l="0" t="1932" r="0" b="1932"/>
          <a:stretch xmlns:a="http://schemas.openxmlformats.org/drawingml/2006/main">
            <a:fillRect l="0" t="0" r="0" b="0"/>
          </a:stretch>
        </p:blipFill>
        <p:spPr>
          <a:xfrm xmlns:a="http://schemas.openxmlformats.org/drawingml/2006/main">
            <a:off x="0" y="0"/>
            <a:ext cx="7477125" cy="5391150"/>
          </a:xfrm>
          <a:prstGeom xmlns:a="http://schemas.openxmlformats.org/drawingml/2006/main" prst="rect">
            <a:avLst/>
          </a:prstGeom>
        </p:spPr>
      </p:pic>
      <p:sp>
        <p:nvSpPr>
          <p:cNvPr id="31" name="">
            <a:extLst xmlns:a="http://schemas.openxmlformats.org/drawingml/2006/main">
              <a:ext uri="{FF2B5EF4-FFF2-40B4-BE49-F238E27FC236}">
                <a16:creationId xmlns:a16="http://schemas.microsoft.com/office/drawing/2014/main" id="{699A22E3-B897-4EFD-8C80-6EEFEF4CFE05}"/>
              </a:ext>
            </a:extLst>
          </p:cNvPr>
          <p:cNvSpPr>
            <a:spLocks xmlns:a="http://schemas.openxmlformats.org/drawingml/2006/main" noGrp="1"/>
          </p:cNvSpPr>
          <p:nvPr/>
        </p:nvSpPr>
        <p:spPr>
          <a:xfrm xmlns:a="http://schemas.openxmlformats.org/drawingml/2006/main">
            <a:off x="1428750" y="1323975"/>
            <a:ext cx="4619625" cy="3943350"/>
          </a:xfrm>
          <a:prstGeom xmlns:a="http://schemas.openxmlformats.org/drawingml/2006/main" prst="roundRect">
            <a:avLst>
              <a:gd name="adj" fmla="val 3623"/>
            </a:avLst>
          </a:prstGeom>
          <a:solidFill xmlns:a="http://schemas.openxmlformats.org/drawingml/2006/main">
            <a:srgbClr val="FFFFFF">
              <a:alpha val="94000"/>
            </a:srgbClr>
          </a:solidFill>
          <a:ln xmlns:a="http://schemas.openxmlformats.org/drawingml/2006/main" w="9525">
            <a:solidFill>
              <a:srgbClr val="CCDCD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194996A6-B30E-4C32-847E-3B5CA9382B8F}"/>
              </a:ext>
            </a:extLst>
          </p:cNvPr>
          <p:cNvSpPr>
            <a:spLocks xmlns:a="http://schemas.openxmlformats.org/drawingml/2006/main" noGrp="1"/>
          </p:cNvSpPr>
          <p:nvPr/>
        </p:nvSpPr>
        <p:spPr>
          <a:xfrm xmlns:a="http://schemas.openxmlformats.org/drawingml/2006/main">
            <a:off x="457200" y="342900"/>
            <a:ext cx="6572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75" b="1" i="0">
                <a:solidFill>
                  <a:srgbClr val="123F50"/>
                </a:solidFill>
                <a:latin typeface="Calibri Light"/>
                <a:ea typeface="Calibri Light"/>
                <a:cs typeface="Calibri Light"/>
              </a:defRPr>
            </a:defPPr>
            <a:lvl1pPr algn="l">
              <a:buNone/>
              <a:defRPr sz="2325" b="1" i="0">
                <a:solidFill>
                  <a:srgbClr val="123F50"/>
                </a:solidFill>
                <a:latin typeface="Calibri Light"/>
                <a:ea typeface="Calibri Light"/>
                <a:cs typeface="Calibri Light"/>
              </a:defRPr>
            </a:lvl1pPr>
            <a:lvl2pPr algn="l">
              <a:buNone/>
              <a:defRPr sz="2325" b="1" i="0">
                <a:solidFill>
                  <a:srgbClr val="123F50"/>
                </a:solidFill>
                <a:latin typeface="Calibri Light"/>
                <a:ea typeface="Calibri Light"/>
                <a:cs typeface="Calibri Light"/>
              </a:defRPr>
            </a:lvl2pPr>
            <a:lvl3pPr algn="l">
              <a:buNone/>
              <a:defRPr sz="2325" b="1" i="0">
                <a:solidFill>
                  <a:srgbClr val="123F50"/>
                </a:solidFill>
                <a:latin typeface="Calibri Light"/>
                <a:ea typeface="Calibri Light"/>
                <a:cs typeface="Calibri Light"/>
              </a:defRPr>
            </a:lvl3pPr>
            <a:lvl4pPr algn="l">
              <a:buNone/>
              <a:defRPr sz="2325" b="1" i="0">
                <a:solidFill>
                  <a:srgbClr val="123F50"/>
                </a:solidFill>
                <a:latin typeface="Calibri Light"/>
                <a:ea typeface="Calibri Light"/>
                <a:cs typeface="Calibri Light"/>
              </a:defRPr>
            </a:lvl4pPr>
            <a:lvl5pPr algn="l">
              <a:buNone/>
              <a:defRPr sz="2325" b="1" i="0">
                <a:solidFill>
                  <a:srgbClr val="123F50"/>
                </a:solidFill>
                <a:latin typeface="Calibri Light"/>
                <a:ea typeface="Calibri Light"/>
                <a:cs typeface="Calibri Light"/>
              </a:defRPr>
            </a:lvl5pPr>
            <a:lvl6pPr algn="l">
              <a:buNone/>
              <a:defRPr sz="2325" b="1" i="0">
                <a:solidFill>
                  <a:srgbClr val="123F50"/>
                </a:solidFill>
                <a:latin typeface="Calibri Light"/>
                <a:ea typeface="Calibri Light"/>
                <a:cs typeface="Calibri Light"/>
              </a:defRPr>
            </a:lvl6pPr>
            <a:lvl7pPr algn="l">
              <a:buNone/>
              <a:defRPr sz="2325" b="1" i="0">
                <a:solidFill>
                  <a:srgbClr val="123F50"/>
                </a:solidFill>
                <a:latin typeface="Calibri Light"/>
                <a:ea typeface="Calibri Light"/>
                <a:cs typeface="Calibri Light"/>
              </a:defRPr>
            </a:lvl7pPr>
            <a:lvl8pPr algn="l">
              <a:buNone/>
              <a:defRPr sz="2325" b="1" i="0">
                <a:solidFill>
                  <a:srgbClr val="123F50"/>
                </a:solidFill>
                <a:latin typeface="Calibri Light"/>
                <a:ea typeface="Calibri Light"/>
                <a:cs typeface="Calibri Light"/>
              </a:defRPr>
            </a:lvl8pPr>
            <a:lvl9pPr algn="l">
              <a:buNone/>
              <a:defRPr sz="2325" b="1" i="0">
                <a:solidFill>
                  <a:srgbClr val="123F50"/>
                </a:solidFill>
                <a:latin typeface="Calibri Light"/>
                <a:ea typeface="Calibri Light"/>
                <a:cs typeface="Calibri Light"/>
              </a:defRPr>
            </a:lvl9pPr>
          </a:lstStyle>
          <a:p xmlns:a="http://schemas.openxmlformats.org/drawingml/2006/main">
            <a:pPr algn="l">
              <a:lnSpc>
                <a:spcPct val="108000"/>
              </a:lnSpc>
              <a:buNone/>
              <a:defRPr sz="2325" b="1" i="0">
                <a:solidFill>
                  <a:srgbClr val="123F50"/>
                </a:solidFill>
                <a:latin typeface="Calibri Light"/>
                <a:ea typeface="Calibri Light"/>
                <a:cs typeface="Calibri Light"/>
              </a:defRPr>
            </a:pPr>
            <a:r>
              <a:rPr sz="2475" b="1" i="0">
                <a:solidFill>
                  <a:srgbClr val="123F50"/>
                </a:solidFill>
                <a:latin typeface="Calibri Light"/>
                <a:ea typeface="Calibri Light"/>
                <a:cs typeface="Calibri Light"/>
              </a:rPr>
              <a:t>Before real-world use</a:t>
            </a:r>
          </a:p>
        </p:txBody>
      </p:sp>
      <p:sp>
        <p:nvSpPr>
          <p:cNvPr id="2" name="">
            <a:extLst xmlns:a="http://schemas.openxmlformats.org/drawingml/2006/main">
              <a:ext uri="{FF2B5EF4-FFF2-40B4-BE49-F238E27FC236}">
                <a16:creationId xmlns:a16="http://schemas.microsoft.com/office/drawing/2014/main" id="{596E08AD-75D6-479F-8D64-871C2CDA15D9}"/>
              </a:ext>
            </a:extLst>
          </p:cNvPr>
          <p:cNvSpPr>
            <a:spLocks xmlns:a="http://schemas.openxmlformats.org/drawingml/2006/main" noGrp="1"/>
          </p:cNvSpPr>
          <p:nvPr/>
        </p:nvSpPr>
        <p:spPr>
          <a:xfrm xmlns:a="http://schemas.openxmlformats.org/drawingml/2006/main" flipH="0" flipV="0">
            <a:off x="457200" y="866775"/>
            <a:ext cx="647700" cy="4763"/>
          </a:xfrm>
          <a:prstGeom xmlns:a="http://schemas.openxmlformats.org/drawingml/2006/main" prst="line">
            <a:avLst/>
          </a:prstGeom>
          <a:noFill xmlns:a="http://schemas.openxmlformats.org/drawingml/2006/main"/>
          <a:ln xmlns:a="http://schemas.openxmlformats.org/drawingml/2006/main" w="38100">
            <a:solidFill>
              <a:srgbClr val="168F89"/>
            </a:solidFill>
            <a:prstDash val="solid"/>
          </a:ln>
        </p:spPr>
      </p:sp>
      <p:sp>
        <p:nvSpPr>
          <p:cNvPr id="3" name="">
            <a:extLst xmlns:a="http://schemas.openxmlformats.org/drawingml/2006/main">
              <a:ext uri="{FF2B5EF4-FFF2-40B4-BE49-F238E27FC236}">
                <a16:creationId xmlns:a16="http://schemas.microsoft.com/office/drawing/2014/main" id="{7D6FC2B9-BA55-4EDB-84AD-AA99AB6C2784}"/>
              </a:ext>
            </a:extLst>
          </p:cNvPr>
          <p:cNvSpPr>
            <a:spLocks xmlns:a="http://schemas.openxmlformats.org/drawingml/2006/main" noGrp="1"/>
          </p:cNvSpPr>
          <p:nvPr/>
        </p:nvSpPr>
        <p:spPr>
          <a:xfrm xmlns:a="http://schemas.openxmlformats.org/drawingml/2006/main">
            <a:off x="457200" y="981075"/>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63" b="0" i="0">
                <a:solidFill>
                  <a:srgbClr val="526B73"/>
                </a:solidFill>
                <a:latin typeface="Calibri"/>
                <a:ea typeface="Calibri"/>
                <a:cs typeface="Calibri"/>
              </a:defRPr>
            </a:defPPr>
            <a:lvl1pPr algn="l">
              <a:buNone/>
              <a:defRPr sz="1125" b="0" i="0">
                <a:solidFill>
                  <a:srgbClr val="647781"/>
                </a:solidFill>
                <a:latin typeface="Calibri"/>
                <a:ea typeface="Calibri"/>
                <a:cs typeface="Calibri"/>
              </a:defRPr>
            </a:lvl1pPr>
            <a:lvl2pPr algn="l">
              <a:buNone/>
              <a:defRPr sz="1125" b="0" i="0">
                <a:solidFill>
                  <a:srgbClr val="647781"/>
                </a:solidFill>
                <a:latin typeface="Calibri"/>
                <a:ea typeface="Calibri"/>
                <a:cs typeface="Calibri"/>
              </a:defRPr>
            </a:lvl2pPr>
            <a:lvl3pPr algn="l">
              <a:buNone/>
              <a:defRPr sz="1125" b="0" i="0">
                <a:solidFill>
                  <a:srgbClr val="647781"/>
                </a:solidFill>
                <a:latin typeface="Calibri"/>
                <a:ea typeface="Calibri"/>
                <a:cs typeface="Calibri"/>
              </a:defRPr>
            </a:lvl3pPr>
            <a:lvl4pPr algn="l">
              <a:buNone/>
              <a:defRPr sz="1125" b="0" i="0">
                <a:solidFill>
                  <a:srgbClr val="647781"/>
                </a:solidFill>
                <a:latin typeface="Calibri"/>
                <a:ea typeface="Calibri"/>
                <a:cs typeface="Calibri"/>
              </a:defRPr>
            </a:lvl4pPr>
            <a:lvl5pPr algn="l">
              <a:buNone/>
              <a:defRPr sz="1125" b="0" i="0">
                <a:solidFill>
                  <a:srgbClr val="647781"/>
                </a:solidFill>
                <a:latin typeface="Calibri"/>
                <a:ea typeface="Calibri"/>
                <a:cs typeface="Calibri"/>
              </a:defRPr>
            </a:lvl5pPr>
            <a:lvl6pPr algn="l">
              <a:buNone/>
              <a:defRPr sz="1125" b="0" i="0">
                <a:solidFill>
                  <a:srgbClr val="647781"/>
                </a:solidFill>
                <a:latin typeface="Calibri"/>
                <a:ea typeface="Calibri"/>
                <a:cs typeface="Calibri"/>
              </a:defRPr>
            </a:lvl6pPr>
            <a:lvl7pPr algn="l">
              <a:buNone/>
              <a:defRPr sz="1125" b="0" i="0">
                <a:solidFill>
                  <a:srgbClr val="647781"/>
                </a:solidFill>
                <a:latin typeface="Calibri"/>
                <a:ea typeface="Calibri"/>
                <a:cs typeface="Calibri"/>
              </a:defRPr>
            </a:lvl7pPr>
            <a:lvl8pPr algn="l">
              <a:buNone/>
              <a:defRPr sz="1125" b="0" i="0">
                <a:solidFill>
                  <a:srgbClr val="647781"/>
                </a:solidFill>
                <a:latin typeface="Calibri"/>
                <a:ea typeface="Calibri"/>
                <a:cs typeface="Calibri"/>
              </a:defRPr>
            </a:lvl8pPr>
            <a:lvl9pPr algn="l">
              <a:buNone/>
              <a:defRPr sz="1125" b="0" i="0">
                <a:solidFill>
                  <a:srgbClr val="647781"/>
                </a:solidFill>
                <a:latin typeface="Calibri"/>
                <a:ea typeface="Calibri"/>
                <a:cs typeface="Calibri"/>
              </a:defRPr>
            </a:lvl9pPr>
          </a:lstStyle>
          <a:p xmlns:a="http://schemas.openxmlformats.org/drawingml/2006/main">
            <a:pPr algn="l">
              <a:lnSpc>
                <a:spcPct val="108000"/>
              </a:lnSpc>
              <a:buNone/>
              <a:defRPr sz="1125" b="0" i="0">
                <a:solidFill>
                  <a:srgbClr val="647781"/>
                </a:solidFill>
                <a:latin typeface="Calibri"/>
                <a:ea typeface="Calibri"/>
                <a:cs typeface="Calibri"/>
              </a:defRPr>
            </a:pPr>
            <a:r>
              <a:rPr sz="1163" b="0" i="0">
                <a:solidFill>
                  <a:srgbClr val="526B73"/>
                </a:solidFill>
                <a:latin typeface="Calibri"/>
                <a:ea typeface="Calibri"/>
                <a:cs typeface="Calibri"/>
              </a:rPr>
              <a:t>The path forward is validation, safety review, and production-grade data handling.</a:t>
            </a:r>
          </a:p>
        </p:txBody>
      </p:sp>
      <p:sp>
        <p:nvSpPr>
          <p:cNvPr id="4" name="">
            <a:extLst xmlns:a="http://schemas.openxmlformats.org/drawingml/2006/main">
              <a:ext uri="{FF2B5EF4-FFF2-40B4-BE49-F238E27FC236}">
                <a16:creationId xmlns:a16="http://schemas.microsoft.com/office/drawing/2014/main" id="{DAEED13A-0AAB-4DE4-963B-B7313FC46D70}"/>
              </a:ext>
            </a:extLst>
          </p:cNvPr>
          <p:cNvSpPr>
            <a:spLocks xmlns:a="http://schemas.openxmlformats.org/drawingml/2006/main" noGrp="1"/>
          </p:cNvSpPr>
          <p:nvPr/>
        </p:nvSpPr>
        <p:spPr>
          <a:xfrm xmlns:a="http://schemas.openxmlformats.org/drawingml/2006/main" flipH="0" flipV="0">
            <a:off x="457200" y="5029200"/>
            <a:ext cx="6562725" cy="4763"/>
          </a:xfrm>
          <a:prstGeom xmlns:a="http://schemas.openxmlformats.org/drawingml/2006/main" prst="line">
            <a:avLst/>
          </a:prstGeom>
          <a:noFill xmlns:a="http://schemas.openxmlformats.org/drawingml/2006/main"/>
          <a:ln xmlns:a="http://schemas.openxmlformats.org/drawingml/2006/main" w="9525">
            <a:solidFill>
              <a:srgbClr val="D6E3E2"/>
            </a:solidFill>
            <a:prstDash val="solid"/>
          </a:ln>
        </p:spPr>
      </p:sp>
      <p:sp>
        <p:nvSpPr>
          <p:cNvPr id="5" name="">
            <a:extLst xmlns:a="http://schemas.openxmlformats.org/drawingml/2006/main">
              <a:ext uri="{FF2B5EF4-FFF2-40B4-BE49-F238E27FC236}">
                <a16:creationId xmlns:a16="http://schemas.microsoft.com/office/drawing/2014/main" id="{1CBCE7D4-FFD5-4C62-903C-C0C860494745}"/>
              </a:ext>
            </a:extLst>
          </p:cNvPr>
          <p:cNvSpPr>
            <a:spLocks xmlns:a="http://schemas.openxmlformats.org/drawingml/2006/main" noGrp="1"/>
          </p:cNvSpPr>
          <p:nvPr/>
        </p:nvSpPr>
        <p:spPr>
          <a:xfrm xmlns:a="http://schemas.openxmlformats.org/drawingml/2006/main">
            <a:off x="457200" y="5105400"/>
            <a:ext cx="2476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13" b="1" i="0">
                <a:solidFill>
                  <a:srgbClr val="486975"/>
                </a:solidFill>
                <a:latin typeface="Calibri"/>
                <a:ea typeface="Calibri"/>
                <a:cs typeface="Calibri"/>
              </a:defRPr>
            </a:defPPr>
            <a:lvl1pPr algn="l">
              <a:buNone/>
              <a:defRPr sz="788" b="1" i="0">
                <a:solidFill>
                  <a:srgbClr val="647781"/>
                </a:solidFill>
                <a:latin typeface="Calibri"/>
                <a:ea typeface="Calibri"/>
                <a:cs typeface="Calibri"/>
              </a:defRPr>
            </a:lvl1pPr>
            <a:lvl2pPr algn="l">
              <a:buNone/>
              <a:defRPr sz="788" b="1" i="0">
                <a:solidFill>
                  <a:srgbClr val="647781"/>
                </a:solidFill>
                <a:latin typeface="Calibri"/>
                <a:ea typeface="Calibri"/>
                <a:cs typeface="Calibri"/>
              </a:defRPr>
            </a:lvl2pPr>
            <a:lvl3pPr algn="l">
              <a:buNone/>
              <a:defRPr sz="788" b="1" i="0">
                <a:solidFill>
                  <a:srgbClr val="647781"/>
                </a:solidFill>
                <a:latin typeface="Calibri"/>
                <a:ea typeface="Calibri"/>
                <a:cs typeface="Calibri"/>
              </a:defRPr>
            </a:lvl3pPr>
            <a:lvl4pPr algn="l">
              <a:buNone/>
              <a:defRPr sz="788" b="1" i="0">
                <a:solidFill>
                  <a:srgbClr val="647781"/>
                </a:solidFill>
                <a:latin typeface="Calibri"/>
                <a:ea typeface="Calibri"/>
                <a:cs typeface="Calibri"/>
              </a:defRPr>
            </a:lvl4pPr>
            <a:lvl5pPr algn="l">
              <a:buNone/>
              <a:defRPr sz="788" b="1" i="0">
                <a:solidFill>
                  <a:srgbClr val="647781"/>
                </a:solidFill>
                <a:latin typeface="Calibri"/>
                <a:ea typeface="Calibri"/>
                <a:cs typeface="Calibri"/>
              </a:defRPr>
            </a:lvl5pPr>
            <a:lvl6pPr algn="l">
              <a:buNone/>
              <a:defRPr sz="788" b="1" i="0">
                <a:solidFill>
                  <a:srgbClr val="647781"/>
                </a:solidFill>
                <a:latin typeface="Calibri"/>
                <a:ea typeface="Calibri"/>
                <a:cs typeface="Calibri"/>
              </a:defRPr>
            </a:lvl6pPr>
            <a:lvl7pPr algn="l">
              <a:buNone/>
              <a:defRPr sz="788" b="1" i="0">
                <a:solidFill>
                  <a:srgbClr val="647781"/>
                </a:solidFill>
                <a:latin typeface="Calibri"/>
                <a:ea typeface="Calibri"/>
                <a:cs typeface="Calibri"/>
              </a:defRPr>
            </a:lvl7pPr>
            <a:lvl8pPr algn="l">
              <a:buNone/>
              <a:defRPr sz="788" b="1" i="0">
                <a:solidFill>
                  <a:srgbClr val="647781"/>
                </a:solidFill>
                <a:latin typeface="Calibri"/>
                <a:ea typeface="Calibri"/>
                <a:cs typeface="Calibri"/>
              </a:defRPr>
            </a:lvl8pPr>
            <a:lvl9pPr algn="l">
              <a:buNone/>
              <a:defRPr sz="788" b="1" i="0">
                <a:solidFill>
                  <a:srgbClr val="647781"/>
                </a:solidFill>
                <a:latin typeface="Calibri"/>
                <a:ea typeface="Calibri"/>
                <a:cs typeface="Calibri"/>
              </a:defRPr>
            </a:lvl9pPr>
          </a:lstStyle>
          <a:p xmlns:a="http://schemas.openxmlformats.org/drawingml/2006/main">
            <a:pPr algn="l">
              <a:lnSpc>
                <a:spcPct val="108000"/>
              </a:lnSpc>
              <a:buNone/>
              <a:defRPr sz="788" b="1" i="0">
                <a:solidFill>
                  <a:srgbClr val="647781"/>
                </a:solidFill>
                <a:latin typeface="Calibri"/>
                <a:ea typeface="Calibri"/>
                <a:cs typeface="Calibri"/>
              </a:defRPr>
            </a:pPr>
            <a:r>
              <a:rPr sz="713" b="1" i="0">
                <a:solidFill>
                  <a:srgbClr val="486975"/>
                </a:solidFill>
                <a:latin typeface="Calibri"/>
                <a:ea typeface="Calibri"/>
                <a:cs typeface="Calibri"/>
              </a:rPr>
              <a:t>SADHYA  ·  CARDIOTWIN</a:t>
            </a:r>
          </a:p>
        </p:txBody>
      </p:sp>
      <p:sp>
        <p:nvSpPr>
          <p:cNvPr id="6" name="">
            <a:extLst xmlns:a="http://schemas.openxmlformats.org/drawingml/2006/main">
              <a:ext uri="{FF2B5EF4-FFF2-40B4-BE49-F238E27FC236}">
                <a16:creationId xmlns:a16="http://schemas.microsoft.com/office/drawing/2014/main" id="{737C21D1-4701-41FD-AFC6-2727E639C910}"/>
              </a:ext>
            </a:extLst>
          </p:cNvPr>
          <p:cNvSpPr>
            <a:spLocks xmlns:a="http://schemas.openxmlformats.org/drawingml/2006/main" noGrp="1"/>
          </p:cNvSpPr>
          <p:nvPr/>
        </p:nvSpPr>
        <p:spPr>
          <a:xfrm xmlns:a="http://schemas.openxmlformats.org/drawingml/2006/main">
            <a:off x="6724650" y="5105400"/>
            <a:ext cx="2952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750" b="1" i="0">
                <a:solidFill>
                  <a:srgbClr val="168D89"/>
                </a:solidFill>
                <a:latin typeface="Calibri"/>
                <a:ea typeface="Calibri"/>
                <a:cs typeface="Calibri"/>
              </a:defRPr>
            </a:defPPr>
            <a:lvl1pPr algn="r">
              <a:buNone/>
              <a:defRPr sz="788" b="0" i="0">
                <a:solidFill>
                  <a:srgbClr val="647781"/>
                </a:solidFill>
                <a:latin typeface="Calibri"/>
                <a:ea typeface="Calibri"/>
                <a:cs typeface="Calibri"/>
              </a:defRPr>
            </a:lvl1pPr>
            <a:lvl2pPr algn="r">
              <a:buNone/>
              <a:defRPr sz="788" b="0" i="0">
                <a:solidFill>
                  <a:srgbClr val="647781"/>
                </a:solidFill>
                <a:latin typeface="Calibri"/>
                <a:ea typeface="Calibri"/>
                <a:cs typeface="Calibri"/>
              </a:defRPr>
            </a:lvl2pPr>
            <a:lvl3pPr algn="r">
              <a:buNone/>
              <a:defRPr sz="788" b="0" i="0">
                <a:solidFill>
                  <a:srgbClr val="647781"/>
                </a:solidFill>
                <a:latin typeface="Calibri"/>
                <a:ea typeface="Calibri"/>
                <a:cs typeface="Calibri"/>
              </a:defRPr>
            </a:lvl3pPr>
            <a:lvl4pPr algn="r">
              <a:buNone/>
              <a:defRPr sz="788" b="0" i="0">
                <a:solidFill>
                  <a:srgbClr val="647781"/>
                </a:solidFill>
                <a:latin typeface="Calibri"/>
                <a:ea typeface="Calibri"/>
                <a:cs typeface="Calibri"/>
              </a:defRPr>
            </a:lvl4pPr>
            <a:lvl5pPr algn="r">
              <a:buNone/>
              <a:defRPr sz="788" b="0" i="0">
                <a:solidFill>
                  <a:srgbClr val="647781"/>
                </a:solidFill>
                <a:latin typeface="Calibri"/>
                <a:ea typeface="Calibri"/>
                <a:cs typeface="Calibri"/>
              </a:defRPr>
            </a:lvl5pPr>
            <a:lvl6pPr algn="r">
              <a:buNone/>
              <a:defRPr sz="788" b="0" i="0">
                <a:solidFill>
                  <a:srgbClr val="647781"/>
                </a:solidFill>
                <a:latin typeface="Calibri"/>
                <a:ea typeface="Calibri"/>
                <a:cs typeface="Calibri"/>
              </a:defRPr>
            </a:lvl6pPr>
            <a:lvl7pPr algn="r">
              <a:buNone/>
              <a:defRPr sz="788" b="0" i="0">
                <a:solidFill>
                  <a:srgbClr val="647781"/>
                </a:solidFill>
                <a:latin typeface="Calibri"/>
                <a:ea typeface="Calibri"/>
                <a:cs typeface="Calibri"/>
              </a:defRPr>
            </a:lvl7pPr>
            <a:lvl8pPr algn="r">
              <a:buNone/>
              <a:defRPr sz="788" b="0" i="0">
                <a:solidFill>
                  <a:srgbClr val="647781"/>
                </a:solidFill>
                <a:latin typeface="Calibri"/>
                <a:ea typeface="Calibri"/>
                <a:cs typeface="Calibri"/>
              </a:defRPr>
            </a:lvl8pPr>
            <a:lvl9pPr algn="r">
              <a:buNone/>
              <a:defRPr sz="788" b="0" i="0">
                <a:solidFill>
                  <a:srgbClr val="647781"/>
                </a:solidFill>
                <a:latin typeface="Calibri"/>
                <a:ea typeface="Calibri"/>
                <a:cs typeface="Calibri"/>
              </a:defRPr>
            </a:lvl9pPr>
          </a:lstStyle>
          <a:p xmlns:a="http://schemas.openxmlformats.org/drawingml/2006/main">
            <a:pPr algn="r">
              <a:lnSpc>
                <a:spcPct val="108000"/>
              </a:lnSpc>
              <a:buNone/>
              <a:defRPr sz="788" b="0" i="0">
                <a:solidFill>
                  <a:srgbClr val="647781"/>
                </a:solidFill>
                <a:latin typeface="Calibri"/>
                <a:ea typeface="Calibri"/>
                <a:cs typeface="Calibri"/>
              </a:defRPr>
            </a:pPr>
            <a:r>
              <a:rPr sz="750" b="1" i="0">
                <a:solidFill>
                  <a:srgbClr val="168D89"/>
                </a:solidFill>
                <a:latin typeface="Calibri"/>
                <a:ea typeface="Calibri"/>
                <a:cs typeface="Calibri"/>
              </a:rPr>
              <a:t>14</a:t>
            </a:r>
          </a:p>
        </p:txBody>
      </p:sp>
      <p:sp>
        <p:nvSpPr>
          <p:cNvPr id="7" name="">
            <a:extLst xmlns:a="http://schemas.openxmlformats.org/drawingml/2006/main">
              <a:ext uri="{FF2B5EF4-FFF2-40B4-BE49-F238E27FC236}">
                <a16:creationId xmlns:a16="http://schemas.microsoft.com/office/drawing/2014/main" id="{E1FF4FD0-2FE6-4125-8293-782A2DA5DD6A}"/>
              </a:ext>
            </a:extLst>
          </p:cNvPr>
          <p:cNvSpPr>
            <a:spLocks xmlns:a="http://schemas.openxmlformats.org/drawingml/2006/main" noGrp="1"/>
          </p:cNvSpPr>
          <p:nvPr/>
        </p:nvSpPr>
        <p:spPr>
          <a:xfrm xmlns:a="http://schemas.openxmlformats.org/drawingml/2006/main">
            <a:off x="552450" y="1362075"/>
            <a:ext cx="428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i="0">
                <a:solidFill>
                  <a:srgbClr val="248F8A"/>
                </a:solidFill>
                <a:latin typeface="Calibri Light"/>
                <a:ea typeface="Calibri Light"/>
                <a:cs typeface="Calibri Light"/>
              </a:defRPr>
            </a:defPPr>
            <a:lvl1pPr algn="l">
              <a:buNone/>
              <a:defRPr sz="1650" b="1" i="0">
                <a:solidFill>
                  <a:srgbClr val="248F8A"/>
                </a:solidFill>
                <a:latin typeface="Calibri Light"/>
                <a:ea typeface="Calibri Light"/>
                <a:cs typeface="Calibri Light"/>
              </a:defRPr>
            </a:lvl1pPr>
            <a:lvl2pPr algn="l">
              <a:buNone/>
              <a:defRPr sz="1650" b="1" i="0">
                <a:solidFill>
                  <a:srgbClr val="248F8A"/>
                </a:solidFill>
                <a:latin typeface="Calibri Light"/>
                <a:ea typeface="Calibri Light"/>
                <a:cs typeface="Calibri Light"/>
              </a:defRPr>
            </a:lvl2pPr>
            <a:lvl3pPr algn="l">
              <a:buNone/>
              <a:defRPr sz="1650" b="1" i="0">
                <a:solidFill>
                  <a:srgbClr val="248F8A"/>
                </a:solidFill>
                <a:latin typeface="Calibri Light"/>
                <a:ea typeface="Calibri Light"/>
                <a:cs typeface="Calibri Light"/>
              </a:defRPr>
            </a:lvl3pPr>
            <a:lvl4pPr algn="l">
              <a:buNone/>
              <a:defRPr sz="1650" b="1" i="0">
                <a:solidFill>
                  <a:srgbClr val="248F8A"/>
                </a:solidFill>
                <a:latin typeface="Calibri Light"/>
                <a:ea typeface="Calibri Light"/>
                <a:cs typeface="Calibri Light"/>
              </a:defRPr>
            </a:lvl4pPr>
            <a:lvl5pPr algn="l">
              <a:buNone/>
              <a:defRPr sz="1650" b="1" i="0">
                <a:solidFill>
                  <a:srgbClr val="248F8A"/>
                </a:solidFill>
                <a:latin typeface="Calibri Light"/>
                <a:ea typeface="Calibri Light"/>
                <a:cs typeface="Calibri Light"/>
              </a:defRPr>
            </a:lvl5pPr>
            <a:lvl6pPr algn="l">
              <a:buNone/>
              <a:defRPr sz="1650" b="1" i="0">
                <a:solidFill>
                  <a:srgbClr val="248F8A"/>
                </a:solidFill>
                <a:latin typeface="Calibri Light"/>
                <a:ea typeface="Calibri Light"/>
                <a:cs typeface="Calibri Light"/>
              </a:defRPr>
            </a:lvl6pPr>
            <a:lvl7pPr algn="l">
              <a:buNone/>
              <a:defRPr sz="1650" b="1" i="0">
                <a:solidFill>
                  <a:srgbClr val="248F8A"/>
                </a:solidFill>
                <a:latin typeface="Calibri Light"/>
                <a:ea typeface="Calibri Light"/>
                <a:cs typeface="Calibri Light"/>
              </a:defRPr>
            </a:lvl7pPr>
            <a:lvl8pPr algn="l">
              <a:buNone/>
              <a:defRPr sz="1650" b="1" i="0">
                <a:solidFill>
                  <a:srgbClr val="248F8A"/>
                </a:solidFill>
                <a:latin typeface="Calibri Light"/>
                <a:ea typeface="Calibri Light"/>
                <a:cs typeface="Calibri Light"/>
              </a:defRPr>
            </a:lvl8pPr>
            <a:lvl9pPr algn="l">
              <a:buNone/>
              <a:defRPr sz="1650" b="1" i="0">
                <a:solidFill>
                  <a:srgbClr val="248F8A"/>
                </a:solidFill>
                <a:latin typeface="Calibri Light"/>
                <a:ea typeface="Calibri Light"/>
                <a:cs typeface="Calibri Light"/>
              </a:defRPr>
            </a:lvl9pPr>
          </a:lstStyle>
          <a:p xmlns:a="http://schemas.openxmlformats.org/drawingml/2006/main">
            <a:pPr algn="l">
              <a:lnSpc>
                <a:spcPct val="108000"/>
              </a:lnSpc>
              <a:buNone/>
              <a:defRPr sz="1650" b="1" i="0">
                <a:solidFill>
                  <a:srgbClr val="248F8A"/>
                </a:solidFill>
                <a:latin typeface="Calibri Light"/>
                <a:ea typeface="Calibri Light"/>
                <a:cs typeface="Calibri Light"/>
              </a:defRPr>
            </a:pPr>
            <a:r>
              <a:rPr sz="1650" b="1" i="0">
                <a:solidFill>
                  <a:srgbClr val="248F8A"/>
                </a:solidFill>
                <a:latin typeface="Calibri Light"/>
                <a:ea typeface="Calibri Light"/>
                <a:cs typeface="Calibri Light"/>
              </a:rPr>
              <a:t>01</a:t>
            </a:r>
          </a:p>
        </p:txBody>
      </p:sp>
      <p:sp>
        <p:nvSpPr>
          <p:cNvPr id="8" name="">
            <a:extLst xmlns:a="http://schemas.openxmlformats.org/drawingml/2006/main">
              <a:ext uri="{FF2B5EF4-FFF2-40B4-BE49-F238E27FC236}">
                <a16:creationId xmlns:a16="http://schemas.microsoft.com/office/drawing/2014/main" id="{4AE18612-7DEB-4C73-94BE-D4E8D294B12D}"/>
              </a:ext>
            </a:extLst>
          </p:cNvPr>
          <p:cNvSpPr>
            <a:spLocks xmlns:a="http://schemas.openxmlformats.org/drawingml/2006/main" noGrp="1"/>
          </p:cNvSpPr>
          <p:nvPr/>
        </p:nvSpPr>
        <p:spPr>
          <a:xfrm xmlns:a="http://schemas.openxmlformats.org/drawingml/2006/main">
            <a:off x="1076325" y="1362075"/>
            <a:ext cx="23241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38" b="1" i="0">
                <a:solidFill>
                  <a:srgbClr val="123F50"/>
                </a:solidFill>
                <a:latin typeface="Calibri"/>
                <a:ea typeface="Calibri"/>
                <a:cs typeface="Calibri"/>
              </a:defRPr>
            </a:defPPr>
            <a:lvl1pPr algn="l">
              <a:buNone/>
              <a:defRPr sz="1238" b="1" i="0">
                <a:solidFill>
                  <a:srgbClr val="123F50"/>
                </a:solidFill>
                <a:latin typeface="Calibri"/>
                <a:ea typeface="Calibri"/>
                <a:cs typeface="Calibri"/>
              </a:defRPr>
            </a:lvl1pPr>
            <a:lvl2pPr algn="l">
              <a:buNone/>
              <a:defRPr sz="1238" b="1" i="0">
                <a:solidFill>
                  <a:srgbClr val="123F50"/>
                </a:solidFill>
                <a:latin typeface="Calibri"/>
                <a:ea typeface="Calibri"/>
                <a:cs typeface="Calibri"/>
              </a:defRPr>
            </a:lvl2pPr>
            <a:lvl3pPr algn="l">
              <a:buNone/>
              <a:defRPr sz="1238" b="1" i="0">
                <a:solidFill>
                  <a:srgbClr val="123F50"/>
                </a:solidFill>
                <a:latin typeface="Calibri"/>
                <a:ea typeface="Calibri"/>
                <a:cs typeface="Calibri"/>
              </a:defRPr>
            </a:lvl3pPr>
            <a:lvl4pPr algn="l">
              <a:buNone/>
              <a:defRPr sz="1238" b="1" i="0">
                <a:solidFill>
                  <a:srgbClr val="123F50"/>
                </a:solidFill>
                <a:latin typeface="Calibri"/>
                <a:ea typeface="Calibri"/>
                <a:cs typeface="Calibri"/>
              </a:defRPr>
            </a:lvl4pPr>
            <a:lvl5pPr algn="l">
              <a:buNone/>
              <a:defRPr sz="1238" b="1" i="0">
                <a:solidFill>
                  <a:srgbClr val="123F50"/>
                </a:solidFill>
                <a:latin typeface="Calibri"/>
                <a:ea typeface="Calibri"/>
                <a:cs typeface="Calibri"/>
              </a:defRPr>
            </a:lvl5pPr>
            <a:lvl6pPr algn="l">
              <a:buNone/>
              <a:defRPr sz="1238" b="1" i="0">
                <a:solidFill>
                  <a:srgbClr val="123F50"/>
                </a:solidFill>
                <a:latin typeface="Calibri"/>
                <a:ea typeface="Calibri"/>
                <a:cs typeface="Calibri"/>
              </a:defRPr>
            </a:lvl6pPr>
            <a:lvl7pPr algn="l">
              <a:buNone/>
              <a:defRPr sz="1238" b="1" i="0">
                <a:solidFill>
                  <a:srgbClr val="123F50"/>
                </a:solidFill>
                <a:latin typeface="Calibri"/>
                <a:ea typeface="Calibri"/>
                <a:cs typeface="Calibri"/>
              </a:defRPr>
            </a:lvl7pPr>
            <a:lvl8pPr algn="l">
              <a:buNone/>
              <a:defRPr sz="1238" b="1" i="0">
                <a:solidFill>
                  <a:srgbClr val="123F50"/>
                </a:solidFill>
                <a:latin typeface="Calibri"/>
                <a:ea typeface="Calibri"/>
                <a:cs typeface="Calibri"/>
              </a:defRPr>
            </a:lvl8pPr>
            <a:lvl9pPr algn="l">
              <a:buNone/>
              <a:defRPr sz="1238" b="1" i="0">
                <a:solidFill>
                  <a:srgbClr val="123F50"/>
                </a:solidFill>
                <a:latin typeface="Calibri"/>
                <a:ea typeface="Calibri"/>
                <a:cs typeface="Calibri"/>
              </a:defRPr>
            </a:lvl9pPr>
          </a:lstStyle>
          <a:p xmlns:a="http://schemas.openxmlformats.org/drawingml/2006/main">
            <a:pPr algn="l">
              <a:lnSpc>
                <a:spcPct val="108000"/>
              </a:lnSpc>
              <a:buNone/>
              <a:defRPr sz="1238" b="1" i="0">
                <a:solidFill>
                  <a:srgbClr val="123F50"/>
                </a:solidFill>
                <a:latin typeface="Calibri"/>
                <a:ea typeface="Calibri"/>
                <a:cs typeface="Calibri"/>
              </a:defRPr>
            </a:pPr>
            <a:r>
              <a:rPr sz="1238" b="1" i="0">
                <a:solidFill>
                  <a:srgbClr val="123F50"/>
                </a:solidFill>
                <a:latin typeface="Calibri"/>
                <a:ea typeface="Calibri"/>
                <a:cs typeface="Calibri"/>
              </a:rPr>
              <a:t>Validate the risk logic</a:t>
            </a:r>
          </a:p>
        </p:txBody>
      </p:sp>
      <p:sp>
        <p:nvSpPr>
          <p:cNvPr id="9" name="">
            <a:extLst xmlns:a="http://schemas.openxmlformats.org/drawingml/2006/main">
              <a:ext uri="{FF2B5EF4-FFF2-40B4-BE49-F238E27FC236}">
                <a16:creationId xmlns:a16="http://schemas.microsoft.com/office/drawing/2014/main" id="{D3496E5F-68E6-47CD-B776-E6BE4B20C901}"/>
              </a:ext>
            </a:extLst>
          </p:cNvPr>
          <p:cNvSpPr>
            <a:spLocks xmlns:a="http://schemas.openxmlformats.org/drawingml/2006/main" noGrp="1"/>
          </p:cNvSpPr>
          <p:nvPr/>
        </p:nvSpPr>
        <p:spPr>
          <a:xfrm xmlns:a="http://schemas.openxmlformats.org/drawingml/2006/main">
            <a:off x="3495675" y="1362075"/>
            <a:ext cx="34861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88" b="0" i="0">
                <a:solidFill>
                  <a:srgbClr val="263C45"/>
                </a:solidFill>
                <a:latin typeface="Calibri"/>
                <a:ea typeface="Calibri"/>
                <a:cs typeface="Calibri"/>
              </a:defRPr>
            </a:defPPr>
            <a:lvl1pPr algn="l">
              <a:buNone/>
              <a:defRPr sz="1088" b="0" i="0">
                <a:solidFill>
                  <a:srgbClr val="263C45"/>
                </a:solidFill>
                <a:latin typeface="Calibri"/>
                <a:ea typeface="Calibri"/>
                <a:cs typeface="Calibri"/>
              </a:defRPr>
            </a:lvl1pPr>
            <a:lvl2pPr algn="l">
              <a:buNone/>
              <a:defRPr sz="1088" b="0" i="0">
                <a:solidFill>
                  <a:srgbClr val="263C45"/>
                </a:solidFill>
                <a:latin typeface="Calibri"/>
                <a:ea typeface="Calibri"/>
                <a:cs typeface="Calibri"/>
              </a:defRPr>
            </a:lvl2pPr>
            <a:lvl3pPr algn="l">
              <a:buNone/>
              <a:defRPr sz="1088" b="0" i="0">
                <a:solidFill>
                  <a:srgbClr val="263C45"/>
                </a:solidFill>
                <a:latin typeface="Calibri"/>
                <a:ea typeface="Calibri"/>
                <a:cs typeface="Calibri"/>
              </a:defRPr>
            </a:lvl3pPr>
            <a:lvl4pPr algn="l">
              <a:buNone/>
              <a:defRPr sz="1088" b="0" i="0">
                <a:solidFill>
                  <a:srgbClr val="263C45"/>
                </a:solidFill>
                <a:latin typeface="Calibri"/>
                <a:ea typeface="Calibri"/>
                <a:cs typeface="Calibri"/>
              </a:defRPr>
            </a:lvl4pPr>
            <a:lvl5pPr algn="l">
              <a:buNone/>
              <a:defRPr sz="1088" b="0" i="0">
                <a:solidFill>
                  <a:srgbClr val="263C45"/>
                </a:solidFill>
                <a:latin typeface="Calibri"/>
                <a:ea typeface="Calibri"/>
                <a:cs typeface="Calibri"/>
              </a:defRPr>
            </a:lvl5pPr>
            <a:lvl6pPr algn="l">
              <a:buNone/>
              <a:defRPr sz="1088" b="0" i="0">
                <a:solidFill>
                  <a:srgbClr val="263C45"/>
                </a:solidFill>
                <a:latin typeface="Calibri"/>
                <a:ea typeface="Calibri"/>
                <a:cs typeface="Calibri"/>
              </a:defRPr>
            </a:lvl6pPr>
            <a:lvl7pPr algn="l">
              <a:buNone/>
              <a:defRPr sz="1088" b="0" i="0">
                <a:solidFill>
                  <a:srgbClr val="263C45"/>
                </a:solidFill>
                <a:latin typeface="Calibri"/>
                <a:ea typeface="Calibri"/>
                <a:cs typeface="Calibri"/>
              </a:defRPr>
            </a:lvl7pPr>
            <a:lvl8pPr algn="l">
              <a:buNone/>
              <a:defRPr sz="1088" b="0" i="0">
                <a:solidFill>
                  <a:srgbClr val="263C45"/>
                </a:solidFill>
                <a:latin typeface="Calibri"/>
                <a:ea typeface="Calibri"/>
                <a:cs typeface="Calibri"/>
              </a:defRPr>
            </a:lvl8pPr>
            <a:lvl9pPr algn="l">
              <a:buNone/>
              <a:defRPr sz="1088" b="0" i="0">
                <a:solidFill>
                  <a:srgbClr val="263C45"/>
                </a:solidFill>
                <a:latin typeface="Calibri"/>
                <a:ea typeface="Calibri"/>
                <a:cs typeface="Calibri"/>
              </a:defRPr>
            </a:lvl9pPr>
          </a:lstStyle>
          <a:p xmlns:a="http://schemas.openxmlformats.org/drawingml/2006/main">
            <a:pPr algn="l">
              <a:lnSpc>
                <a:spcPct val="108000"/>
              </a:lnSpc>
              <a:buNone/>
              <a:defRPr sz="1088" b="0" i="0">
                <a:solidFill>
                  <a:srgbClr val="263C45"/>
                </a:solidFill>
                <a:latin typeface="Calibri"/>
                <a:ea typeface="Calibri"/>
                <a:cs typeface="Calibri"/>
              </a:defRPr>
            </a:pPr>
            <a:r>
              <a:rPr sz="1088" b="0" i="0">
                <a:solidFill>
                  <a:srgbClr val="263C45"/>
                </a:solidFill>
                <a:latin typeface="Calibri"/>
                <a:ea typeface="Calibri"/>
                <a:cs typeface="Calibri"/>
              </a:rPr>
              <a:t>Use appropriate data and independent evaluation; do not treat synthetic labels as clinical evidence.</a:t>
            </a:r>
          </a:p>
        </p:txBody>
      </p:sp>
      <p:sp>
        <p:nvSpPr>
          <p:cNvPr id="10" name="">
            <a:extLst xmlns:a="http://schemas.openxmlformats.org/drawingml/2006/main">
              <a:ext uri="{FF2B5EF4-FFF2-40B4-BE49-F238E27FC236}">
                <a16:creationId xmlns:a16="http://schemas.microsoft.com/office/drawing/2014/main" id="{AC1A16D1-0F57-4798-B294-CD77E33D1C23}"/>
              </a:ext>
            </a:extLst>
          </p:cNvPr>
          <p:cNvSpPr>
            <a:spLocks xmlns:a="http://schemas.openxmlformats.org/drawingml/2006/main" noGrp="1"/>
          </p:cNvSpPr>
          <p:nvPr/>
        </p:nvSpPr>
        <p:spPr>
          <a:xfrm xmlns:a="http://schemas.openxmlformats.org/drawingml/2006/main" flipH="0" flipV="0">
            <a:off x="1076325" y="1847850"/>
            <a:ext cx="5924550" cy="4763"/>
          </a:xfrm>
          <a:prstGeom xmlns:a="http://schemas.openxmlformats.org/drawingml/2006/main" prst="line">
            <a:avLst/>
          </a:prstGeom>
          <a:noFill xmlns:a="http://schemas.openxmlformats.org/drawingml/2006/main"/>
          <a:ln xmlns:a="http://schemas.openxmlformats.org/drawingml/2006/main" w="9525">
            <a:solidFill>
              <a:srgbClr val="E0E8E7"/>
            </a:solidFill>
            <a:prstDash val="solid"/>
          </a:ln>
        </p:spPr>
      </p:sp>
      <p:sp>
        <p:nvSpPr>
          <p:cNvPr id="11" name="">
            <a:extLst xmlns:a="http://schemas.openxmlformats.org/drawingml/2006/main">
              <a:ext uri="{FF2B5EF4-FFF2-40B4-BE49-F238E27FC236}">
                <a16:creationId xmlns:a16="http://schemas.microsoft.com/office/drawing/2014/main" id="{3F564F5B-864C-4E2F-A01E-594F145AEEC3}"/>
              </a:ext>
            </a:extLst>
          </p:cNvPr>
          <p:cNvSpPr>
            <a:spLocks xmlns:a="http://schemas.openxmlformats.org/drawingml/2006/main" noGrp="1"/>
          </p:cNvSpPr>
          <p:nvPr/>
        </p:nvSpPr>
        <p:spPr>
          <a:xfrm xmlns:a="http://schemas.openxmlformats.org/drawingml/2006/main">
            <a:off x="552450" y="1952625"/>
            <a:ext cx="428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i="0">
                <a:solidFill>
                  <a:srgbClr val="248F8A"/>
                </a:solidFill>
                <a:latin typeface="Calibri Light"/>
                <a:ea typeface="Calibri Light"/>
                <a:cs typeface="Calibri Light"/>
              </a:defRPr>
            </a:defPPr>
            <a:lvl1pPr algn="l">
              <a:buNone/>
              <a:defRPr sz="1650" b="1" i="0">
                <a:solidFill>
                  <a:srgbClr val="248F8A"/>
                </a:solidFill>
                <a:latin typeface="Calibri Light"/>
                <a:ea typeface="Calibri Light"/>
                <a:cs typeface="Calibri Light"/>
              </a:defRPr>
            </a:lvl1pPr>
            <a:lvl2pPr algn="l">
              <a:buNone/>
              <a:defRPr sz="1650" b="1" i="0">
                <a:solidFill>
                  <a:srgbClr val="248F8A"/>
                </a:solidFill>
                <a:latin typeface="Calibri Light"/>
                <a:ea typeface="Calibri Light"/>
                <a:cs typeface="Calibri Light"/>
              </a:defRPr>
            </a:lvl2pPr>
            <a:lvl3pPr algn="l">
              <a:buNone/>
              <a:defRPr sz="1650" b="1" i="0">
                <a:solidFill>
                  <a:srgbClr val="248F8A"/>
                </a:solidFill>
                <a:latin typeface="Calibri Light"/>
                <a:ea typeface="Calibri Light"/>
                <a:cs typeface="Calibri Light"/>
              </a:defRPr>
            </a:lvl3pPr>
            <a:lvl4pPr algn="l">
              <a:buNone/>
              <a:defRPr sz="1650" b="1" i="0">
                <a:solidFill>
                  <a:srgbClr val="248F8A"/>
                </a:solidFill>
                <a:latin typeface="Calibri Light"/>
                <a:ea typeface="Calibri Light"/>
                <a:cs typeface="Calibri Light"/>
              </a:defRPr>
            </a:lvl4pPr>
            <a:lvl5pPr algn="l">
              <a:buNone/>
              <a:defRPr sz="1650" b="1" i="0">
                <a:solidFill>
                  <a:srgbClr val="248F8A"/>
                </a:solidFill>
                <a:latin typeface="Calibri Light"/>
                <a:ea typeface="Calibri Light"/>
                <a:cs typeface="Calibri Light"/>
              </a:defRPr>
            </a:lvl5pPr>
            <a:lvl6pPr algn="l">
              <a:buNone/>
              <a:defRPr sz="1650" b="1" i="0">
                <a:solidFill>
                  <a:srgbClr val="248F8A"/>
                </a:solidFill>
                <a:latin typeface="Calibri Light"/>
                <a:ea typeface="Calibri Light"/>
                <a:cs typeface="Calibri Light"/>
              </a:defRPr>
            </a:lvl6pPr>
            <a:lvl7pPr algn="l">
              <a:buNone/>
              <a:defRPr sz="1650" b="1" i="0">
                <a:solidFill>
                  <a:srgbClr val="248F8A"/>
                </a:solidFill>
                <a:latin typeface="Calibri Light"/>
                <a:ea typeface="Calibri Light"/>
                <a:cs typeface="Calibri Light"/>
              </a:defRPr>
            </a:lvl7pPr>
            <a:lvl8pPr algn="l">
              <a:buNone/>
              <a:defRPr sz="1650" b="1" i="0">
                <a:solidFill>
                  <a:srgbClr val="248F8A"/>
                </a:solidFill>
                <a:latin typeface="Calibri Light"/>
                <a:ea typeface="Calibri Light"/>
                <a:cs typeface="Calibri Light"/>
              </a:defRPr>
            </a:lvl8pPr>
            <a:lvl9pPr algn="l">
              <a:buNone/>
              <a:defRPr sz="1650" b="1" i="0">
                <a:solidFill>
                  <a:srgbClr val="248F8A"/>
                </a:solidFill>
                <a:latin typeface="Calibri Light"/>
                <a:ea typeface="Calibri Light"/>
                <a:cs typeface="Calibri Light"/>
              </a:defRPr>
            </a:lvl9pPr>
          </a:lstStyle>
          <a:p xmlns:a="http://schemas.openxmlformats.org/drawingml/2006/main">
            <a:pPr algn="l">
              <a:lnSpc>
                <a:spcPct val="108000"/>
              </a:lnSpc>
              <a:buNone/>
              <a:defRPr sz="1650" b="1" i="0">
                <a:solidFill>
                  <a:srgbClr val="248F8A"/>
                </a:solidFill>
                <a:latin typeface="Calibri Light"/>
                <a:ea typeface="Calibri Light"/>
                <a:cs typeface="Calibri Light"/>
              </a:defRPr>
            </a:pPr>
            <a:r>
              <a:rPr sz="1650" b="1" i="0">
                <a:solidFill>
                  <a:srgbClr val="248F8A"/>
                </a:solidFill>
                <a:latin typeface="Calibri Light"/>
                <a:ea typeface="Calibri Light"/>
                <a:cs typeface="Calibri Light"/>
              </a:rPr>
              <a:t>02</a:t>
            </a:r>
          </a:p>
        </p:txBody>
      </p:sp>
      <p:sp>
        <p:nvSpPr>
          <p:cNvPr id="12" name="">
            <a:extLst xmlns:a="http://schemas.openxmlformats.org/drawingml/2006/main">
              <a:ext uri="{FF2B5EF4-FFF2-40B4-BE49-F238E27FC236}">
                <a16:creationId xmlns:a16="http://schemas.microsoft.com/office/drawing/2014/main" id="{00DD240F-1B12-4CCE-85FA-B54697A93D34}"/>
              </a:ext>
            </a:extLst>
          </p:cNvPr>
          <p:cNvSpPr>
            <a:spLocks xmlns:a="http://schemas.openxmlformats.org/drawingml/2006/main" noGrp="1"/>
          </p:cNvSpPr>
          <p:nvPr/>
        </p:nvSpPr>
        <p:spPr>
          <a:xfrm xmlns:a="http://schemas.openxmlformats.org/drawingml/2006/main">
            <a:off x="1076325" y="1952625"/>
            <a:ext cx="23241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38" b="1" i="0">
                <a:solidFill>
                  <a:srgbClr val="123F50"/>
                </a:solidFill>
                <a:latin typeface="Calibri"/>
                <a:ea typeface="Calibri"/>
                <a:cs typeface="Calibri"/>
              </a:defRPr>
            </a:defPPr>
            <a:lvl1pPr algn="l">
              <a:buNone/>
              <a:defRPr sz="1238" b="1" i="0">
                <a:solidFill>
                  <a:srgbClr val="123F50"/>
                </a:solidFill>
                <a:latin typeface="Calibri"/>
                <a:ea typeface="Calibri"/>
                <a:cs typeface="Calibri"/>
              </a:defRPr>
            </a:lvl1pPr>
            <a:lvl2pPr algn="l">
              <a:buNone/>
              <a:defRPr sz="1238" b="1" i="0">
                <a:solidFill>
                  <a:srgbClr val="123F50"/>
                </a:solidFill>
                <a:latin typeface="Calibri"/>
                <a:ea typeface="Calibri"/>
                <a:cs typeface="Calibri"/>
              </a:defRPr>
            </a:lvl2pPr>
            <a:lvl3pPr algn="l">
              <a:buNone/>
              <a:defRPr sz="1238" b="1" i="0">
                <a:solidFill>
                  <a:srgbClr val="123F50"/>
                </a:solidFill>
                <a:latin typeface="Calibri"/>
                <a:ea typeface="Calibri"/>
                <a:cs typeface="Calibri"/>
              </a:defRPr>
            </a:lvl3pPr>
            <a:lvl4pPr algn="l">
              <a:buNone/>
              <a:defRPr sz="1238" b="1" i="0">
                <a:solidFill>
                  <a:srgbClr val="123F50"/>
                </a:solidFill>
                <a:latin typeface="Calibri"/>
                <a:ea typeface="Calibri"/>
                <a:cs typeface="Calibri"/>
              </a:defRPr>
            </a:lvl4pPr>
            <a:lvl5pPr algn="l">
              <a:buNone/>
              <a:defRPr sz="1238" b="1" i="0">
                <a:solidFill>
                  <a:srgbClr val="123F50"/>
                </a:solidFill>
                <a:latin typeface="Calibri"/>
                <a:ea typeface="Calibri"/>
                <a:cs typeface="Calibri"/>
              </a:defRPr>
            </a:lvl5pPr>
            <a:lvl6pPr algn="l">
              <a:buNone/>
              <a:defRPr sz="1238" b="1" i="0">
                <a:solidFill>
                  <a:srgbClr val="123F50"/>
                </a:solidFill>
                <a:latin typeface="Calibri"/>
                <a:ea typeface="Calibri"/>
                <a:cs typeface="Calibri"/>
              </a:defRPr>
            </a:lvl6pPr>
            <a:lvl7pPr algn="l">
              <a:buNone/>
              <a:defRPr sz="1238" b="1" i="0">
                <a:solidFill>
                  <a:srgbClr val="123F50"/>
                </a:solidFill>
                <a:latin typeface="Calibri"/>
                <a:ea typeface="Calibri"/>
                <a:cs typeface="Calibri"/>
              </a:defRPr>
            </a:lvl7pPr>
            <a:lvl8pPr algn="l">
              <a:buNone/>
              <a:defRPr sz="1238" b="1" i="0">
                <a:solidFill>
                  <a:srgbClr val="123F50"/>
                </a:solidFill>
                <a:latin typeface="Calibri"/>
                <a:ea typeface="Calibri"/>
                <a:cs typeface="Calibri"/>
              </a:defRPr>
            </a:lvl8pPr>
            <a:lvl9pPr algn="l">
              <a:buNone/>
              <a:defRPr sz="1238" b="1" i="0">
                <a:solidFill>
                  <a:srgbClr val="123F50"/>
                </a:solidFill>
                <a:latin typeface="Calibri"/>
                <a:ea typeface="Calibri"/>
                <a:cs typeface="Calibri"/>
              </a:defRPr>
            </a:lvl9pPr>
          </a:lstStyle>
          <a:p xmlns:a="http://schemas.openxmlformats.org/drawingml/2006/main">
            <a:pPr algn="l">
              <a:lnSpc>
                <a:spcPct val="108000"/>
              </a:lnSpc>
              <a:buNone/>
              <a:defRPr sz="1238" b="1" i="0">
                <a:solidFill>
                  <a:srgbClr val="123F50"/>
                </a:solidFill>
                <a:latin typeface="Calibri"/>
                <a:ea typeface="Calibri"/>
                <a:cs typeface="Calibri"/>
              </a:defRPr>
            </a:pPr>
            <a:r>
              <a:rPr sz="1238" b="1" i="0">
                <a:solidFill>
                  <a:srgbClr val="123F50"/>
                </a:solidFill>
                <a:latin typeface="Calibri"/>
                <a:ea typeface="Calibri"/>
                <a:cs typeface="Calibri"/>
              </a:rPr>
              <a:t>Review every recommendation</a:t>
            </a:r>
          </a:p>
        </p:txBody>
      </p:sp>
      <p:sp>
        <p:nvSpPr>
          <p:cNvPr id="13" name="">
            <a:extLst xmlns:a="http://schemas.openxmlformats.org/drawingml/2006/main">
              <a:ext uri="{FF2B5EF4-FFF2-40B4-BE49-F238E27FC236}">
                <a16:creationId xmlns:a16="http://schemas.microsoft.com/office/drawing/2014/main" id="{1051EA8E-1D05-4814-AAEE-9798044D2885}"/>
              </a:ext>
            </a:extLst>
          </p:cNvPr>
          <p:cNvSpPr>
            <a:spLocks xmlns:a="http://schemas.openxmlformats.org/drawingml/2006/main" noGrp="1"/>
          </p:cNvSpPr>
          <p:nvPr/>
        </p:nvSpPr>
        <p:spPr>
          <a:xfrm xmlns:a="http://schemas.openxmlformats.org/drawingml/2006/main">
            <a:off x="3495675" y="1952625"/>
            <a:ext cx="34861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88" b="0" i="0">
                <a:solidFill>
                  <a:srgbClr val="263C45"/>
                </a:solidFill>
                <a:latin typeface="Calibri"/>
                <a:ea typeface="Calibri"/>
                <a:cs typeface="Calibri"/>
              </a:defRPr>
            </a:defPPr>
            <a:lvl1pPr algn="l">
              <a:buNone/>
              <a:defRPr sz="1088" b="0" i="0">
                <a:solidFill>
                  <a:srgbClr val="263C45"/>
                </a:solidFill>
                <a:latin typeface="Calibri"/>
                <a:ea typeface="Calibri"/>
                <a:cs typeface="Calibri"/>
              </a:defRPr>
            </a:lvl1pPr>
            <a:lvl2pPr algn="l">
              <a:buNone/>
              <a:defRPr sz="1088" b="0" i="0">
                <a:solidFill>
                  <a:srgbClr val="263C45"/>
                </a:solidFill>
                <a:latin typeface="Calibri"/>
                <a:ea typeface="Calibri"/>
                <a:cs typeface="Calibri"/>
              </a:defRPr>
            </a:lvl2pPr>
            <a:lvl3pPr algn="l">
              <a:buNone/>
              <a:defRPr sz="1088" b="0" i="0">
                <a:solidFill>
                  <a:srgbClr val="263C45"/>
                </a:solidFill>
                <a:latin typeface="Calibri"/>
                <a:ea typeface="Calibri"/>
                <a:cs typeface="Calibri"/>
              </a:defRPr>
            </a:lvl3pPr>
            <a:lvl4pPr algn="l">
              <a:buNone/>
              <a:defRPr sz="1088" b="0" i="0">
                <a:solidFill>
                  <a:srgbClr val="263C45"/>
                </a:solidFill>
                <a:latin typeface="Calibri"/>
                <a:ea typeface="Calibri"/>
                <a:cs typeface="Calibri"/>
              </a:defRPr>
            </a:lvl4pPr>
            <a:lvl5pPr algn="l">
              <a:buNone/>
              <a:defRPr sz="1088" b="0" i="0">
                <a:solidFill>
                  <a:srgbClr val="263C45"/>
                </a:solidFill>
                <a:latin typeface="Calibri"/>
                <a:ea typeface="Calibri"/>
                <a:cs typeface="Calibri"/>
              </a:defRPr>
            </a:lvl5pPr>
            <a:lvl6pPr algn="l">
              <a:buNone/>
              <a:defRPr sz="1088" b="0" i="0">
                <a:solidFill>
                  <a:srgbClr val="263C45"/>
                </a:solidFill>
                <a:latin typeface="Calibri"/>
                <a:ea typeface="Calibri"/>
                <a:cs typeface="Calibri"/>
              </a:defRPr>
            </a:lvl6pPr>
            <a:lvl7pPr algn="l">
              <a:buNone/>
              <a:defRPr sz="1088" b="0" i="0">
                <a:solidFill>
                  <a:srgbClr val="263C45"/>
                </a:solidFill>
                <a:latin typeface="Calibri"/>
                <a:ea typeface="Calibri"/>
                <a:cs typeface="Calibri"/>
              </a:defRPr>
            </a:lvl7pPr>
            <a:lvl8pPr algn="l">
              <a:buNone/>
              <a:defRPr sz="1088" b="0" i="0">
                <a:solidFill>
                  <a:srgbClr val="263C45"/>
                </a:solidFill>
                <a:latin typeface="Calibri"/>
                <a:ea typeface="Calibri"/>
                <a:cs typeface="Calibri"/>
              </a:defRPr>
            </a:lvl8pPr>
            <a:lvl9pPr algn="l">
              <a:buNone/>
              <a:defRPr sz="1088" b="0" i="0">
                <a:solidFill>
                  <a:srgbClr val="263C45"/>
                </a:solidFill>
                <a:latin typeface="Calibri"/>
                <a:ea typeface="Calibri"/>
                <a:cs typeface="Calibri"/>
              </a:defRPr>
            </a:lvl9pPr>
          </a:lstStyle>
          <a:p xmlns:a="http://schemas.openxmlformats.org/drawingml/2006/main">
            <a:pPr algn="l">
              <a:lnSpc>
                <a:spcPct val="108000"/>
              </a:lnSpc>
              <a:buNone/>
              <a:defRPr sz="1088" b="0" i="0">
                <a:solidFill>
                  <a:srgbClr val="263C45"/>
                </a:solidFill>
                <a:latin typeface="Calibri"/>
                <a:ea typeface="Calibri"/>
                <a:cs typeface="Calibri"/>
              </a:defRPr>
            </a:pPr>
            <a:r>
              <a:rPr sz="1088" b="0" i="0">
                <a:solidFill>
                  <a:srgbClr val="263C45"/>
                </a:solidFill>
                <a:latin typeface="Calibri"/>
                <a:ea typeface="Calibri"/>
                <a:cs typeface="Calibri"/>
              </a:rPr>
              <a:t>Replace hard-coded action text with clinician-approved, context-aware guidance.</a:t>
            </a:r>
          </a:p>
        </p:txBody>
      </p:sp>
      <p:sp>
        <p:nvSpPr>
          <p:cNvPr id="14" name="">
            <a:extLst xmlns:a="http://schemas.openxmlformats.org/drawingml/2006/main">
              <a:ext uri="{FF2B5EF4-FFF2-40B4-BE49-F238E27FC236}">
                <a16:creationId xmlns:a16="http://schemas.microsoft.com/office/drawing/2014/main" id="{58D4FD85-6BF6-421D-B310-2DD554D3CCB2}"/>
              </a:ext>
            </a:extLst>
          </p:cNvPr>
          <p:cNvSpPr>
            <a:spLocks xmlns:a="http://schemas.openxmlformats.org/drawingml/2006/main" noGrp="1"/>
          </p:cNvSpPr>
          <p:nvPr/>
        </p:nvSpPr>
        <p:spPr>
          <a:xfrm xmlns:a="http://schemas.openxmlformats.org/drawingml/2006/main" flipH="0" flipV="0">
            <a:off x="1076325" y="2438400"/>
            <a:ext cx="5924550" cy="4763"/>
          </a:xfrm>
          <a:prstGeom xmlns:a="http://schemas.openxmlformats.org/drawingml/2006/main" prst="line">
            <a:avLst/>
          </a:prstGeom>
          <a:noFill xmlns:a="http://schemas.openxmlformats.org/drawingml/2006/main"/>
          <a:ln xmlns:a="http://schemas.openxmlformats.org/drawingml/2006/main" w="9525">
            <a:solidFill>
              <a:srgbClr val="E0E8E7"/>
            </a:solidFill>
            <a:prstDash val="solid"/>
          </a:ln>
        </p:spPr>
      </p:sp>
      <p:sp>
        <p:nvSpPr>
          <p:cNvPr id="15" name="">
            <a:extLst xmlns:a="http://schemas.openxmlformats.org/drawingml/2006/main">
              <a:ext uri="{FF2B5EF4-FFF2-40B4-BE49-F238E27FC236}">
                <a16:creationId xmlns:a16="http://schemas.microsoft.com/office/drawing/2014/main" id="{BDC237AE-818A-4982-86B5-33201E688C37}"/>
              </a:ext>
            </a:extLst>
          </p:cNvPr>
          <p:cNvSpPr>
            <a:spLocks xmlns:a="http://schemas.openxmlformats.org/drawingml/2006/main" noGrp="1"/>
          </p:cNvSpPr>
          <p:nvPr/>
        </p:nvSpPr>
        <p:spPr>
          <a:xfrm xmlns:a="http://schemas.openxmlformats.org/drawingml/2006/main">
            <a:off x="552450" y="2543175"/>
            <a:ext cx="428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i="0">
                <a:solidFill>
                  <a:srgbClr val="248F8A"/>
                </a:solidFill>
                <a:latin typeface="Calibri Light"/>
                <a:ea typeface="Calibri Light"/>
                <a:cs typeface="Calibri Light"/>
              </a:defRPr>
            </a:defPPr>
            <a:lvl1pPr algn="l">
              <a:buNone/>
              <a:defRPr sz="1650" b="1" i="0">
                <a:solidFill>
                  <a:srgbClr val="248F8A"/>
                </a:solidFill>
                <a:latin typeface="Calibri Light"/>
                <a:ea typeface="Calibri Light"/>
                <a:cs typeface="Calibri Light"/>
              </a:defRPr>
            </a:lvl1pPr>
            <a:lvl2pPr algn="l">
              <a:buNone/>
              <a:defRPr sz="1650" b="1" i="0">
                <a:solidFill>
                  <a:srgbClr val="248F8A"/>
                </a:solidFill>
                <a:latin typeface="Calibri Light"/>
                <a:ea typeface="Calibri Light"/>
                <a:cs typeface="Calibri Light"/>
              </a:defRPr>
            </a:lvl2pPr>
            <a:lvl3pPr algn="l">
              <a:buNone/>
              <a:defRPr sz="1650" b="1" i="0">
                <a:solidFill>
                  <a:srgbClr val="248F8A"/>
                </a:solidFill>
                <a:latin typeface="Calibri Light"/>
                <a:ea typeface="Calibri Light"/>
                <a:cs typeface="Calibri Light"/>
              </a:defRPr>
            </a:lvl3pPr>
            <a:lvl4pPr algn="l">
              <a:buNone/>
              <a:defRPr sz="1650" b="1" i="0">
                <a:solidFill>
                  <a:srgbClr val="248F8A"/>
                </a:solidFill>
                <a:latin typeface="Calibri Light"/>
                <a:ea typeface="Calibri Light"/>
                <a:cs typeface="Calibri Light"/>
              </a:defRPr>
            </a:lvl4pPr>
            <a:lvl5pPr algn="l">
              <a:buNone/>
              <a:defRPr sz="1650" b="1" i="0">
                <a:solidFill>
                  <a:srgbClr val="248F8A"/>
                </a:solidFill>
                <a:latin typeface="Calibri Light"/>
                <a:ea typeface="Calibri Light"/>
                <a:cs typeface="Calibri Light"/>
              </a:defRPr>
            </a:lvl5pPr>
            <a:lvl6pPr algn="l">
              <a:buNone/>
              <a:defRPr sz="1650" b="1" i="0">
                <a:solidFill>
                  <a:srgbClr val="248F8A"/>
                </a:solidFill>
                <a:latin typeface="Calibri Light"/>
                <a:ea typeface="Calibri Light"/>
                <a:cs typeface="Calibri Light"/>
              </a:defRPr>
            </a:lvl6pPr>
            <a:lvl7pPr algn="l">
              <a:buNone/>
              <a:defRPr sz="1650" b="1" i="0">
                <a:solidFill>
                  <a:srgbClr val="248F8A"/>
                </a:solidFill>
                <a:latin typeface="Calibri Light"/>
                <a:ea typeface="Calibri Light"/>
                <a:cs typeface="Calibri Light"/>
              </a:defRPr>
            </a:lvl7pPr>
            <a:lvl8pPr algn="l">
              <a:buNone/>
              <a:defRPr sz="1650" b="1" i="0">
                <a:solidFill>
                  <a:srgbClr val="248F8A"/>
                </a:solidFill>
                <a:latin typeface="Calibri Light"/>
                <a:ea typeface="Calibri Light"/>
                <a:cs typeface="Calibri Light"/>
              </a:defRPr>
            </a:lvl8pPr>
            <a:lvl9pPr algn="l">
              <a:buNone/>
              <a:defRPr sz="1650" b="1" i="0">
                <a:solidFill>
                  <a:srgbClr val="248F8A"/>
                </a:solidFill>
                <a:latin typeface="Calibri Light"/>
                <a:ea typeface="Calibri Light"/>
                <a:cs typeface="Calibri Light"/>
              </a:defRPr>
            </a:lvl9pPr>
          </a:lstStyle>
          <a:p xmlns:a="http://schemas.openxmlformats.org/drawingml/2006/main">
            <a:pPr algn="l">
              <a:lnSpc>
                <a:spcPct val="108000"/>
              </a:lnSpc>
              <a:buNone/>
              <a:defRPr sz="1650" b="1" i="0">
                <a:solidFill>
                  <a:srgbClr val="248F8A"/>
                </a:solidFill>
                <a:latin typeface="Calibri Light"/>
                <a:ea typeface="Calibri Light"/>
                <a:cs typeface="Calibri Light"/>
              </a:defRPr>
            </a:pPr>
            <a:r>
              <a:rPr sz="1650" b="1" i="0">
                <a:solidFill>
                  <a:srgbClr val="248F8A"/>
                </a:solidFill>
                <a:latin typeface="Calibri Light"/>
                <a:ea typeface="Calibri Light"/>
                <a:cs typeface="Calibri Light"/>
              </a:rPr>
              <a:t>03</a:t>
            </a:r>
          </a:p>
        </p:txBody>
      </p:sp>
      <p:sp>
        <p:nvSpPr>
          <p:cNvPr id="16" name="">
            <a:extLst xmlns:a="http://schemas.openxmlformats.org/drawingml/2006/main">
              <a:ext uri="{FF2B5EF4-FFF2-40B4-BE49-F238E27FC236}">
                <a16:creationId xmlns:a16="http://schemas.microsoft.com/office/drawing/2014/main" id="{DC3DDC33-F54C-4607-B498-2A6D2C6B8A13}"/>
              </a:ext>
            </a:extLst>
          </p:cNvPr>
          <p:cNvSpPr>
            <a:spLocks xmlns:a="http://schemas.openxmlformats.org/drawingml/2006/main" noGrp="1"/>
          </p:cNvSpPr>
          <p:nvPr/>
        </p:nvSpPr>
        <p:spPr>
          <a:xfrm xmlns:a="http://schemas.openxmlformats.org/drawingml/2006/main">
            <a:off x="1076325" y="2543175"/>
            <a:ext cx="23241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38" b="1" i="0">
                <a:solidFill>
                  <a:srgbClr val="123F50"/>
                </a:solidFill>
                <a:latin typeface="Calibri"/>
                <a:ea typeface="Calibri"/>
                <a:cs typeface="Calibri"/>
              </a:defRPr>
            </a:defPPr>
            <a:lvl1pPr algn="l">
              <a:buNone/>
              <a:defRPr sz="1238" b="1" i="0">
                <a:solidFill>
                  <a:srgbClr val="123F50"/>
                </a:solidFill>
                <a:latin typeface="Calibri"/>
                <a:ea typeface="Calibri"/>
                <a:cs typeface="Calibri"/>
              </a:defRPr>
            </a:lvl1pPr>
            <a:lvl2pPr algn="l">
              <a:buNone/>
              <a:defRPr sz="1238" b="1" i="0">
                <a:solidFill>
                  <a:srgbClr val="123F50"/>
                </a:solidFill>
                <a:latin typeface="Calibri"/>
                <a:ea typeface="Calibri"/>
                <a:cs typeface="Calibri"/>
              </a:defRPr>
            </a:lvl2pPr>
            <a:lvl3pPr algn="l">
              <a:buNone/>
              <a:defRPr sz="1238" b="1" i="0">
                <a:solidFill>
                  <a:srgbClr val="123F50"/>
                </a:solidFill>
                <a:latin typeface="Calibri"/>
                <a:ea typeface="Calibri"/>
                <a:cs typeface="Calibri"/>
              </a:defRPr>
            </a:lvl3pPr>
            <a:lvl4pPr algn="l">
              <a:buNone/>
              <a:defRPr sz="1238" b="1" i="0">
                <a:solidFill>
                  <a:srgbClr val="123F50"/>
                </a:solidFill>
                <a:latin typeface="Calibri"/>
                <a:ea typeface="Calibri"/>
                <a:cs typeface="Calibri"/>
              </a:defRPr>
            </a:lvl4pPr>
            <a:lvl5pPr algn="l">
              <a:buNone/>
              <a:defRPr sz="1238" b="1" i="0">
                <a:solidFill>
                  <a:srgbClr val="123F50"/>
                </a:solidFill>
                <a:latin typeface="Calibri"/>
                <a:ea typeface="Calibri"/>
                <a:cs typeface="Calibri"/>
              </a:defRPr>
            </a:lvl5pPr>
            <a:lvl6pPr algn="l">
              <a:buNone/>
              <a:defRPr sz="1238" b="1" i="0">
                <a:solidFill>
                  <a:srgbClr val="123F50"/>
                </a:solidFill>
                <a:latin typeface="Calibri"/>
                <a:ea typeface="Calibri"/>
                <a:cs typeface="Calibri"/>
              </a:defRPr>
            </a:lvl6pPr>
            <a:lvl7pPr algn="l">
              <a:buNone/>
              <a:defRPr sz="1238" b="1" i="0">
                <a:solidFill>
                  <a:srgbClr val="123F50"/>
                </a:solidFill>
                <a:latin typeface="Calibri"/>
                <a:ea typeface="Calibri"/>
                <a:cs typeface="Calibri"/>
              </a:defRPr>
            </a:lvl7pPr>
            <a:lvl8pPr algn="l">
              <a:buNone/>
              <a:defRPr sz="1238" b="1" i="0">
                <a:solidFill>
                  <a:srgbClr val="123F50"/>
                </a:solidFill>
                <a:latin typeface="Calibri"/>
                <a:ea typeface="Calibri"/>
                <a:cs typeface="Calibri"/>
              </a:defRPr>
            </a:lvl8pPr>
            <a:lvl9pPr algn="l">
              <a:buNone/>
              <a:defRPr sz="1238" b="1" i="0">
                <a:solidFill>
                  <a:srgbClr val="123F50"/>
                </a:solidFill>
                <a:latin typeface="Calibri"/>
                <a:ea typeface="Calibri"/>
                <a:cs typeface="Calibri"/>
              </a:defRPr>
            </a:lvl9pPr>
          </a:lstStyle>
          <a:p xmlns:a="http://schemas.openxmlformats.org/drawingml/2006/main">
            <a:pPr algn="l">
              <a:lnSpc>
                <a:spcPct val="108000"/>
              </a:lnSpc>
              <a:buNone/>
              <a:defRPr sz="1238" b="1" i="0">
                <a:solidFill>
                  <a:srgbClr val="123F50"/>
                </a:solidFill>
                <a:latin typeface="Calibri"/>
                <a:ea typeface="Calibri"/>
                <a:cs typeface="Calibri"/>
              </a:defRPr>
            </a:pPr>
            <a:r>
              <a:rPr sz="1238" b="1" i="0">
                <a:solidFill>
                  <a:srgbClr val="123F50"/>
                </a:solidFill>
                <a:latin typeface="Calibri"/>
                <a:ea typeface="Calibri"/>
                <a:cs typeface="Calibri"/>
              </a:rPr>
              <a:t>Protect patient information</a:t>
            </a:r>
          </a:p>
        </p:txBody>
      </p:sp>
      <p:sp>
        <p:nvSpPr>
          <p:cNvPr id="17" name="">
            <a:extLst xmlns:a="http://schemas.openxmlformats.org/drawingml/2006/main">
              <a:ext uri="{FF2B5EF4-FFF2-40B4-BE49-F238E27FC236}">
                <a16:creationId xmlns:a16="http://schemas.microsoft.com/office/drawing/2014/main" id="{9B4283AC-330C-4CBB-A542-526B2D623141}"/>
              </a:ext>
            </a:extLst>
          </p:cNvPr>
          <p:cNvSpPr>
            <a:spLocks xmlns:a="http://schemas.openxmlformats.org/drawingml/2006/main" noGrp="1"/>
          </p:cNvSpPr>
          <p:nvPr/>
        </p:nvSpPr>
        <p:spPr>
          <a:xfrm xmlns:a="http://schemas.openxmlformats.org/drawingml/2006/main">
            <a:off x="3495675" y="2543175"/>
            <a:ext cx="34861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88" b="0" i="0">
                <a:solidFill>
                  <a:srgbClr val="263C45"/>
                </a:solidFill>
                <a:latin typeface="Calibri"/>
                <a:ea typeface="Calibri"/>
                <a:cs typeface="Calibri"/>
              </a:defRPr>
            </a:defPPr>
            <a:lvl1pPr algn="l">
              <a:buNone/>
              <a:defRPr sz="1088" b="0" i="0">
                <a:solidFill>
                  <a:srgbClr val="263C45"/>
                </a:solidFill>
                <a:latin typeface="Calibri"/>
                <a:ea typeface="Calibri"/>
                <a:cs typeface="Calibri"/>
              </a:defRPr>
            </a:lvl1pPr>
            <a:lvl2pPr algn="l">
              <a:buNone/>
              <a:defRPr sz="1088" b="0" i="0">
                <a:solidFill>
                  <a:srgbClr val="263C45"/>
                </a:solidFill>
                <a:latin typeface="Calibri"/>
                <a:ea typeface="Calibri"/>
                <a:cs typeface="Calibri"/>
              </a:defRPr>
            </a:lvl2pPr>
            <a:lvl3pPr algn="l">
              <a:buNone/>
              <a:defRPr sz="1088" b="0" i="0">
                <a:solidFill>
                  <a:srgbClr val="263C45"/>
                </a:solidFill>
                <a:latin typeface="Calibri"/>
                <a:ea typeface="Calibri"/>
                <a:cs typeface="Calibri"/>
              </a:defRPr>
            </a:lvl3pPr>
            <a:lvl4pPr algn="l">
              <a:buNone/>
              <a:defRPr sz="1088" b="0" i="0">
                <a:solidFill>
                  <a:srgbClr val="263C45"/>
                </a:solidFill>
                <a:latin typeface="Calibri"/>
                <a:ea typeface="Calibri"/>
                <a:cs typeface="Calibri"/>
              </a:defRPr>
            </a:lvl4pPr>
            <a:lvl5pPr algn="l">
              <a:buNone/>
              <a:defRPr sz="1088" b="0" i="0">
                <a:solidFill>
                  <a:srgbClr val="263C45"/>
                </a:solidFill>
                <a:latin typeface="Calibri"/>
                <a:ea typeface="Calibri"/>
                <a:cs typeface="Calibri"/>
              </a:defRPr>
            </a:lvl5pPr>
            <a:lvl6pPr algn="l">
              <a:buNone/>
              <a:defRPr sz="1088" b="0" i="0">
                <a:solidFill>
                  <a:srgbClr val="263C45"/>
                </a:solidFill>
                <a:latin typeface="Calibri"/>
                <a:ea typeface="Calibri"/>
                <a:cs typeface="Calibri"/>
              </a:defRPr>
            </a:lvl6pPr>
            <a:lvl7pPr algn="l">
              <a:buNone/>
              <a:defRPr sz="1088" b="0" i="0">
                <a:solidFill>
                  <a:srgbClr val="263C45"/>
                </a:solidFill>
                <a:latin typeface="Calibri"/>
                <a:ea typeface="Calibri"/>
                <a:cs typeface="Calibri"/>
              </a:defRPr>
            </a:lvl7pPr>
            <a:lvl8pPr algn="l">
              <a:buNone/>
              <a:defRPr sz="1088" b="0" i="0">
                <a:solidFill>
                  <a:srgbClr val="263C45"/>
                </a:solidFill>
                <a:latin typeface="Calibri"/>
                <a:ea typeface="Calibri"/>
                <a:cs typeface="Calibri"/>
              </a:defRPr>
            </a:lvl8pPr>
            <a:lvl9pPr algn="l">
              <a:buNone/>
              <a:defRPr sz="1088" b="0" i="0">
                <a:solidFill>
                  <a:srgbClr val="263C45"/>
                </a:solidFill>
                <a:latin typeface="Calibri"/>
                <a:ea typeface="Calibri"/>
                <a:cs typeface="Calibri"/>
              </a:defRPr>
            </a:lvl9pPr>
          </a:lstStyle>
          <a:p xmlns:a="http://schemas.openxmlformats.org/drawingml/2006/main">
            <a:pPr algn="l">
              <a:lnSpc>
                <a:spcPct val="108000"/>
              </a:lnSpc>
              <a:buNone/>
              <a:defRPr sz="1088" b="0" i="0">
                <a:solidFill>
                  <a:srgbClr val="263C45"/>
                </a:solidFill>
                <a:latin typeface="Calibri"/>
                <a:ea typeface="Calibri"/>
                <a:cs typeface="Calibri"/>
              </a:defRPr>
            </a:pPr>
            <a:r>
              <a:rPr sz="1088" b="0" i="0">
                <a:solidFill>
                  <a:srgbClr val="263C45"/>
                </a:solidFill>
                <a:latin typeface="Calibri"/>
                <a:ea typeface="Calibri"/>
                <a:cs typeface="Calibri"/>
              </a:rPr>
              <a:t>Add authentication, authorization, consent, secure storage, audit logs, and retention controls.</a:t>
            </a:r>
          </a:p>
        </p:txBody>
      </p:sp>
      <p:sp>
        <p:nvSpPr>
          <p:cNvPr id="18" name="">
            <a:extLst xmlns:a="http://schemas.openxmlformats.org/drawingml/2006/main">
              <a:ext uri="{FF2B5EF4-FFF2-40B4-BE49-F238E27FC236}">
                <a16:creationId xmlns:a16="http://schemas.microsoft.com/office/drawing/2014/main" id="{B544E6B8-752C-4D39-9F20-5E068A8659EF}"/>
              </a:ext>
            </a:extLst>
          </p:cNvPr>
          <p:cNvSpPr>
            <a:spLocks xmlns:a="http://schemas.openxmlformats.org/drawingml/2006/main" noGrp="1"/>
          </p:cNvSpPr>
          <p:nvPr/>
        </p:nvSpPr>
        <p:spPr>
          <a:xfrm xmlns:a="http://schemas.openxmlformats.org/drawingml/2006/main" flipH="0" flipV="0">
            <a:off x="1076325" y="3028950"/>
            <a:ext cx="5924550" cy="4763"/>
          </a:xfrm>
          <a:prstGeom xmlns:a="http://schemas.openxmlformats.org/drawingml/2006/main" prst="line">
            <a:avLst/>
          </a:prstGeom>
          <a:noFill xmlns:a="http://schemas.openxmlformats.org/drawingml/2006/main"/>
          <a:ln xmlns:a="http://schemas.openxmlformats.org/drawingml/2006/main" w="9525">
            <a:solidFill>
              <a:srgbClr val="E0E8E7"/>
            </a:solidFill>
            <a:prstDash val="solid"/>
          </a:ln>
        </p:spPr>
      </p:sp>
      <p:sp>
        <p:nvSpPr>
          <p:cNvPr id="19" name="">
            <a:extLst xmlns:a="http://schemas.openxmlformats.org/drawingml/2006/main">
              <a:ext uri="{FF2B5EF4-FFF2-40B4-BE49-F238E27FC236}">
                <a16:creationId xmlns:a16="http://schemas.microsoft.com/office/drawing/2014/main" id="{115E97A9-124C-4ACD-95A1-AEDF63FB695C}"/>
              </a:ext>
            </a:extLst>
          </p:cNvPr>
          <p:cNvSpPr>
            <a:spLocks xmlns:a="http://schemas.openxmlformats.org/drawingml/2006/main" noGrp="1"/>
          </p:cNvSpPr>
          <p:nvPr/>
        </p:nvSpPr>
        <p:spPr>
          <a:xfrm xmlns:a="http://schemas.openxmlformats.org/drawingml/2006/main">
            <a:off x="552450" y="3133725"/>
            <a:ext cx="428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i="0">
                <a:solidFill>
                  <a:srgbClr val="248F8A"/>
                </a:solidFill>
                <a:latin typeface="Calibri Light"/>
                <a:ea typeface="Calibri Light"/>
                <a:cs typeface="Calibri Light"/>
              </a:defRPr>
            </a:defPPr>
            <a:lvl1pPr algn="l">
              <a:buNone/>
              <a:defRPr sz="1650" b="1" i="0">
                <a:solidFill>
                  <a:srgbClr val="248F8A"/>
                </a:solidFill>
                <a:latin typeface="Calibri Light"/>
                <a:ea typeface="Calibri Light"/>
                <a:cs typeface="Calibri Light"/>
              </a:defRPr>
            </a:lvl1pPr>
            <a:lvl2pPr algn="l">
              <a:buNone/>
              <a:defRPr sz="1650" b="1" i="0">
                <a:solidFill>
                  <a:srgbClr val="248F8A"/>
                </a:solidFill>
                <a:latin typeface="Calibri Light"/>
                <a:ea typeface="Calibri Light"/>
                <a:cs typeface="Calibri Light"/>
              </a:defRPr>
            </a:lvl2pPr>
            <a:lvl3pPr algn="l">
              <a:buNone/>
              <a:defRPr sz="1650" b="1" i="0">
                <a:solidFill>
                  <a:srgbClr val="248F8A"/>
                </a:solidFill>
                <a:latin typeface="Calibri Light"/>
                <a:ea typeface="Calibri Light"/>
                <a:cs typeface="Calibri Light"/>
              </a:defRPr>
            </a:lvl3pPr>
            <a:lvl4pPr algn="l">
              <a:buNone/>
              <a:defRPr sz="1650" b="1" i="0">
                <a:solidFill>
                  <a:srgbClr val="248F8A"/>
                </a:solidFill>
                <a:latin typeface="Calibri Light"/>
                <a:ea typeface="Calibri Light"/>
                <a:cs typeface="Calibri Light"/>
              </a:defRPr>
            </a:lvl4pPr>
            <a:lvl5pPr algn="l">
              <a:buNone/>
              <a:defRPr sz="1650" b="1" i="0">
                <a:solidFill>
                  <a:srgbClr val="248F8A"/>
                </a:solidFill>
                <a:latin typeface="Calibri Light"/>
                <a:ea typeface="Calibri Light"/>
                <a:cs typeface="Calibri Light"/>
              </a:defRPr>
            </a:lvl5pPr>
            <a:lvl6pPr algn="l">
              <a:buNone/>
              <a:defRPr sz="1650" b="1" i="0">
                <a:solidFill>
                  <a:srgbClr val="248F8A"/>
                </a:solidFill>
                <a:latin typeface="Calibri Light"/>
                <a:ea typeface="Calibri Light"/>
                <a:cs typeface="Calibri Light"/>
              </a:defRPr>
            </a:lvl6pPr>
            <a:lvl7pPr algn="l">
              <a:buNone/>
              <a:defRPr sz="1650" b="1" i="0">
                <a:solidFill>
                  <a:srgbClr val="248F8A"/>
                </a:solidFill>
                <a:latin typeface="Calibri Light"/>
                <a:ea typeface="Calibri Light"/>
                <a:cs typeface="Calibri Light"/>
              </a:defRPr>
            </a:lvl7pPr>
            <a:lvl8pPr algn="l">
              <a:buNone/>
              <a:defRPr sz="1650" b="1" i="0">
                <a:solidFill>
                  <a:srgbClr val="248F8A"/>
                </a:solidFill>
                <a:latin typeface="Calibri Light"/>
                <a:ea typeface="Calibri Light"/>
                <a:cs typeface="Calibri Light"/>
              </a:defRPr>
            </a:lvl8pPr>
            <a:lvl9pPr algn="l">
              <a:buNone/>
              <a:defRPr sz="1650" b="1" i="0">
                <a:solidFill>
                  <a:srgbClr val="248F8A"/>
                </a:solidFill>
                <a:latin typeface="Calibri Light"/>
                <a:ea typeface="Calibri Light"/>
                <a:cs typeface="Calibri Light"/>
              </a:defRPr>
            </a:lvl9pPr>
          </a:lstStyle>
          <a:p xmlns:a="http://schemas.openxmlformats.org/drawingml/2006/main">
            <a:pPr algn="l">
              <a:lnSpc>
                <a:spcPct val="108000"/>
              </a:lnSpc>
              <a:buNone/>
              <a:defRPr sz="1650" b="1" i="0">
                <a:solidFill>
                  <a:srgbClr val="248F8A"/>
                </a:solidFill>
                <a:latin typeface="Calibri Light"/>
                <a:ea typeface="Calibri Light"/>
                <a:cs typeface="Calibri Light"/>
              </a:defRPr>
            </a:pPr>
            <a:r>
              <a:rPr sz="1650" b="1" i="0">
                <a:solidFill>
                  <a:srgbClr val="248F8A"/>
                </a:solidFill>
                <a:latin typeface="Calibri Light"/>
                <a:ea typeface="Calibri Light"/>
                <a:cs typeface="Calibri Light"/>
              </a:rPr>
              <a:t>04</a:t>
            </a:r>
          </a:p>
        </p:txBody>
      </p:sp>
      <p:sp>
        <p:nvSpPr>
          <p:cNvPr id="20" name="">
            <a:extLst xmlns:a="http://schemas.openxmlformats.org/drawingml/2006/main">
              <a:ext uri="{FF2B5EF4-FFF2-40B4-BE49-F238E27FC236}">
                <a16:creationId xmlns:a16="http://schemas.microsoft.com/office/drawing/2014/main" id="{916DE2BF-4776-4102-94EA-0E6FCE5C97EF}"/>
              </a:ext>
            </a:extLst>
          </p:cNvPr>
          <p:cNvSpPr>
            <a:spLocks xmlns:a="http://schemas.openxmlformats.org/drawingml/2006/main" noGrp="1"/>
          </p:cNvSpPr>
          <p:nvPr/>
        </p:nvSpPr>
        <p:spPr>
          <a:xfrm xmlns:a="http://schemas.openxmlformats.org/drawingml/2006/main">
            <a:off x="1076325" y="3133725"/>
            <a:ext cx="23241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38" b="1" i="0">
                <a:solidFill>
                  <a:srgbClr val="123F50"/>
                </a:solidFill>
                <a:latin typeface="Calibri"/>
                <a:ea typeface="Calibri"/>
                <a:cs typeface="Calibri"/>
              </a:defRPr>
            </a:defPPr>
            <a:lvl1pPr algn="l">
              <a:buNone/>
              <a:defRPr sz="1238" b="1" i="0">
                <a:solidFill>
                  <a:srgbClr val="123F50"/>
                </a:solidFill>
                <a:latin typeface="Calibri"/>
                <a:ea typeface="Calibri"/>
                <a:cs typeface="Calibri"/>
              </a:defRPr>
            </a:lvl1pPr>
            <a:lvl2pPr algn="l">
              <a:buNone/>
              <a:defRPr sz="1238" b="1" i="0">
                <a:solidFill>
                  <a:srgbClr val="123F50"/>
                </a:solidFill>
                <a:latin typeface="Calibri"/>
                <a:ea typeface="Calibri"/>
                <a:cs typeface="Calibri"/>
              </a:defRPr>
            </a:lvl2pPr>
            <a:lvl3pPr algn="l">
              <a:buNone/>
              <a:defRPr sz="1238" b="1" i="0">
                <a:solidFill>
                  <a:srgbClr val="123F50"/>
                </a:solidFill>
                <a:latin typeface="Calibri"/>
                <a:ea typeface="Calibri"/>
                <a:cs typeface="Calibri"/>
              </a:defRPr>
            </a:lvl3pPr>
            <a:lvl4pPr algn="l">
              <a:buNone/>
              <a:defRPr sz="1238" b="1" i="0">
                <a:solidFill>
                  <a:srgbClr val="123F50"/>
                </a:solidFill>
                <a:latin typeface="Calibri"/>
                <a:ea typeface="Calibri"/>
                <a:cs typeface="Calibri"/>
              </a:defRPr>
            </a:lvl4pPr>
            <a:lvl5pPr algn="l">
              <a:buNone/>
              <a:defRPr sz="1238" b="1" i="0">
                <a:solidFill>
                  <a:srgbClr val="123F50"/>
                </a:solidFill>
                <a:latin typeface="Calibri"/>
                <a:ea typeface="Calibri"/>
                <a:cs typeface="Calibri"/>
              </a:defRPr>
            </a:lvl5pPr>
            <a:lvl6pPr algn="l">
              <a:buNone/>
              <a:defRPr sz="1238" b="1" i="0">
                <a:solidFill>
                  <a:srgbClr val="123F50"/>
                </a:solidFill>
                <a:latin typeface="Calibri"/>
                <a:ea typeface="Calibri"/>
                <a:cs typeface="Calibri"/>
              </a:defRPr>
            </a:lvl6pPr>
            <a:lvl7pPr algn="l">
              <a:buNone/>
              <a:defRPr sz="1238" b="1" i="0">
                <a:solidFill>
                  <a:srgbClr val="123F50"/>
                </a:solidFill>
                <a:latin typeface="Calibri"/>
                <a:ea typeface="Calibri"/>
                <a:cs typeface="Calibri"/>
              </a:defRPr>
            </a:lvl7pPr>
            <a:lvl8pPr algn="l">
              <a:buNone/>
              <a:defRPr sz="1238" b="1" i="0">
                <a:solidFill>
                  <a:srgbClr val="123F50"/>
                </a:solidFill>
                <a:latin typeface="Calibri"/>
                <a:ea typeface="Calibri"/>
                <a:cs typeface="Calibri"/>
              </a:defRPr>
            </a:lvl8pPr>
            <a:lvl9pPr algn="l">
              <a:buNone/>
              <a:defRPr sz="1238" b="1" i="0">
                <a:solidFill>
                  <a:srgbClr val="123F50"/>
                </a:solidFill>
                <a:latin typeface="Calibri"/>
                <a:ea typeface="Calibri"/>
                <a:cs typeface="Calibri"/>
              </a:defRPr>
            </a:lvl9pPr>
          </a:lstStyle>
          <a:p xmlns:a="http://schemas.openxmlformats.org/drawingml/2006/main">
            <a:pPr algn="l">
              <a:lnSpc>
                <a:spcPct val="108000"/>
              </a:lnSpc>
              <a:buNone/>
              <a:defRPr sz="1238" b="1" i="0">
                <a:solidFill>
                  <a:srgbClr val="123F50"/>
                </a:solidFill>
                <a:latin typeface="Calibri"/>
                <a:ea typeface="Calibri"/>
                <a:cs typeface="Calibri"/>
              </a:defRPr>
            </a:pPr>
            <a:r>
              <a:rPr sz="1238" b="1" i="0">
                <a:solidFill>
                  <a:srgbClr val="123F50"/>
                </a:solidFill>
                <a:latin typeface="Calibri"/>
                <a:ea typeface="Calibri"/>
                <a:cs typeface="Calibri"/>
              </a:rPr>
              <a:t>Prove device and service behavior</a:t>
            </a:r>
          </a:p>
        </p:txBody>
      </p:sp>
      <p:sp>
        <p:nvSpPr>
          <p:cNvPr id="21" name="">
            <a:extLst xmlns:a="http://schemas.openxmlformats.org/drawingml/2006/main">
              <a:ext uri="{FF2B5EF4-FFF2-40B4-BE49-F238E27FC236}">
                <a16:creationId xmlns:a16="http://schemas.microsoft.com/office/drawing/2014/main" id="{2D725BFA-5A8D-4861-8400-6408147A8ACC}"/>
              </a:ext>
            </a:extLst>
          </p:cNvPr>
          <p:cNvSpPr>
            <a:spLocks xmlns:a="http://schemas.openxmlformats.org/drawingml/2006/main" noGrp="1"/>
          </p:cNvSpPr>
          <p:nvPr/>
        </p:nvSpPr>
        <p:spPr>
          <a:xfrm xmlns:a="http://schemas.openxmlformats.org/drawingml/2006/main">
            <a:off x="3495675" y="3133725"/>
            <a:ext cx="34861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88" b="0" i="0">
                <a:solidFill>
                  <a:srgbClr val="263C45"/>
                </a:solidFill>
                <a:latin typeface="Calibri"/>
                <a:ea typeface="Calibri"/>
                <a:cs typeface="Calibri"/>
              </a:defRPr>
            </a:defPPr>
            <a:lvl1pPr algn="l">
              <a:buNone/>
              <a:defRPr sz="1088" b="0" i="0">
                <a:solidFill>
                  <a:srgbClr val="263C45"/>
                </a:solidFill>
                <a:latin typeface="Calibri"/>
                <a:ea typeface="Calibri"/>
                <a:cs typeface="Calibri"/>
              </a:defRPr>
            </a:lvl1pPr>
            <a:lvl2pPr algn="l">
              <a:buNone/>
              <a:defRPr sz="1088" b="0" i="0">
                <a:solidFill>
                  <a:srgbClr val="263C45"/>
                </a:solidFill>
                <a:latin typeface="Calibri"/>
                <a:ea typeface="Calibri"/>
                <a:cs typeface="Calibri"/>
              </a:defRPr>
            </a:lvl2pPr>
            <a:lvl3pPr algn="l">
              <a:buNone/>
              <a:defRPr sz="1088" b="0" i="0">
                <a:solidFill>
                  <a:srgbClr val="263C45"/>
                </a:solidFill>
                <a:latin typeface="Calibri"/>
                <a:ea typeface="Calibri"/>
                <a:cs typeface="Calibri"/>
              </a:defRPr>
            </a:lvl3pPr>
            <a:lvl4pPr algn="l">
              <a:buNone/>
              <a:defRPr sz="1088" b="0" i="0">
                <a:solidFill>
                  <a:srgbClr val="263C45"/>
                </a:solidFill>
                <a:latin typeface="Calibri"/>
                <a:ea typeface="Calibri"/>
                <a:cs typeface="Calibri"/>
              </a:defRPr>
            </a:lvl4pPr>
            <a:lvl5pPr algn="l">
              <a:buNone/>
              <a:defRPr sz="1088" b="0" i="0">
                <a:solidFill>
                  <a:srgbClr val="263C45"/>
                </a:solidFill>
                <a:latin typeface="Calibri"/>
                <a:ea typeface="Calibri"/>
                <a:cs typeface="Calibri"/>
              </a:defRPr>
            </a:lvl5pPr>
            <a:lvl6pPr algn="l">
              <a:buNone/>
              <a:defRPr sz="1088" b="0" i="0">
                <a:solidFill>
                  <a:srgbClr val="263C45"/>
                </a:solidFill>
                <a:latin typeface="Calibri"/>
                <a:ea typeface="Calibri"/>
                <a:cs typeface="Calibri"/>
              </a:defRPr>
            </a:lvl6pPr>
            <a:lvl7pPr algn="l">
              <a:buNone/>
              <a:defRPr sz="1088" b="0" i="0">
                <a:solidFill>
                  <a:srgbClr val="263C45"/>
                </a:solidFill>
                <a:latin typeface="Calibri"/>
                <a:ea typeface="Calibri"/>
                <a:cs typeface="Calibri"/>
              </a:defRPr>
            </a:lvl7pPr>
            <a:lvl8pPr algn="l">
              <a:buNone/>
              <a:defRPr sz="1088" b="0" i="0">
                <a:solidFill>
                  <a:srgbClr val="263C45"/>
                </a:solidFill>
                <a:latin typeface="Calibri"/>
                <a:ea typeface="Calibri"/>
                <a:cs typeface="Calibri"/>
              </a:defRPr>
            </a:lvl8pPr>
            <a:lvl9pPr algn="l">
              <a:buNone/>
              <a:defRPr sz="1088" b="0" i="0">
                <a:solidFill>
                  <a:srgbClr val="263C45"/>
                </a:solidFill>
                <a:latin typeface="Calibri"/>
                <a:ea typeface="Calibri"/>
                <a:cs typeface="Calibri"/>
              </a:defRPr>
            </a:lvl9pPr>
          </a:lstStyle>
          <a:p xmlns:a="http://schemas.openxmlformats.org/drawingml/2006/main">
            <a:pPr algn="l">
              <a:lnSpc>
                <a:spcPct val="108000"/>
              </a:lnSpc>
              <a:buNone/>
              <a:defRPr sz="1088" b="0" i="0">
                <a:solidFill>
                  <a:srgbClr val="263C45"/>
                </a:solidFill>
                <a:latin typeface="Calibri"/>
                <a:ea typeface="Calibri"/>
                <a:cs typeface="Calibri"/>
              </a:defRPr>
            </a:pPr>
            <a:r>
              <a:rPr sz="1088" b="0" i="0">
                <a:solidFill>
                  <a:srgbClr val="263C45"/>
                </a:solidFill>
                <a:latin typeface="Calibri"/>
                <a:ea typeface="Calibri"/>
                <a:cs typeface="Calibri"/>
              </a:rPr>
              <a:t>Test ingestion, missing / delayed readings, alert routing, persistence, and recovery.</a:t>
            </a:r>
          </a:p>
        </p:txBody>
      </p:sp>
      <p:sp>
        <p:nvSpPr>
          <p:cNvPr id="22" name="">
            <a:extLst xmlns:a="http://schemas.openxmlformats.org/drawingml/2006/main">
              <a:ext uri="{FF2B5EF4-FFF2-40B4-BE49-F238E27FC236}">
                <a16:creationId xmlns:a16="http://schemas.microsoft.com/office/drawing/2014/main" id="{FE29F5F7-78B6-423B-A0DB-356FCAFDB370}"/>
              </a:ext>
            </a:extLst>
          </p:cNvPr>
          <p:cNvSpPr>
            <a:spLocks xmlns:a="http://schemas.openxmlformats.org/drawingml/2006/main" noGrp="1"/>
          </p:cNvSpPr>
          <p:nvPr/>
        </p:nvSpPr>
        <p:spPr>
          <a:xfrm xmlns:a="http://schemas.openxmlformats.org/drawingml/2006/main" flipH="0" flipV="0">
            <a:off x="1076325" y="3619500"/>
            <a:ext cx="5924550" cy="4763"/>
          </a:xfrm>
          <a:prstGeom xmlns:a="http://schemas.openxmlformats.org/drawingml/2006/main" prst="line">
            <a:avLst/>
          </a:prstGeom>
          <a:noFill xmlns:a="http://schemas.openxmlformats.org/drawingml/2006/main"/>
          <a:ln xmlns:a="http://schemas.openxmlformats.org/drawingml/2006/main" w="9525">
            <a:solidFill>
              <a:srgbClr val="E0E8E7"/>
            </a:solidFill>
            <a:prstDash val="solid"/>
          </a:ln>
        </p:spPr>
      </p:sp>
      <p:sp>
        <p:nvSpPr>
          <p:cNvPr id="23" name="">
            <a:extLst xmlns:a="http://schemas.openxmlformats.org/drawingml/2006/main">
              <a:ext uri="{FF2B5EF4-FFF2-40B4-BE49-F238E27FC236}">
                <a16:creationId xmlns:a16="http://schemas.microsoft.com/office/drawing/2014/main" id="{06550CE9-8A33-41FA-ACBF-2C5812D8E355}"/>
              </a:ext>
            </a:extLst>
          </p:cNvPr>
          <p:cNvSpPr>
            <a:spLocks xmlns:a="http://schemas.openxmlformats.org/drawingml/2006/main" noGrp="1"/>
          </p:cNvSpPr>
          <p:nvPr/>
        </p:nvSpPr>
        <p:spPr>
          <a:xfrm xmlns:a="http://schemas.openxmlformats.org/drawingml/2006/main">
            <a:off x="552450" y="3724275"/>
            <a:ext cx="428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i="0">
                <a:solidFill>
                  <a:srgbClr val="248F8A"/>
                </a:solidFill>
                <a:latin typeface="Calibri Light"/>
                <a:ea typeface="Calibri Light"/>
                <a:cs typeface="Calibri Light"/>
              </a:defRPr>
            </a:defPPr>
            <a:lvl1pPr algn="l">
              <a:buNone/>
              <a:defRPr sz="1650" b="1" i="0">
                <a:solidFill>
                  <a:srgbClr val="248F8A"/>
                </a:solidFill>
                <a:latin typeface="Calibri Light"/>
                <a:ea typeface="Calibri Light"/>
                <a:cs typeface="Calibri Light"/>
              </a:defRPr>
            </a:lvl1pPr>
            <a:lvl2pPr algn="l">
              <a:buNone/>
              <a:defRPr sz="1650" b="1" i="0">
                <a:solidFill>
                  <a:srgbClr val="248F8A"/>
                </a:solidFill>
                <a:latin typeface="Calibri Light"/>
                <a:ea typeface="Calibri Light"/>
                <a:cs typeface="Calibri Light"/>
              </a:defRPr>
            </a:lvl2pPr>
            <a:lvl3pPr algn="l">
              <a:buNone/>
              <a:defRPr sz="1650" b="1" i="0">
                <a:solidFill>
                  <a:srgbClr val="248F8A"/>
                </a:solidFill>
                <a:latin typeface="Calibri Light"/>
                <a:ea typeface="Calibri Light"/>
                <a:cs typeface="Calibri Light"/>
              </a:defRPr>
            </a:lvl3pPr>
            <a:lvl4pPr algn="l">
              <a:buNone/>
              <a:defRPr sz="1650" b="1" i="0">
                <a:solidFill>
                  <a:srgbClr val="248F8A"/>
                </a:solidFill>
                <a:latin typeface="Calibri Light"/>
                <a:ea typeface="Calibri Light"/>
                <a:cs typeface="Calibri Light"/>
              </a:defRPr>
            </a:lvl4pPr>
            <a:lvl5pPr algn="l">
              <a:buNone/>
              <a:defRPr sz="1650" b="1" i="0">
                <a:solidFill>
                  <a:srgbClr val="248F8A"/>
                </a:solidFill>
                <a:latin typeface="Calibri Light"/>
                <a:ea typeface="Calibri Light"/>
                <a:cs typeface="Calibri Light"/>
              </a:defRPr>
            </a:lvl5pPr>
            <a:lvl6pPr algn="l">
              <a:buNone/>
              <a:defRPr sz="1650" b="1" i="0">
                <a:solidFill>
                  <a:srgbClr val="248F8A"/>
                </a:solidFill>
                <a:latin typeface="Calibri Light"/>
                <a:ea typeface="Calibri Light"/>
                <a:cs typeface="Calibri Light"/>
              </a:defRPr>
            </a:lvl6pPr>
            <a:lvl7pPr algn="l">
              <a:buNone/>
              <a:defRPr sz="1650" b="1" i="0">
                <a:solidFill>
                  <a:srgbClr val="248F8A"/>
                </a:solidFill>
                <a:latin typeface="Calibri Light"/>
                <a:ea typeface="Calibri Light"/>
                <a:cs typeface="Calibri Light"/>
              </a:defRPr>
            </a:lvl7pPr>
            <a:lvl8pPr algn="l">
              <a:buNone/>
              <a:defRPr sz="1650" b="1" i="0">
                <a:solidFill>
                  <a:srgbClr val="248F8A"/>
                </a:solidFill>
                <a:latin typeface="Calibri Light"/>
                <a:ea typeface="Calibri Light"/>
                <a:cs typeface="Calibri Light"/>
              </a:defRPr>
            </a:lvl8pPr>
            <a:lvl9pPr algn="l">
              <a:buNone/>
              <a:defRPr sz="1650" b="1" i="0">
                <a:solidFill>
                  <a:srgbClr val="248F8A"/>
                </a:solidFill>
                <a:latin typeface="Calibri Light"/>
                <a:ea typeface="Calibri Light"/>
                <a:cs typeface="Calibri Light"/>
              </a:defRPr>
            </a:lvl9pPr>
          </a:lstStyle>
          <a:p xmlns:a="http://schemas.openxmlformats.org/drawingml/2006/main">
            <a:pPr algn="l">
              <a:lnSpc>
                <a:spcPct val="108000"/>
              </a:lnSpc>
              <a:buNone/>
              <a:defRPr sz="1650" b="1" i="0">
                <a:solidFill>
                  <a:srgbClr val="248F8A"/>
                </a:solidFill>
                <a:latin typeface="Calibri Light"/>
                <a:ea typeface="Calibri Light"/>
                <a:cs typeface="Calibri Light"/>
              </a:defRPr>
            </a:pPr>
            <a:r>
              <a:rPr sz="1650" b="1" i="0">
                <a:solidFill>
                  <a:srgbClr val="248F8A"/>
                </a:solidFill>
                <a:latin typeface="Calibri Light"/>
                <a:ea typeface="Calibri Light"/>
                <a:cs typeface="Calibri Light"/>
              </a:rPr>
              <a:t>05</a:t>
            </a:r>
          </a:p>
        </p:txBody>
      </p:sp>
      <p:sp>
        <p:nvSpPr>
          <p:cNvPr id="24" name="">
            <a:extLst xmlns:a="http://schemas.openxmlformats.org/drawingml/2006/main">
              <a:ext uri="{FF2B5EF4-FFF2-40B4-BE49-F238E27FC236}">
                <a16:creationId xmlns:a16="http://schemas.microsoft.com/office/drawing/2014/main" id="{9E657FD7-5225-4F55-AAF7-6C2BADFF1C97}"/>
              </a:ext>
            </a:extLst>
          </p:cNvPr>
          <p:cNvSpPr>
            <a:spLocks xmlns:a="http://schemas.openxmlformats.org/drawingml/2006/main" noGrp="1"/>
          </p:cNvSpPr>
          <p:nvPr/>
        </p:nvSpPr>
        <p:spPr>
          <a:xfrm xmlns:a="http://schemas.openxmlformats.org/drawingml/2006/main">
            <a:off x="1076325" y="3724275"/>
            <a:ext cx="23241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0118"/>
          </a:bodyPr>
          <a:lstStyle xmlns:a="http://schemas.openxmlformats.org/drawingml/2006/main">
            <a:defPPr algn="l">
              <a:defRPr sz="1238" b="1" i="0">
                <a:solidFill>
                  <a:srgbClr val="123F50"/>
                </a:solidFill>
                <a:latin typeface="Calibri"/>
                <a:ea typeface="Calibri"/>
                <a:cs typeface="Calibri"/>
              </a:defRPr>
            </a:defPPr>
            <a:lvl1pPr algn="l">
              <a:buNone/>
              <a:defRPr sz="1238" b="1" i="0">
                <a:solidFill>
                  <a:srgbClr val="123F50"/>
                </a:solidFill>
                <a:latin typeface="Calibri"/>
                <a:ea typeface="Calibri"/>
                <a:cs typeface="Calibri"/>
              </a:defRPr>
            </a:lvl1pPr>
            <a:lvl2pPr algn="l">
              <a:buNone/>
              <a:defRPr sz="1238" b="1" i="0">
                <a:solidFill>
                  <a:srgbClr val="123F50"/>
                </a:solidFill>
                <a:latin typeface="Calibri"/>
                <a:ea typeface="Calibri"/>
                <a:cs typeface="Calibri"/>
              </a:defRPr>
            </a:lvl2pPr>
            <a:lvl3pPr algn="l">
              <a:buNone/>
              <a:defRPr sz="1238" b="1" i="0">
                <a:solidFill>
                  <a:srgbClr val="123F50"/>
                </a:solidFill>
                <a:latin typeface="Calibri"/>
                <a:ea typeface="Calibri"/>
                <a:cs typeface="Calibri"/>
              </a:defRPr>
            </a:lvl3pPr>
            <a:lvl4pPr algn="l">
              <a:buNone/>
              <a:defRPr sz="1238" b="1" i="0">
                <a:solidFill>
                  <a:srgbClr val="123F50"/>
                </a:solidFill>
                <a:latin typeface="Calibri"/>
                <a:ea typeface="Calibri"/>
                <a:cs typeface="Calibri"/>
              </a:defRPr>
            </a:lvl4pPr>
            <a:lvl5pPr algn="l">
              <a:buNone/>
              <a:defRPr sz="1238" b="1" i="0">
                <a:solidFill>
                  <a:srgbClr val="123F50"/>
                </a:solidFill>
                <a:latin typeface="Calibri"/>
                <a:ea typeface="Calibri"/>
                <a:cs typeface="Calibri"/>
              </a:defRPr>
            </a:lvl5pPr>
            <a:lvl6pPr algn="l">
              <a:buNone/>
              <a:defRPr sz="1238" b="1" i="0">
                <a:solidFill>
                  <a:srgbClr val="123F50"/>
                </a:solidFill>
                <a:latin typeface="Calibri"/>
                <a:ea typeface="Calibri"/>
                <a:cs typeface="Calibri"/>
              </a:defRPr>
            </a:lvl6pPr>
            <a:lvl7pPr algn="l">
              <a:buNone/>
              <a:defRPr sz="1238" b="1" i="0">
                <a:solidFill>
                  <a:srgbClr val="123F50"/>
                </a:solidFill>
                <a:latin typeface="Calibri"/>
                <a:ea typeface="Calibri"/>
                <a:cs typeface="Calibri"/>
              </a:defRPr>
            </a:lvl7pPr>
            <a:lvl8pPr algn="l">
              <a:buNone/>
              <a:defRPr sz="1238" b="1" i="0">
                <a:solidFill>
                  <a:srgbClr val="123F50"/>
                </a:solidFill>
                <a:latin typeface="Calibri"/>
                <a:ea typeface="Calibri"/>
                <a:cs typeface="Calibri"/>
              </a:defRPr>
            </a:lvl8pPr>
            <a:lvl9pPr algn="l">
              <a:buNone/>
              <a:defRPr sz="1238" b="1" i="0">
                <a:solidFill>
                  <a:srgbClr val="123F50"/>
                </a:solidFill>
                <a:latin typeface="Calibri"/>
                <a:ea typeface="Calibri"/>
                <a:cs typeface="Calibri"/>
              </a:defRPr>
            </a:lvl9pPr>
          </a:lstStyle>
          <a:p xmlns:a="http://schemas.openxmlformats.org/drawingml/2006/main">
            <a:pPr algn="l">
              <a:lnSpc>
                <a:spcPct val="108000"/>
              </a:lnSpc>
              <a:buNone/>
              <a:defRPr sz="1238" b="1" i="0">
                <a:solidFill>
                  <a:srgbClr val="123F50"/>
                </a:solidFill>
                <a:latin typeface="Calibri"/>
                <a:ea typeface="Calibri"/>
                <a:cs typeface="Calibri"/>
              </a:defRPr>
            </a:pPr>
            <a:r>
              <a:rPr sz="1238" b="1" i="0">
                <a:solidFill>
                  <a:srgbClr val="123F50"/>
                </a:solidFill>
                <a:latin typeface="Calibri"/>
                <a:ea typeface="Calibri"/>
                <a:cs typeface="Calibri"/>
              </a:rPr>
              <a:t>Complete clinical and regulatory review</a:t>
            </a:r>
          </a:p>
        </p:txBody>
      </p:sp>
      <p:sp>
        <p:nvSpPr>
          <p:cNvPr id="25" name="">
            <a:extLst xmlns:a="http://schemas.openxmlformats.org/drawingml/2006/main">
              <a:ext uri="{FF2B5EF4-FFF2-40B4-BE49-F238E27FC236}">
                <a16:creationId xmlns:a16="http://schemas.microsoft.com/office/drawing/2014/main" id="{E9FA17C6-2C49-4516-BA07-2ED8AB156101}"/>
              </a:ext>
            </a:extLst>
          </p:cNvPr>
          <p:cNvSpPr>
            <a:spLocks xmlns:a="http://schemas.openxmlformats.org/drawingml/2006/main" noGrp="1"/>
          </p:cNvSpPr>
          <p:nvPr/>
        </p:nvSpPr>
        <p:spPr>
          <a:xfrm xmlns:a="http://schemas.openxmlformats.org/drawingml/2006/main">
            <a:off x="3495675" y="3724275"/>
            <a:ext cx="34861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88" b="0" i="0">
                <a:solidFill>
                  <a:srgbClr val="263C45"/>
                </a:solidFill>
                <a:latin typeface="Calibri"/>
                <a:ea typeface="Calibri"/>
                <a:cs typeface="Calibri"/>
              </a:defRPr>
            </a:defPPr>
            <a:lvl1pPr algn="l">
              <a:buNone/>
              <a:defRPr sz="1088" b="0" i="0">
                <a:solidFill>
                  <a:srgbClr val="263C45"/>
                </a:solidFill>
                <a:latin typeface="Calibri"/>
                <a:ea typeface="Calibri"/>
                <a:cs typeface="Calibri"/>
              </a:defRPr>
            </a:lvl1pPr>
            <a:lvl2pPr algn="l">
              <a:buNone/>
              <a:defRPr sz="1088" b="0" i="0">
                <a:solidFill>
                  <a:srgbClr val="263C45"/>
                </a:solidFill>
                <a:latin typeface="Calibri"/>
                <a:ea typeface="Calibri"/>
                <a:cs typeface="Calibri"/>
              </a:defRPr>
            </a:lvl2pPr>
            <a:lvl3pPr algn="l">
              <a:buNone/>
              <a:defRPr sz="1088" b="0" i="0">
                <a:solidFill>
                  <a:srgbClr val="263C45"/>
                </a:solidFill>
                <a:latin typeface="Calibri"/>
                <a:ea typeface="Calibri"/>
                <a:cs typeface="Calibri"/>
              </a:defRPr>
            </a:lvl3pPr>
            <a:lvl4pPr algn="l">
              <a:buNone/>
              <a:defRPr sz="1088" b="0" i="0">
                <a:solidFill>
                  <a:srgbClr val="263C45"/>
                </a:solidFill>
                <a:latin typeface="Calibri"/>
                <a:ea typeface="Calibri"/>
                <a:cs typeface="Calibri"/>
              </a:defRPr>
            </a:lvl4pPr>
            <a:lvl5pPr algn="l">
              <a:buNone/>
              <a:defRPr sz="1088" b="0" i="0">
                <a:solidFill>
                  <a:srgbClr val="263C45"/>
                </a:solidFill>
                <a:latin typeface="Calibri"/>
                <a:ea typeface="Calibri"/>
                <a:cs typeface="Calibri"/>
              </a:defRPr>
            </a:lvl5pPr>
            <a:lvl6pPr algn="l">
              <a:buNone/>
              <a:defRPr sz="1088" b="0" i="0">
                <a:solidFill>
                  <a:srgbClr val="263C45"/>
                </a:solidFill>
                <a:latin typeface="Calibri"/>
                <a:ea typeface="Calibri"/>
                <a:cs typeface="Calibri"/>
              </a:defRPr>
            </a:lvl6pPr>
            <a:lvl7pPr algn="l">
              <a:buNone/>
              <a:defRPr sz="1088" b="0" i="0">
                <a:solidFill>
                  <a:srgbClr val="263C45"/>
                </a:solidFill>
                <a:latin typeface="Calibri"/>
                <a:ea typeface="Calibri"/>
                <a:cs typeface="Calibri"/>
              </a:defRPr>
            </a:lvl7pPr>
            <a:lvl8pPr algn="l">
              <a:buNone/>
              <a:defRPr sz="1088" b="0" i="0">
                <a:solidFill>
                  <a:srgbClr val="263C45"/>
                </a:solidFill>
                <a:latin typeface="Calibri"/>
                <a:ea typeface="Calibri"/>
                <a:cs typeface="Calibri"/>
              </a:defRPr>
            </a:lvl8pPr>
            <a:lvl9pPr algn="l">
              <a:buNone/>
              <a:defRPr sz="1088" b="0" i="0">
                <a:solidFill>
                  <a:srgbClr val="263C45"/>
                </a:solidFill>
                <a:latin typeface="Calibri"/>
                <a:ea typeface="Calibri"/>
                <a:cs typeface="Calibri"/>
              </a:defRPr>
            </a:lvl9pPr>
          </a:lstStyle>
          <a:p xmlns:a="http://schemas.openxmlformats.org/drawingml/2006/main">
            <a:pPr algn="l">
              <a:lnSpc>
                <a:spcPct val="108000"/>
              </a:lnSpc>
              <a:buNone/>
              <a:defRPr sz="1088" b="0" i="0">
                <a:solidFill>
                  <a:srgbClr val="263C45"/>
                </a:solidFill>
                <a:latin typeface="Calibri"/>
                <a:ea typeface="Calibri"/>
                <a:cs typeface="Calibri"/>
              </a:defRPr>
            </a:pPr>
            <a:r>
              <a:rPr sz="1088" b="0" i="0">
                <a:solidFill>
                  <a:srgbClr val="263C45"/>
                </a:solidFill>
                <a:latin typeface="Calibri"/>
                <a:ea typeface="Calibri"/>
                <a:cs typeface="Calibri"/>
              </a:rPr>
              <a:t>Set intended use and involve qualified clinical, privacy, and regulatory reviewers.</a:t>
            </a:r>
          </a:p>
        </p:txBody>
      </p:sp>
      <p:sp>
        <p:nvSpPr>
          <p:cNvPr id="26" name="">
            <a:extLst xmlns:a="http://schemas.openxmlformats.org/drawingml/2006/main">
              <a:ext uri="{FF2B5EF4-FFF2-40B4-BE49-F238E27FC236}">
                <a16:creationId xmlns:a16="http://schemas.microsoft.com/office/drawing/2014/main" id="{41FD344A-2C0F-49DC-B8F9-61AEF19A9426}"/>
              </a:ext>
            </a:extLst>
          </p:cNvPr>
          <p:cNvSpPr>
            <a:spLocks xmlns:a="http://schemas.openxmlformats.org/drawingml/2006/main" noGrp="1"/>
          </p:cNvSpPr>
          <p:nvPr/>
        </p:nvSpPr>
        <p:spPr>
          <a:xfrm xmlns:a="http://schemas.openxmlformats.org/drawingml/2006/main">
            <a:off x="914400" y="4476750"/>
            <a:ext cx="5657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i="0">
                <a:solidFill>
                  <a:srgbClr val="B94B4B"/>
                </a:solidFill>
                <a:latin typeface="Calibri"/>
                <a:ea typeface="Calibri"/>
                <a:cs typeface="Calibri"/>
              </a:defRPr>
            </a:defPPr>
            <a:lvl1pPr algn="ctr">
              <a:buNone/>
              <a:defRPr sz="1275" b="1" i="0">
                <a:solidFill>
                  <a:srgbClr val="B94B4B"/>
                </a:solidFill>
                <a:latin typeface="Calibri"/>
                <a:ea typeface="Calibri"/>
                <a:cs typeface="Calibri"/>
              </a:defRPr>
            </a:lvl1pPr>
            <a:lvl2pPr algn="ctr">
              <a:buNone/>
              <a:defRPr sz="1275" b="1" i="0">
                <a:solidFill>
                  <a:srgbClr val="B94B4B"/>
                </a:solidFill>
                <a:latin typeface="Calibri"/>
                <a:ea typeface="Calibri"/>
                <a:cs typeface="Calibri"/>
              </a:defRPr>
            </a:lvl2pPr>
            <a:lvl3pPr algn="ctr">
              <a:buNone/>
              <a:defRPr sz="1275" b="1" i="0">
                <a:solidFill>
                  <a:srgbClr val="B94B4B"/>
                </a:solidFill>
                <a:latin typeface="Calibri"/>
                <a:ea typeface="Calibri"/>
                <a:cs typeface="Calibri"/>
              </a:defRPr>
            </a:lvl3pPr>
            <a:lvl4pPr algn="ctr">
              <a:buNone/>
              <a:defRPr sz="1275" b="1" i="0">
                <a:solidFill>
                  <a:srgbClr val="B94B4B"/>
                </a:solidFill>
                <a:latin typeface="Calibri"/>
                <a:ea typeface="Calibri"/>
                <a:cs typeface="Calibri"/>
              </a:defRPr>
            </a:lvl4pPr>
            <a:lvl5pPr algn="ctr">
              <a:buNone/>
              <a:defRPr sz="1275" b="1" i="0">
                <a:solidFill>
                  <a:srgbClr val="B94B4B"/>
                </a:solidFill>
                <a:latin typeface="Calibri"/>
                <a:ea typeface="Calibri"/>
                <a:cs typeface="Calibri"/>
              </a:defRPr>
            </a:lvl5pPr>
            <a:lvl6pPr algn="ctr">
              <a:buNone/>
              <a:defRPr sz="1275" b="1" i="0">
                <a:solidFill>
                  <a:srgbClr val="B94B4B"/>
                </a:solidFill>
                <a:latin typeface="Calibri"/>
                <a:ea typeface="Calibri"/>
                <a:cs typeface="Calibri"/>
              </a:defRPr>
            </a:lvl6pPr>
            <a:lvl7pPr algn="ctr">
              <a:buNone/>
              <a:defRPr sz="1275" b="1" i="0">
                <a:solidFill>
                  <a:srgbClr val="B94B4B"/>
                </a:solidFill>
                <a:latin typeface="Calibri"/>
                <a:ea typeface="Calibri"/>
                <a:cs typeface="Calibri"/>
              </a:defRPr>
            </a:lvl7pPr>
            <a:lvl8pPr algn="ctr">
              <a:buNone/>
              <a:defRPr sz="1275" b="1" i="0">
                <a:solidFill>
                  <a:srgbClr val="B94B4B"/>
                </a:solidFill>
                <a:latin typeface="Calibri"/>
                <a:ea typeface="Calibri"/>
                <a:cs typeface="Calibri"/>
              </a:defRPr>
            </a:lvl8pPr>
            <a:lvl9pPr algn="ctr">
              <a:buNone/>
              <a:defRPr sz="1275" b="1" i="0">
                <a:solidFill>
                  <a:srgbClr val="B94B4B"/>
                </a:solidFill>
                <a:latin typeface="Calibri"/>
                <a:ea typeface="Calibri"/>
                <a:cs typeface="Calibri"/>
              </a:defRPr>
            </a:lvl9pPr>
          </a:lstStyle>
          <a:p xmlns:a="http://schemas.openxmlformats.org/drawingml/2006/main">
            <a:pPr algn="ctr">
              <a:lnSpc>
                <a:spcPct val="108000"/>
              </a:lnSpc>
              <a:buNone/>
              <a:defRPr sz="1275" b="1" i="0">
                <a:solidFill>
                  <a:srgbClr val="B94B4B"/>
                </a:solidFill>
                <a:latin typeface="Calibri"/>
                <a:ea typeface="Calibri"/>
                <a:cs typeface="Calibri"/>
              </a:defRPr>
            </a:pPr>
            <a:r>
              <a:rPr sz="1275" b="1" i="0">
                <a:solidFill>
                  <a:srgbClr val="B94B4B"/>
                </a:solidFill>
                <a:latin typeface="Calibri"/>
                <a:ea typeface="Calibri"/>
                <a:cs typeface="Calibri"/>
              </a:rPr>
              <a:t>Prototype only · no diagnosis · no validated event prediction</a:t>
            </a:r>
          </a:p>
        </p:txBody>
      </p:sp>
      <p:sp>
        <p:nvSpPr>
          <p:cNvPr id="28" name="diagram-background-slide-14">
            <a:extLst xmlns:a="http://schemas.openxmlformats.org/drawingml/2006/main">
              <a:ext uri="{FF2B5EF4-FFF2-40B4-BE49-F238E27FC236}">
                <a16:creationId xmlns:a16="http://schemas.microsoft.com/office/drawing/2014/main" id="{E962F3CE-EEE8-472D-9939-EAFDFA154E75}"/>
              </a:ext>
            </a:extLst>
          </p:cNvPr>
          <p:cNvSpPr>
            <a:spLocks xmlns:a="http://schemas.openxmlformats.org/drawingml/2006/main" noGrp="1"/>
          </p:cNvSpPr>
          <p:nvPr/>
        </p:nvSpPr>
        <p:spPr>
          <a:xfrm xmlns:a="http://schemas.openxmlformats.org/drawingml/2006/main">
            <a:off x="400050" y="1295400"/>
            <a:ext cx="6677025" cy="3648075"/>
          </a:xfrm>
          <a:prstGeom xmlns:a="http://schemas.openxmlformats.org/drawingml/2006/main" prst="rect">
            <a:avLst/>
          </a:prstGeom>
          <a:solidFill xmlns:a="http://schemas.openxmlformats.org/drawingml/2006/main">
            <a:srgbClr val="F5FAF9"/>
          </a:solidFill>
          <a:ln xmlns:a="http://schemas.openxmlformats.org/drawingml/2006/main" w="0">
            <a:noFill/>
            <a:prstDash val="solid"/>
          </a:ln>
        </p:spPr>
      </p:sp>
      <p:pic>
        <p:nvPicPr>
          <p:cNvPr id="29" name="">
            <a:extLst xmlns:a="http://schemas.openxmlformats.org/drawingml/2006/main">
              <a:ext uri="{FF2B5EF4-FFF2-40B4-BE49-F238E27FC236}">
                <a16:creationId xmlns:a16="http://schemas.microsoft.com/office/drawing/2014/main" id="{BBD1936D-E988-4D4E-B6BF-A4401FFA5536}"/>
              </a:ext>
            </a:extLst>
          </p:cNvPr>
          <p:cNvPicPr>
            <a:picLocks xmlns:a="http://schemas.openxmlformats.org/drawingml/2006/main" noChangeAspect="1"/>
          </p:cNvPicPr>
          <p:nvPr/>
        </p:nvPicPr>
        <p:blipFill>
          <a:blip xmlns:r="http://schemas.openxmlformats.org/officeDocument/2006/relationships" xmlns:a="http://schemas.openxmlformats.org/drawingml/2006/main" r:embed="Rcf634a75744a4002"/>
          <a:stretch xmlns:a="http://schemas.openxmlformats.org/drawingml/2006/main"/>
        </p:blipFill>
        <p:spPr>
          <a:xfrm xmlns:a="http://schemas.openxmlformats.org/drawingml/2006/main">
            <a:off x="1685925" y="1438275"/>
            <a:ext cx="4105275" cy="3781425"/>
          </a:xfrm>
          <a:prstGeom xmlns:a="http://schemas.openxmlformats.org/drawingml/2006/main" prst="rect">
            <a:avLst/>
          </a:prstGeom>
        </p:spPr>
      </p:pic>
    </p:spTree>
    <p:extLst>
      <p:ext uri="{BB962C8B-B14F-4D97-AF65-F5344CB8AC3E}">
        <p14:creationId xmlns:p14="http://schemas.microsoft.com/office/powerpoint/2010/main" val="646449543"/>
      </p:ext>
    </p:extLst>
  </p:cSld>
</p:sld>
</file>

<file path=ppt/slides/slide15.xml><?xml version="1.0" encoding="utf-8"?>
<p:sld xmlns:p="http://schemas.openxmlformats.org/presentationml/2006/main">
  <p:cSld>
    <p:bg>
      <p:bgPr>
        <a:solidFill xmlns:a="http://schemas.openxmlformats.org/drawingml/2006/main">
          <a:srgbClr val="F5FAF9"/>
        </a:solidFill>
      </p:bgPr>
    </p:bg>
    <p:spTree>
      <p:nvGrpSpPr>
        <p:cNvPr id="1" name=""/>
        <p:cNvGrpSpPr/>
        <p:nvPr/>
      </p:nvGrpSpPr>
      <p:grpSpPr>
        <a:xfrm xmlns:a="http://schemas.openxmlformats.org/drawingml/2006/main"/>
      </p:grpSpPr>
      <p:pic>
        <p:nvPicPr>
          <p:cNvPr id="30" name="User supplied tech stack image" descr="Tech Stack and Connections diagram supplied by the user"/>
          <p:cNvPicPr/>
          <p:nvPr/>
        </p:nvPicPr>
        <p:blipFill>
          <ns1:blip xmlns:ns1="http://schemas.openxmlformats.org/drawingml/2006/main" xmlns:ns2="http://schemas.openxmlformats.org/officeDocument/2006/relationships" ns2:embed="rIdUserTechStack"/>
          <ns3:stretch xmlns:ns3="http://schemas.openxmlformats.org/drawingml/2006/main">
            <ns3:fillRect/>
          </ns3:stretch>
        </p:blipFill>
        <p:spPr>
          <ns4:xfrm xmlns:ns4="http://schemas.openxmlformats.org/drawingml/2006/main">
            <ns4:off x="1356191" y="0"/>
            <ns4:ext cx="4764742" cy="5391150"/>
          </ns4:xfrm>
          <ns5:prstGeom xmlns:ns5="http://schemas.openxmlformats.org/drawingml/2006/main" prst="rect">
            <ns5:avLst/>
          </ns5:prstGeom>
        </p:spPr>
      </p:pic>
    </p:spTree>
    <p:extLst>
      <p:ext uri="{BB962C8B-B14F-4D97-AF65-F5344CB8AC3E}">
        <p14:creationId xmlns:p14="http://schemas.microsoft.com/office/powerpoint/2010/main" val="637845133"/>
      </p:ext>
    </p:extLst>
  </p:cSld>
</p:sld>
</file>

<file path=ppt/slides/slide16.xml><?xml version="1.0" encoding="utf-8"?>
<p:sld xmlns:p="http://schemas.openxmlformats.org/presentationml/2006/main">
  <p:cSld>
    <p:bg>
      <p:bgPr>
        <a:solidFill xmlns:a="http://schemas.openxmlformats.org/drawingml/2006/main">
          <a:srgbClr val="F5FAF9"/>
        </a:solidFill>
      </p:bgPr>
    </p:bg>
    <p:spTree>
      <p:nvGrpSpPr>
        <p:cNvPr id="1" name=""/>
        <p:cNvGrpSpPr/>
        <p:nvPr/>
      </p:nvGrpSpPr>
      <p:grpSpPr>
        <a:xfrm xmlns:a="http://schemas.openxmlformats.org/drawingml/2006/main"/>
      </p:grpSpPr>
      <p:pic>
        <p:nvPicPr>
          <p:cNvPr id="23" name="">
            <a:extLst xmlns:a="http://schemas.openxmlformats.org/drawingml/2006/main">
              <a:ext uri="{FF2B5EF4-FFF2-40B4-BE49-F238E27FC236}">
                <a16:creationId xmlns:a16="http://schemas.microsoft.com/office/drawing/2014/main" id="{597ABB77-A2A4-4200-9295-6E676E60E009}"/>
              </a:ext>
            </a:extLst>
          </p:cNvPr>
          <p:cNvPicPr>
            <a:picLocks xmlns:a="http://schemas.openxmlformats.org/drawingml/2006/main" noChangeAspect="1"/>
          </p:cNvPicPr>
          <p:nvPr/>
        </p:nvPicPr>
        <p:blipFill>
          <a:blip xmlns:r="http://schemas.openxmlformats.org/officeDocument/2006/relationships" xmlns:a="http://schemas.openxmlformats.org/drawingml/2006/main" r:embed="Rce8689d966954578"/>
          <a:srcRect xmlns:a="http://schemas.openxmlformats.org/drawingml/2006/main" l="0" t="1932" r="0" b="1932"/>
          <a:stretch xmlns:a="http://schemas.openxmlformats.org/drawingml/2006/main">
            <a:fillRect l="0" t="0" r="0" b="0"/>
          </a:stretch>
        </p:blipFill>
        <p:spPr>
          <a:xfrm xmlns:a="http://schemas.openxmlformats.org/drawingml/2006/main">
            <a:off x="0" y="0"/>
            <a:ext cx="7477125" cy="539115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5CE43498-4325-4E1B-B57C-EEB663FA337F}"/>
              </a:ext>
            </a:extLst>
          </p:cNvPr>
          <p:cNvSpPr>
            <a:spLocks xmlns:a="http://schemas.openxmlformats.org/drawingml/2006/main" noGrp="1"/>
          </p:cNvSpPr>
          <p:nvPr/>
        </p:nvSpPr>
        <p:spPr>
          <a:xfrm xmlns:a="http://schemas.openxmlformats.org/drawingml/2006/main">
            <a:off x="381000" y="1295400"/>
            <a:ext cx="6715125" cy="3838575"/>
          </a:xfrm>
          <a:prstGeom xmlns:a="http://schemas.openxmlformats.org/drawingml/2006/main" prst="roundRect">
            <a:avLst>
              <a:gd name="adj" fmla="val 3722"/>
            </a:avLst>
          </a:prstGeom>
          <a:solidFill xmlns:a="http://schemas.openxmlformats.org/drawingml/2006/main">
            <a:srgbClr val="FFFFFF">
              <a:alpha val="94000"/>
            </a:srgbClr>
          </a:solidFill>
          <a:ln xmlns:a="http://schemas.openxmlformats.org/drawingml/2006/main" w="9525">
            <a:solidFill>
              <a:srgbClr val="CFE3D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5" name="">
            <a:extLst xmlns:a="http://schemas.openxmlformats.org/drawingml/2006/main">
              <a:ext uri="{FF2B5EF4-FFF2-40B4-BE49-F238E27FC236}">
                <a16:creationId xmlns:a16="http://schemas.microsoft.com/office/drawing/2014/main" id="{1A6B7913-A7C9-4CF0-A708-FB96CFBC3CA0}"/>
              </a:ext>
            </a:extLst>
          </p:cNvPr>
          <p:cNvSpPr>
            <a:spLocks xmlns:a="http://schemas.openxmlformats.org/drawingml/2006/main" noGrp="1"/>
          </p:cNvSpPr>
          <p:nvPr/>
        </p:nvSpPr>
        <p:spPr>
          <a:xfrm xmlns:a="http://schemas.openxmlformats.org/drawingml/2006/main">
            <a:off x="381000" y="1295400"/>
            <a:ext cx="47625" cy="3838575"/>
          </a:xfrm>
          <a:prstGeom xmlns:a="http://schemas.openxmlformats.org/drawingml/2006/main" prst="roundRect">
            <a:avLst>
              <a:gd name="adj" fmla="val 50000"/>
            </a:avLst>
          </a:prstGeom>
          <a:solidFill xmlns:a="http://schemas.openxmlformats.org/drawingml/2006/main">
            <a:srgbClr val="168F89"/>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33B2877-4737-4681-8CF3-802FB0AA34A8}"/>
              </a:ext>
            </a:extLst>
          </p:cNvPr>
          <p:cNvSpPr>
            <a:spLocks xmlns:a="http://schemas.openxmlformats.org/drawingml/2006/main" noGrp="1"/>
          </p:cNvSpPr>
          <p:nvPr/>
        </p:nvSpPr>
        <p:spPr>
          <a:xfrm xmlns:a="http://schemas.openxmlformats.org/drawingml/2006/main">
            <a:off x="457200" y="342900"/>
            <a:ext cx="6572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75" b="1" i="0">
                <a:solidFill>
                  <a:srgbClr val="123F50"/>
                </a:solidFill>
                <a:latin typeface="Calibri Light"/>
                <a:ea typeface="Calibri Light"/>
                <a:cs typeface="Calibri Light"/>
              </a:defRPr>
            </a:defPPr>
            <a:lvl1pPr algn="l">
              <a:buNone/>
              <a:defRPr sz="2325" b="1" i="0">
                <a:solidFill>
                  <a:srgbClr val="123F50"/>
                </a:solidFill>
                <a:latin typeface="Calibri Light"/>
                <a:ea typeface="Calibri Light"/>
                <a:cs typeface="Calibri Light"/>
              </a:defRPr>
            </a:lvl1pPr>
            <a:lvl2pPr algn="l">
              <a:buNone/>
              <a:defRPr sz="2325" b="1" i="0">
                <a:solidFill>
                  <a:srgbClr val="123F50"/>
                </a:solidFill>
                <a:latin typeface="Calibri Light"/>
                <a:ea typeface="Calibri Light"/>
                <a:cs typeface="Calibri Light"/>
              </a:defRPr>
            </a:lvl2pPr>
            <a:lvl3pPr algn="l">
              <a:buNone/>
              <a:defRPr sz="2325" b="1" i="0">
                <a:solidFill>
                  <a:srgbClr val="123F50"/>
                </a:solidFill>
                <a:latin typeface="Calibri Light"/>
                <a:ea typeface="Calibri Light"/>
                <a:cs typeface="Calibri Light"/>
              </a:defRPr>
            </a:lvl3pPr>
            <a:lvl4pPr algn="l">
              <a:buNone/>
              <a:defRPr sz="2325" b="1" i="0">
                <a:solidFill>
                  <a:srgbClr val="123F50"/>
                </a:solidFill>
                <a:latin typeface="Calibri Light"/>
                <a:ea typeface="Calibri Light"/>
                <a:cs typeface="Calibri Light"/>
              </a:defRPr>
            </a:lvl4pPr>
            <a:lvl5pPr algn="l">
              <a:buNone/>
              <a:defRPr sz="2325" b="1" i="0">
                <a:solidFill>
                  <a:srgbClr val="123F50"/>
                </a:solidFill>
                <a:latin typeface="Calibri Light"/>
                <a:ea typeface="Calibri Light"/>
                <a:cs typeface="Calibri Light"/>
              </a:defRPr>
            </a:lvl5pPr>
            <a:lvl6pPr algn="l">
              <a:buNone/>
              <a:defRPr sz="2325" b="1" i="0">
                <a:solidFill>
                  <a:srgbClr val="123F50"/>
                </a:solidFill>
                <a:latin typeface="Calibri Light"/>
                <a:ea typeface="Calibri Light"/>
                <a:cs typeface="Calibri Light"/>
              </a:defRPr>
            </a:lvl6pPr>
            <a:lvl7pPr algn="l">
              <a:buNone/>
              <a:defRPr sz="2325" b="1" i="0">
                <a:solidFill>
                  <a:srgbClr val="123F50"/>
                </a:solidFill>
                <a:latin typeface="Calibri Light"/>
                <a:ea typeface="Calibri Light"/>
                <a:cs typeface="Calibri Light"/>
              </a:defRPr>
            </a:lvl7pPr>
            <a:lvl8pPr algn="l">
              <a:buNone/>
              <a:defRPr sz="2325" b="1" i="0">
                <a:solidFill>
                  <a:srgbClr val="123F50"/>
                </a:solidFill>
                <a:latin typeface="Calibri Light"/>
                <a:ea typeface="Calibri Light"/>
                <a:cs typeface="Calibri Light"/>
              </a:defRPr>
            </a:lvl8pPr>
            <a:lvl9pPr algn="l">
              <a:buNone/>
              <a:defRPr sz="2325" b="1" i="0">
                <a:solidFill>
                  <a:srgbClr val="123F50"/>
                </a:solidFill>
                <a:latin typeface="Calibri Light"/>
                <a:ea typeface="Calibri Light"/>
                <a:cs typeface="Calibri Light"/>
              </a:defRPr>
            </a:lvl9pPr>
          </a:lstStyle>
          <a:p xmlns:a="http://schemas.openxmlformats.org/drawingml/2006/main">
            <a:pPr algn="l">
              <a:lnSpc>
                <a:spcPct val="108000"/>
              </a:lnSpc>
              <a:buNone/>
              <a:defRPr sz="2325" b="1" i="0">
                <a:solidFill>
                  <a:srgbClr val="123F50"/>
                </a:solidFill>
                <a:latin typeface="Calibri Light"/>
                <a:ea typeface="Calibri Light"/>
                <a:cs typeface="Calibri Light"/>
              </a:defRPr>
            </a:pPr>
            <a:r>
              <a:rPr sz="2475" b="1" i="0">
                <a:solidFill>
                  <a:srgbClr val="123F50"/>
                </a:solidFill>
                <a:latin typeface="Calibri Light"/>
                <a:ea typeface="Calibri Light"/>
                <a:cs typeface="Calibri Light"/>
              </a:rPr>
              <a:t>Meet the team</a:t>
            </a:r>
          </a:p>
        </p:txBody>
      </p:sp>
      <p:sp>
        <p:nvSpPr>
          <p:cNvPr id="2" name="">
            <a:extLst xmlns:a="http://schemas.openxmlformats.org/drawingml/2006/main">
              <a:ext uri="{FF2B5EF4-FFF2-40B4-BE49-F238E27FC236}">
                <a16:creationId xmlns:a16="http://schemas.microsoft.com/office/drawing/2014/main" id="{1D4D2E7D-620C-491C-8451-1BFD5C22747C}"/>
              </a:ext>
            </a:extLst>
          </p:cNvPr>
          <p:cNvSpPr>
            <a:spLocks xmlns:a="http://schemas.openxmlformats.org/drawingml/2006/main" noGrp="1"/>
          </p:cNvSpPr>
          <p:nvPr/>
        </p:nvSpPr>
        <p:spPr>
          <a:xfrm xmlns:a="http://schemas.openxmlformats.org/drawingml/2006/main" flipH="0" flipV="0">
            <a:off x="457200" y="866775"/>
            <a:ext cx="647700" cy="4763"/>
          </a:xfrm>
          <a:prstGeom xmlns:a="http://schemas.openxmlformats.org/drawingml/2006/main" prst="line">
            <a:avLst/>
          </a:prstGeom>
          <a:noFill xmlns:a="http://schemas.openxmlformats.org/drawingml/2006/main"/>
          <a:ln xmlns:a="http://schemas.openxmlformats.org/drawingml/2006/main" w="38100">
            <a:solidFill>
              <a:srgbClr val="168F89"/>
            </a:solidFill>
            <a:prstDash val="solid"/>
          </a:ln>
        </p:spPr>
      </p:sp>
      <p:sp>
        <p:nvSpPr>
          <p:cNvPr id="3" name="">
            <a:extLst xmlns:a="http://schemas.openxmlformats.org/drawingml/2006/main">
              <a:ext uri="{FF2B5EF4-FFF2-40B4-BE49-F238E27FC236}">
                <a16:creationId xmlns:a16="http://schemas.microsoft.com/office/drawing/2014/main" id="{4E304555-634F-44E4-9929-085DFEE3DB8E}"/>
              </a:ext>
            </a:extLst>
          </p:cNvPr>
          <p:cNvSpPr>
            <a:spLocks xmlns:a="http://schemas.openxmlformats.org/drawingml/2006/main" noGrp="1"/>
          </p:cNvSpPr>
          <p:nvPr/>
        </p:nvSpPr>
        <p:spPr>
          <a:xfrm xmlns:a="http://schemas.openxmlformats.org/drawingml/2006/main">
            <a:off x="457200" y="981075"/>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63" b="0" i="0">
                <a:solidFill>
                  <a:srgbClr val="526B73"/>
                </a:solidFill>
                <a:latin typeface="Calibri"/>
                <a:ea typeface="Calibri"/>
                <a:cs typeface="Calibri"/>
              </a:defRPr>
            </a:defPPr>
            <a:lvl1pPr algn="l">
              <a:buNone/>
              <a:defRPr sz="1125" b="0" i="0">
                <a:solidFill>
                  <a:srgbClr val="647781"/>
                </a:solidFill>
                <a:latin typeface="Calibri"/>
                <a:ea typeface="Calibri"/>
                <a:cs typeface="Calibri"/>
              </a:defRPr>
            </a:lvl1pPr>
            <a:lvl2pPr algn="l">
              <a:buNone/>
              <a:defRPr sz="1125" b="0" i="0">
                <a:solidFill>
                  <a:srgbClr val="647781"/>
                </a:solidFill>
                <a:latin typeface="Calibri"/>
                <a:ea typeface="Calibri"/>
                <a:cs typeface="Calibri"/>
              </a:defRPr>
            </a:lvl2pPr>
            <a:lvl3pPr algn="l">
              <a:buNone/>
              <a:defRPr sz="1125" b="0" i="0">
                <a:solidFill>
                  <a:srgbClr val="647781"/>
                </a:solidFill>
                <a:latin typeface="Calibri"/>
                <a:ea typeface="Calibri"/>
                <a:cs typeface="Calibri"/>
              </a:defRPr>
            </a:lvl3pPr>
            <a:lvl4pPr algn="l">
              <a:buNone/>
              <a:defRPr sz="1125" b="0" i="0">
                <a:solidFill>
                  <a:srgbClr val="647781"/>
                </a:solidFill>
                <a:latin typeface="Calibri"/>
                <a:ea typeface="Calibri"/>
                <a:cs typeface="Calibri"/>
              </a:defRPr>
            </a:lvl4pPr>
            <a:lvl5pPr algn="l">
              <a:buNone/>
              <a:defRPr sz="1125" b="0" i="0">
                <a:solidFill>
                  <a:srgbClr val="647781"/>
                </a:solidFill>
                <a:latin typeface="Calibri"/>
                <a:ea typeface="Calibri"/>
                <a:cs typeface="Calibri"/>
              </a:defRPr>
            </a:lvl5pPr>
            <a:lvl6pPr algn="l">
              <a:buNone/>
              <a:defRPr sz="1125" b="0" i="0">
                <a:solidFill>
                  <a:srgbClr val="647781"/>
                </a:solidFill>
                <a:latin typeface="Calibri"/>
                <a:ea typeface="Calibri"/>
                <a:cs typeface="Calibri"/>
              </a:defRPr>
            </a:lvl6pPr>
            <a:lvl7pPr algn="l">
              <a:buNone/>
              <a:defRPr sz="1125" b="0" i="0">
                <a:solidFill>
                  <a:srgbClr val="647781"/>
                </a:solidFill>
                <a:latin typeface="Calibri"/>
                <a:ea typeface="Calibri"/>
                <a:cs typeface="Calibri"/>
              </a:defRPr>
            </a:lvl7pPr>
            <a:lvl8pPr algn="l">
              <a:buNone/>
              <a:defRPr sz="1125" b="0" i="0">
                <a:solidFill>
                  <a:srgbClr val="647781"/>
                </a:solidFill>
                <a:latin typeface="Calibri"/>
                <a:ea typeface="Calibri"/>
                <a:cs typeface="Calibri"/>
              </a:defRPr>
            </a:lvl8pPr>
            <a:lvl9pPr algn="l">
              <a:buNone/>
              <a:defRPr sz="1125" b="0" i="0">
                <a:solidFill>
                  <a:srgbClr val="647781"/>
                </a:solidFill>
                <a:latin typeface="Calibri"/>
                <a:ea typeface="Calibri"/>
                <a:cs typeface="Calibri"/>
              </a:defRPr>
            </a:lvl9pPr>
          </a:lstStyle>
          <a:p xmlns:a="http://schemas.openxmlformats.org/drawingml/2006/main">
            <a:pPr algn="l">
              <a:lnSpc>
                <a:spcPct val="108000"/>
              </a:lnSpc>
              <a:buNone/>
              <a:defRPr sz="1125" b="0" i="0">
                <a:solidFill>
                  <a:srgbClr val="647781"/>
                </a:solidFill>
                <a:latin typeface="Calibri"/>
                <a:ea typeface="Calibri"/>
                <a:cs typeface="Calibri"/>
              </a:defRPr>
            </a:pPr>
            <a:r>
              <a:rPr sz="1163" b="0" i="0">
                <a:solidFill>
                  <a:srgbClr val="526B73"/>
                </a:solidFill>
                <a:latin typeface="Calibri"/>
                <a:ea typeface="Calibri"/>
                <a:cs typeface="Calibri"/>
              </a:rPr>
              <a:t>Cardiovascular Digital Twin · project team</a:t>
            </a:r>
          </a:p>
        </p:txBody>
      </p:sp>
      <p:sp>
        <p:nvSpPr>
          <p:cNvPr id="4" name="">
            <a:extLst xmlns:a="http://schemas.openxmlformats.org/drawingml/2006/main">
              <a:ext uri="{FF2B5EF4-FFF2-40B4-BE49-F238E27FC236}">
                <a16:creationId xmlns:a16="http://schemas.microsoft.com/office/drawing/2014/main" id="{D0B1341D-8FAD-4A9C-BF71-67C5C7601FB4}"/>
              </a:ext>
            </a:extLst>
          </p:cNvPr>
          <p:cNvSpPr>
            <a:spLocks xmlns:a="http://schemas.openxmlformats.org/drawingml/2006/main" noGrp="1"/>
          </p:cNvSpPr>
          <p:nvPr/>
        </p:nvSpPr>
        <p:spPr>
          <a:xfrm xmlns:a="http://schemas.openxmlformats.org/drawingml/2006/main" flipH="0" flipV="0">
            <a:off x="457200" y="5029200"/>
            <a:ext cx="6562725" cy="4763"/>
          </a:xfrm>
          <a:prstGeom xmlns:a="http://schemas.openxmlformats.org/drawingml/2006/main" prst="line">
            <a:avLst/>
          </a:prstGeom>
          <a:noFill xmlns:a="http://schemas.openxmlformats.org/drawingml/2006/main"/>
          <a:ln xmlns:a="http://schemas.openxmlformats.org/drawingml/2006/main" w="9525">
            <a:solidFill>
              <a:srgbClr val="D6E3E2"/>
            </a:solidFill>
            <a:prstDash val="solid"/>
          </a:ln>
        </p:spPr>
      </p:sp>
      <p:sp>
        <p:nvSpPr>
          <p:cNvPr id="5" name="">
            <a:extLst xmlns:a="http://schemas.openxmlformats.org/drawingml/2006/main">
              <a:ext uri="{FF2B5EF4-FFF2-40B4-BE49-F238E27FC236}">
                <a16:creationId xmlns:a16="http://schemas.microsoft.com/office/drawing/2014/main" id="{3255E337-9BE9-44B6-8A95-F11A9397153F}"/>
              </a:ext>
            </a:extLst>
          </p:cNvPr>
          <p:cNvSpPr>
            <a:spLocks xmlns:a="http://schemas.openxmlformats.org/drawingml/2006/main" noGrp="1"/>
          </p:cNvSpPr>
          <p:nvPr/>
        </p:nvSpPr>
        <p:spPr>
          <a:xfrm xmlns:a="http://schemas.openxmlformats.org/drawingml/2006/main">
            <a:off x="457200" y="5105400"/>
            <a:ext cx="2476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13" b="1" i="0">
                <a:solidFill>
                  <a:srgbClr val="486975"/>
                </a:solidFill>
                <a:latin typeface="Calibri"/>
                <a:ea typeface="Calibri"/>
                <a:cs typeface="Calibri"/>
              </a:defRPr>
            </a:defPPr>
            <a:lvl1pPr algn="l">
              <a:buNone/>
              <a:defRPr sz="788" b="1" i="0">
                <a:solidFill>
                  <a:srgbClr val="647781"/>
                </a:solidFill>
                <a:latin typeface="Calibri"/>
                <a:ea typeface="Calibri"/>
                <a:cs typeface="Calibri"/>
              </a:defRPr>
            </a:lvl1pPr>
            <a:lvl2pPr algn="l">
              <a:buNone/>
              <a:defRPr sz="788" b="1" i="0">
                <a:solidFill>
                  <a:srgbClr val="647781"/>
                </a:solidFill>
                <a:latin typeface="Calibri"/>
                <a:ea typeface="Calibri"/>
                <a:cs typeface="Calibri"/>
              </a:defRPr>
            </a:lvl2pPr>
            <a:lvl3pPr algn="l">
              <a:buNone/>
              <a:defRPr sz="788" b="1" i="0">
                <a:solidFill>
                  <a:srgbClr val="647781"/>
                </a:solidFill>
                <a:latin typeface="Calibri"/>
                <a:ea typeface="Calibri"/>
                <a:cs typeface="Calibri"/>
              </a:defRPr>
            </a:lvl3pPr>
            <a:lvl4pPr algn="l">
              <a:buNone/>
              <a:defRPr sz="788" b="1" i="0">
                <a:solidFill>
                  <a:srgbClr val="647781"/>
                </a:solidFill>
                <a:latin typeface="Calibri"/>
                <a:ea typeface="Calibri"/>
                <a:cs typeface="Calibri"/>
              </a:defRPr>
            </a:lvl4pPr>
            <a:lvl5pPr algn="l">
              <a:buNone/>
              <a:defRPr sz="788" b="1" i="0">
                <a:solidFill>
                  <a:srgbClr val="647781"/>
                </a:solidFill>
                <a:latin typeface="Calibri"/>
                <a:ea typeface="Calibri"/>
                <a:cs typeface="Calibri"/>
              </a:defRPr>
            </a:lvl5pPr>
            <a:lvl6pPr algn="l">
              <a:buNone/>
              <a:defRPr sz="788" b="1" i="0">
                <a:solidFill>
                  <a:srgbClr val="647781"/>
                </a:solidFill>
                <a:latin typeface="Calibri"/>
                <a:ea typeface="Calibri"/>
                <a:cs typeface="Calibri"/>
              </a:defRPr>
            </a:lvl6pPr>
            <a:lvl7pPr algn="l">
              <a:buNone/>
              <a:defRPr sz="788" b="1" i="0">
                <a:solidFill>
                  <a:srgbClr val="647781"/>
                </a:solidFill>
                <a:latin typeface="Calibri"/>
                <a:ea typeface="Calibri"/>
                <a:cs typeface="Calibri"/>
              </a:defRPr>
            </a:lvl7pPr>
            <a:lvl8pPr algn="l">
              <a:buNone/>
              <a:defRPr sz="788" b="1" i="0">
                <a:solidFill>
                  <a:srgbClr val="647781"/>
                </a:solidFill>
                <a:latin typeface="Calibri"/>
                <a:ea typeface="Calibri"/>
                <a:cs typeface="Calibri"/>
              </a:defRPr>
            </a:lvl8pPr>
            <a:lvl9pPr algn="l">
              <a:buNone/>
              <a:defRPr sz="788" b="1" i="0">
                <a:solidFill>
                  <a:srgbClr val="647781"/>
                </a:solidFill>
                <a:latin typeface="Calibri"/>
                <a:ea typeface="Calibri"/>
                <a:cs typeface="Calibri"/>
              </a:defRPr>
            </a:lvl9pPr>
          </a:lstStyle>
          <a:p xmlns:a="http://schemas.openxmlformats.org/drawingml/2006/main">
            <a:pPr algn="l">
              <a:lnSpc>
                <a:spcPct val="108000"/>
              </a:lnSpc>
              <a:buNone/>
              <a:defRPr sz="788" b="1" i="0">
                <a:solidFill>
                  <a:srgbClr val="647781"/>
                </a:solidFill>
                <a:latin typeface="Calibri"/>
                <a:ea typeface="Calibri"/>
                <a:cs typeface="Calibri"/>
              </a:defRPr>
            </a:pPr>
            <a:r>
              <a:rPr sz="713" b="1" i="0">
                <a:solidFill>
                  <a:srgbClr val="486975"/>
                </a:solidFill>
                <a:latin typeface="Calibri"/>
                <a:ea typeface="Calibri"/>
                <a:cs typeface="Calibri"/>
              </a:rPr>
              <a:t>SADHYA  ·  CARDIOTWIN</a:t>
            </a:r>
          </a:p>
        </p:txBody>
      </p:sp>
      <p:sp>
        <p:nvSpPr>
          <p:cNvPr id="6" name="">
            <a:extLst xmlns:a="http://schemas.openxmlformats.org/drawingml/2006/main">
              <a:ext uri="{FF2B5EF4-FFF2-40B4-BE49-F238E27FC236}">
                <a16:creationId xmlns:a16="http://schemas.microsoft.com/office/drawing/2014/main" id="{AF87395D-2D8D-4DBC-B24D-D1A27969498C}"/>
              </a:ext>
            </a:extLst>
          </p:cNvPr>
          <p:cNvSpPr>
            <a:spLocks xmlns:a="http://schemas.openxmlformats.org/drawingml/2006/main" noGrp="1"/>
          </p:cNvSpPr>
          <p:nvPr/>
        </p:nvSpPr>
        <p:spPr>
          <a:xfrm xmlns:a="http://schemas.openxmlformats.org/drawingml/2006/main">
            <a:off x="6724650" y="5105400"/>
            <a:ext cx="2952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750" b="1" i="0">
                <a:solidFill>
                  <a:srgbClr val="168D89"/>
                </a:solidFill>
                <a:latin typeface="Calibri"/>
                <a:ea typeface="Calibri"/>
                <a:cs typeface="Calibri"/>
              </a:defRPr>
            </a:defPPr>
            <a:lvl1pPr algn="r">
              <a:buNone/>
              <a:defRPr sz="788" b="0" i="0">
                <a:solidFill>
                  <a:srgbClr val="647781"/>
                </a:solidFill>
                <a:latin typeface="Calibri"/>
                <a:ea typeface="Calibri"/>
                <a:cs typeface="Calibri"/>
              </a:defRPr>
            </a:lvl1pPr>
            <a:lvl2pPr algn="r">
              <a:buNone/>
              <a:defRPr sz="788" b="0" i="0">
                <a:solidFill>
                  <a:srgbClr val="647781"/>
                </a:solidFill>
                <a:latin typeface="Calibri"/>
                <a:ea typeface="Calibri"/>
                <a:cs typeface="Calibri"/>
              </a:defRPr>
            </a:lvl2pPr>
            <a:lvl3pPr algn="r">
              <a:buNone/>
              <a:defRPr sz="788" b="0" i="0">
                <a:solidFill>
                  <a:srgbClr val="647781"/>
                </a:solidFill>
                <a:latin typeface="Calibri"/>
                <a:ea typeface="Calibri"/>
                <a:cs typeface="Calibri"/>
              </a:defRPr>
            </a:lvl3pPr>
            <a:lvl4pPr algn="r">
              <a:buNone/>
              <a:defRPr sz="788" b="0" i="0">
                <a:solidFill>
                  <a:srgbClr val="647781"/>
                </a:solidFill>
                <a:latin typeface="Calibri"/>
                <a:ea typeface="Calibri"/>
                <a:cs typeface="Calibri"/>
              </a:defRPr>
            </a:lvl4pPr>
            <a:lvl5pPr algn="r">
              <a:buNone/>
              <a:defRPr sz="788" b="0" i="0">
                <a:solidFill>
                  <a:srgbClr val="647781"/>
                </a:solidFill>
                <a:latin typeface="Calibri"/>
                <a:ea typeface="Calibri"/>
                <a:cs typeface="Calibri"/>
              </a:defRPr>
            </a:lvl5pPr>
            <a:lvl6pPr algn="r">
              <a:buNone/>
              <a:defRPr sz="788" b="0" i="0">
                <a:solidFill>
                  <a:srgbClr val="647781"/>
                </a:solidFill>
                <a:latin typeface="Calibri"/>
                <a:ea typeface="Calibri"/>
                <a:cs typeface="Calibri"/>
              </a:defRPr>
            </a:lvl6pPr>
            <a:lvl7pPr algn="r">
              <a:buNone/>
              <a:defRPr sz="788" b="0" i="0">
                <a:solidFill>
                  <a:srgbClr val="647781"/>
                </a:solidFill>
                <a:latin typeface="Calibri"/>
                <a:ea typeface="Calibri"/>
                <a:cs typeface="Calibri"/>
              </a:defRPr>
            </a:lvl7pPr>
            <a:lvl8pPr algn="r">
              <a:buNone/>
              <a:defRPr sz="788" b="0" i="0">
                <a:solidFill>
                  <a:srgbClr val="647781"/>
                </a:solidFill>
                <a:latin typeface="Calibri"/>
                <a:ea typeface="Calibri"/>
                <a:cs typeface="Calibri"/>
              </a:defRPr>
            </a:lvl8pPr>
            <a:lvl9pPr algn="r">
              <a:buNone/>
              <a:defRPr sz="788" b="0" i="0">
                <a:solidFill>
                  <a:srgbClr val="647781"/>
                </a:solidFill>
                <a:latin typeface="Calibri"/>
                <a:ea typeface="Calibri"/>
                <a:cs typeface="Calibri"/>
              </a:defRPr>
            </a:lvl9pPr>
          </a:lstStyle>
          <a:p xmlns:a="http://schemas.openxmlformats.org/drawingml/2006/main">
            <a:pPr algn="r">
              <a:lnSpc>
                <a:spcPct val="108000"/>
              </a:lnSpc>
              <a:buNone/>
              <a:defRPr sz="788" b="0" i="0">
                <a:solidFill>
                  <a:srgbClr val="647781"/>
                </a:solidFill>
                <a:latin typeface="Calibri"/>
                <a:ea typeface="Calibri"/>
                <a:cs typeface="Calibri"/>
              </a:defRPr>
            </a:pPr>
            <a:r>
              <a:rPr sz="750" b="1" i="0">
                <a:solidFill>
                  <a:srgbClr val="168D89"/>
                </a:solidFill>
                <a:latin typeface="Calibri"/>
                <a:ea typeface="Calibri"/>
                <a:cs typeface="Calibri"/>
              </a:rPr>
              <a:t>16</a:t>
            </a:r>
          </a:p>
        </p:txBody>
      </p:sp>
      <p:sp>
        <p:nvSpPr>
          <p:cNvPr id="7" name="">
            <a:extLst xmlns:a="http://schemas.openxmlformats.org/drawingml/2006/main">
              <a:ext uri="{FF2B5EF4-FFF2-40B4-BE49-F238E27FC236}">
                <a16:creationId xmlns:a16="http://schemas.microsoft.com/office/drawing/2014/main" id="{A91EAA03-CF83-4FA8-A66D-DF76489746FB}"/>
              </a:ext>
            </a:extLst>
          </p:cNvPr>
          <p:cNvSpPr>
            <a:spLocks xmlns:a="http://schemas.openxmlformats.org/drawingml/2006/main" noGrp="1"/>
          </p:cNvSpPr>
          <p:nvPr/>
        </p:nvSpPr>
        <p:spPr>
          <a:xfrm xmlns:a="http://schemas.openxmlformats.org/drawingml/2006/main">
            <a:off x="2009775" y="1609725"/>
            <a:ext cx="3457575" cy="1000125"/>
          </a:xfrm>
          <a:prstGeom xmlns:a="http://schemas.openxmlformats.org/drawingml/2006/main" prst="roundRect">
            <a:avLst>
              <a:gd name="adj" fmla="val 7619"/>
            </a:avLst>
          </a:prstGeom>
          <a:solidFill xmlns:a="http://schemas.openxmlformats.org/drawingml/2006/main">
            <a:srgbClr val="123F50"/>
          </a:solidFill>
          <a:ln xmlns:a="http://schemas.openxmlformats.org/drawingml/2006/main" w="14288">
            <a:solidFill>
              <a:srgbClr val="123F50"/>
            </a:solidFill>
            <a:prstDash val="solid"/>
          </a:ln>
        </p:spPr>
      </p:sp>
      <p:sp>
        <p:nvSpPr>
          <p:cNvPr id="8" name="">
            <a:extLst xmlns:a="http://schemas.openxmlformats.org/drawingml/2006/main">
              <a:ext uri="{FF2B5EF4-FFF2-40B4-BE49-F238E27FC236}">
                <a16:creationId xmlns:a16="http://schemas.microsoft.com/office/drawing/2014/main" id="{5C396CE0-8675-4413-A603-DF29F7B8273A}"/>
              </a:ext>
            </a:extLst>
          </p:cNvPr>
          <p:cNvSpPr>
            <a:spLocks xmlns:a="http://schemas.openxmlformats.org/drawingml/2006/main" noGrp="1"/>
          </p:cNvSpPr>
          <p:nvPr/>
        </p:nvSpPr>
        <p:spPr>
          <a:xfrm xmlns:a="http://schemas.openxmlformats.org/drawingml/2006/main">
            <a:off x="2200275" y="1762125"/>
            <a:ext cx="3076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i="0">
                <a:solidFill>
                  <a:srgbClr val="A7DCD8"/>
                </a:solidFill>
                <a:latin typeface="Calibri"/>
                <a:ea typeface="Calibri"/>
                <a:cs typeface="Calibri"/>
              </a:defRPr>
            </a:defPPr>
            <a:lvl1pPr algn="ctr">
              <a:buNone/>
              <a:defRPr sz="975" b="1" i="0">
                <a:solidFill>
                  <a:srgbClr val="A7DCD8"/>
                </a:solidFill>
                <a:latin typeface="Calibri"/>
                <a:ea typeface="Calibri"/>
                <a:cs typeface="Calibri"/>
              </a:defRPr>
            </a:lvl1pPr>
            <a:lvl2pPr algn="ctr">
              <a:buNone/>
              <a:defRPr sz="975" b="1" i="0">
                <a:solidFill>
                  <a:srgbClr val="A7DCD8"/>
                </a:solidFill>
                <a:latin typeface="Calibri"/>
                <a:ea typeface="Calibri"/>
                <a:cs typeface="Calibri"/>
              </a:defRPr>
            </a:lvl2pPr>
            <a:lvl3pPr algn="ctr">
              <a:buNone/>
              <a:defRPr sz="975" b="1" i="0">
                <a:solidFill>
                  <a:srgbClr val="A7DCD8"/>
                </a:solidFill>
                <a:latin typeface="Calibri"/>
                <a:ea typeface="Calibri"/>
                <a:cs typeface="Calibri"/>
              </a:defRPr>
            </a:lvl3pPr>
            <a:lvl4pPr algn="ctr">
              <a:buNone/>
              <a:defRPr sz="975" b="1" i="0">
                <a:solidFill>
                  <a:srgbClr val="A7DCD8"/>
                </a:solidFill>
                <a:latin typeface="Calibri"/>
                <a:ea typeface="Calibri"/>
                <a:cs typeface="Calibri"/>
              </a:defRPr>
            </a:lvl4pPr>
            <a:lvl5pPr algn="ctr">
              <a:buNone/>
              <a:defRPr sz="975" b="1" i="0">
                <a:solidFill>
                  <a:srgbClr val="A7DCD8"/>
                </a:solidFill>
                <a:latin typeface="Calibri"/>
                <a:ea typeface="Calibri"/>
                <a:cs typeface="Calibri"/>
              </a:defRPr>
            </a:lvl5pPr>
            <a:lvl6pPr algn="ctr">
              <a:buNone/>
              <a:defRPr sz="975" b="1" i="0">
                <a:solidFill>
                  <a:srgbClr val="A7DCD8"/>
                </a:solidFill>
                <a:latin typeface="Calibri"/>
                <a:ea typeface="Calibri"/>
                <a:cs typeface="Calibri"/>
              </a:defRPr>
            </a:lvl6pPr>
            <a:lvl7pPr algn="ctr">
              <a:buNone/>
              <a:defRPr sz="975" b="1" i="0">
                <a:solidFill>
                  <a:srgbClr val="A7DCD8"/>
                </a:solidFill>
                <a:latin typeface="Calibri"/>
                <a:ea typeface="Calibri"/>
                <a:cs typeface="Calibri"/>
              </a:defRPr>
            </a:lvl7pPr>
            <a:lvl8pPr algn="ctr">
              <a:buNone/>
              <a:defRPr sz="975" b="1" i="0">
                <a:solidFill>
                  <a:srgbClr val="A7DCD8"/>
                </a:solidFill>
                <a:latin typeface="Calibri"/>
                <a:ea typeface="Calibri"/>
                <a:cs typeface="Calibri"/>
              </a:defRPr>
            </a:lvl8pPr>
            <a:lvl9pPr algn="ctr">
              <a:buNone/>
              <a:defRPr sz="975" b="1" i="0">
                <a:solidFill>
                  <a:srgbClr val="A7DCD8"/>
                </a:solidFill>
                <a:latin typeface="Calibri"/>
                <a:ea typeface="Calibri"/>
                <a:cs typeface="Calibri"/>
              </a:defRPr>
            </a:lvl9pPr>
          </a:lstStyle>
          <a:p xmlns:a="http://schemas.openxmlformats.org/drawingml/2006/main">
            <a:pPr algn="ctr">
              <a:lnSpc>
                <a:spcPct val="108000"/>
              </a:lnSpc>
              <a:buNone/>
              <a:defRPr sz="975" b="1" i="0">
                <a:solidFill>
                  <a:srgbClr val="A7DCD8"/>
                </a:solidFill>
                <a:latin typeface="Calibri"/>
                <a:ea typeface="Calibri"/>
                <a:cs typeface="Calibri"/>
              </a:defRPr>
            </a:pPr>
            <a:r>
              <a:rPr sz="975" b="1" i="0">
                <a:solidFill>
                  <a:srgbClr val="A7DCD8"/>
                </a:solidFill>
                <a:latin typeface="Calibri"/>
                <a:ea typeface="Calibri"/>
                <a:cs typeface="Calibri"/>
              </a:rPr>
              <a:t>TEAM LEADER</a:t>
            </a:r>
          </a:p>
        </p:txBody>
      </p:sp>
      <p:sp>
        <p:nvSpPr>
          <p:cNvPr id="9" name="">
            <a:extLst xmlns:a="http://schemas.openxmlformats.org/drawingml/2006/main">
              <a:ext uri="{FF2B5EF4-FFF2-40B4-BE49-F238E27FC236}">
                <a16:creationId xmlns:a16="http://schemas.microsoft.com/office/drawing/2014/main" id="{B2DFFE74-8B48-4FC1-8411-4596A4E30B63}"/>
              </a:ext>
            </a:extLst>
          </p:cNvPr>
          <p:cNvSpPr>
            <a:spLocks xmlns:a="http://schemas.openxmlformats.org/drawingml/2006/main" noGrp="1"/>
          </p:cNvSpPr>
          <p:nvPr/>
        </p:nvSpPr>
        <p:spPr>
          <a:xfrm xmlns:a="http://schemas.openxmlformats.org/drawingml/2006/main">
            <a:off x="2200275" y="2019300"/>
            <a:ext cx="30765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025" b="1" i="0">
                <a:solidFill>
                  <a:srgbClr val="FFFFFF"/>
                </a:solidFill>
                <a:latin typeface="Calibri Light"/>
                <a:ea typeface="Calibri Light"/>
                <a:cs typeface="Calibri Light"/>
              </a:defRPr>
            </a:defPPr>
            <a:lvl1pPr algn="ctr">
              <a:buNone/>
              <a:defRPr sz="2025" b="1" i="0">
                <a:solidFill>
                  <a:srgbClr val="FFFFFF"/>
                </a:solidFill>
                <a:latin typeface="Calibri Light"/>
                <a:ea typeface="Calibri Light"/>
                <a:cs typeface="Calibri Light"/>
              </a:defRPr>
            </a:lvl1pPr>
            <a:lvl2pPr algn="ctr">
              <a:buNone/>
              <a:defRPr sz="2025" b="1" i="0">
                <a:solidFill>
                  <a:srgbClr val="FFFFFF"/>
                </a:solidFill>
                <a:latin typeface="Calibri Light"/>
                <a:ea typeface="Calibri Light"/>
                <a:cs typeface="Calibri Light"/>
              </a:defRPr>
            </a:lvl2pPr>
            <a:lvl3pPr algn="ctr">
              <a:buNone/>
              <a:defRPr sz="2025" b="1" i="0">
                <a:solidFill>
                  <a:srgbClr val="FFFFFF"/>
                </a:solidFill>
                <a:latin typeface="Calibri Light"/>
                <a:ea typeface="Calibri Light"/>
                <a:cs typeface="Calibri Light"/>
              </a:defRPr>
            </a:lvl3pPr>
            <a:lvl4pPr algn="ctr">
              <a:buNone/>
              <a:defRPr sz="2025" b="1" i="0">
                <a:solidFill>
                  <a:srgbClr val="FFFFFF"/>
                </a:solidFill>
                <a:latin typeface="Calibri Light"/>
                <a:ea typeface="Calibri Light"/>
                <a:cs typeface="Calibri Light"/>
              </a:defRPr>
            </a:lvl4pPr>
            <a:lvl5pPr algn="ctr">
              <a:buNone/>
              <a:defRPr sz="2025" b="1" i="0">
                <a:solidFill>
                  <a:srgbClr val="FFFFFF"/>
                </a:solidFill>
                <a:latin typeface="Calibri Light"/>
                <a:ea typeface="Calibri Light"/>
                <a:cs typeface="Calibri Light"/>
              </a:defRPr>
            </a:lvl5pPr>
            <a:lvl6pPr algn="ctr">
              <a:buNone/>
              <a:defRPr sz="2025" b="1" i="0">
                <a:solidFill>
                  <a:srgbClr val="FFFFFF"/>
                </a:solidFill>
                <a:latin typeface="Calibri Light"/>
                <a:ea typeface="Calibri Light"/>
                <a:cs typeface="Calibri Light"/>
              </a:defRPr>
            </a:lvl6pPr>
            <a:lvl7pPr algn="ctr">
              <a:buNone/>
              <a:defRPr sz="2025" b="1" i="0">
                <a:solidFill>
                  <a:srgbClr val="FFFFFF"/>
                </a:solidFill>
                <a:latin typeface="Calibri Light"/>
                <a:ea typeface="Calibri Light"/>
                <a:cs typeface="Calibri Light"/>
              </a:defRPr>
            </a:lvl7pPr>
            <a:lvl8pPr algn="ctr">
              <a:buNone/>
              <a:defRPr sz="2025" b="1" i="0">
                <a:solidFill>
                  <a:srgbClr val="FFFFFF"/>
                </a:solidFill>
                <a:latin typeface="Calibri Light"/>
                <a:ea typeface="Calibri Light"/>
                <a:cs typeface="Calibri Light"/>
              </a:defRPr>
            </a:lvl8pPr>
            <a:lvl9pPr algn="ctr">
              <a:buNone/>
              <a:defRPr sz="2025" b="1" i="0">
                <a:solidFill>
                  <a:srgbClr val="FFFFFF"/>
                </a:solidFill>
                <a:latin typeface="Calibri Light"/>
                <a:ea typeface="Calibri Light"/>
                <a:cs typeface="Calibri Light"/>
              </a:defRPr>
            </a:lvl9pPr>
          </a:lstStyle>
          <a:p xmlns:a="http://schemas.openxmlformats.org/drawingml/2006/main">
            <a:pPr algn="ctr">
              <a:lnSpc>
                <a:spcPct val="108000"/>
              </a:lnSpc>
              <a:buNone/>
              <a:defRPr sz="2025" b="1" i="0">
                <a:solidFill>
                  <a:srgbClr val="FFFFFF"/>
                </a:solidFill>
                <a:latin typeface="Calibri Light"/>
                <a:ea typeface="Calibri Light"/>
                <a:cs typeface="Calibri Light"/>
              </a:defRPr>
            </a:pPr>
            <a:r>
              <a:rPr sz="2025" b="1" i="0">
                <a:solidFill>
                  <a:srgbClr val="FFFFFF"/>
                </a:solidFill>
                <a:latin typeface="Calibri Light"/>
                <a:ea typeface="Calibri Light"/>
                <a:cs typeface="Calibri Light"/>
              </a:rPr>
              <a:t>Manthan Sanap</a:t>
            </a:r>
          </a:p>
        </p:txBody>
      </p:sp>
      <p:sp>
        <p:nvSpPr>
          <p:cNvPr id="10" name="">
            <a:extLst xmlns:a="http://schemas.openxmlformats.org/drawingml/2006/main">
              <a:ext uri="{FF2B5EF4-FFF2-40B4-BE49-F238E27FC236}">
                <a16:creationId xmlns:a16="http://schemas.microsoft.com/office/drawing/2014/main" id="{84878F95-EEA3-4E31-9F91-9AA0ECF056A4}"/>
              </a:ext>
            </a:extLst>
          </p:cNvPr>
          <p:cNvSpPr>
            <a:spLocks xmlns:a="http://schemas.openxmlformats.org/drawingml/2006/main" noGrp="1"/>
          </p:cNvSpPr>
          <p:nvPr/>
        </p:nvSpPr>
        <p:spPr>
          <a:xfrm xmlns:a="http://schemas.openxmlformats.org/drawingml/2006/main">
            <a:off x="704850" y="3057525"/>
            <a:ext cx="1724025" cy="933450"/>
          </a:xfrm>
          <a:prstGeom xmlns:a="http://schemas.openxmlformats.org/drawingml/2006/main" prst="roundRect">
            <a:avLst>
              <a:gd name="adj" fmla="val 8163"/>
            </a:avLst>
          </a:prstGeom>
          <a:solidFill xmlns:a="http://schemas.openxmlformats.org/drawingml/2006/main">
            <a:srgbClr val="FFFFFF"/>
          </a:solidFill>
          <a:ln xmlns:a="http://schemas.openxmlformats.org/drawingml/2006/main" w="12383">
            <a:solidFill>
              <a:srgbClr val="BED8D6"/>
            </a:solidFill>
            <a:prstDash val="solid"/>
          </a:ln>
        </p:spPr>
      </p:sp>
      <p:sp>
        <p:nvSpPr>
          <p:cNvPr id="11" name="">
            <a:extLst xmlns:a="http://schemas.openxmlformats.org/drawingml/2006/main">
              <a:ext uri="{FF2B5EF4-FFF2-40B4-BE49-F238E27FC236}">
                <a16:creationId xmlns:a16="http://schemas.microsoft.com/office/drawing/2014/main" id="{1BD12B1E-6EEC-486D-A073-88E2F39F5DD8}"/>
              </a:ext>
            </a:extLst>
          </p:cNvPr>
          <p:cNvSpPr>
            <a:spLocks xmlns:a="http://schemas.openxmlformats.org/drawingml/2006/main" noGrp="1"/>
          </p:cNvSpPr>
          <p:nvPr/>
        </p:nvSpPr>
        <p:spPr>
          <a:xfrm xmlns:a="http://schemas.openxmlformats.org/drawingml/2006/main">
            <a:off x="828675" y="3200400"/>
            <a:ext cx="14763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i="0">
                <a:solidFill>
                  <a:srgbClr val="0D6F73"/>
                </a:solidFill>
                <a:latin typeface="Calibri"/>
                <a:ea typeface="Calibri"/>
                <a:cs typeface="Calibri"/>
              </a:defRPr>
            </a:defPPr>
            <a:lvl1pPr algn="ctr">
              <a:buNone/>
              <a:defRPr sz="900" b="1" i="0">
                <a:solidFill>
                  <a:srgbClr val="0D6F73"/>
                </a:solidFill>
                <a:latin typeface="Calibri"/>
                <a:ea typeface="Calibri"/>
                <a:cs typeface="Calibri"/>
              </a:defRPr>
            </a:lvl1pPr>
            <a:lvl2pPr algn="ctr">
              <a:buNone/>
              <a:defRPr sz="900" b="1" i="0">
                <a:solidFill>
                  <a:srgbClr val="0D6F73"/>
                </a:solidFill>
                <a:latin typeface="Calibri"/>
                <a:ea typeface="Calibri"/>
                <a:cs typeface="Calibri"/>
              </a:defRPr>
            </a:lvl2pPr>
            <a:lvl3pPr algn="ctr">
              <a:buNone/>
              <a:defRPr sz="900" b="1" i="0">
                <a:solidFill>
                  <a:srgbClr val="0D6F73"/>
                </a:solidFill>
                <a:latin typeface="Calibri"/>
                <a:ea typeface="Calibri"/>
                <a:cs typeface="Calibri"/>
              </a:defRPr>
            </a:lvl3pPr>
            <a:lvl4pPr algn="ctr">
              <a:buNone/>
              <a:defRPr sz="900" b="1" i="0">
                <a:solidFill>
                  <a:srgbClr val="0D6F73"/>
                </a:solidFill>
                <a:latin typeface="Calibri"/>
                <a:ea typeface="Calibri"/>
                <a:cs typeface="Calibri"/>
              </a:defRPr>
            </a:lvl4pPr>
            <a:lvl5pPr algn="ctr">
              <a:buNone/>
              <a:defRPr sz="900" b="1" i="0">
                <a:solidFill>
                  <a:srgbClr val="0D6F73"/>
                </a:solidFill>
                <a:latin typeface="Calibri"/>
                <a:ea typeface="Calibri"/>
                <a:cs typeface="Calibri"/>
              </a:defRPr>
            </a:lvl5pPr>
            <a:lvl6pPr algn="ctr">
              <a:buNone/>
              <a:defRPr sz="900" b="1" i="0">
                <a:solidFill>
                  <a:srgbClr val="0D6F73"/>
                </a:solidFill>
                <a:latin typeface="Calibri"/>
                <a:ea typeface="Calibri"/>
                <a:cs typeface="Calibri"/>
              </a:defRPr>
            </a:lvl6pPr>
            <a:lvl7pPr algn="ctr">
              <a:buNone/>
              <a:defRPr sz="900" b="1" i="0">
                <a:solidFill>
                  <a:srgbClr val="0D6F73"/>
                </a:solidFill>
                <a:latin typeface="Calibri"/>
                <a:ea typeface="Calibri"/>
                <a:cs typeface="Calibri"/>
              </a:defRPr>
            </a:lvl7pPr>
            <a:lvl8pPr algn="ctr">
              <a:buNone/>
              <a:defRPr sz="900" b="1" i="0">
                <a:solidFill>
                  <a:srgbClr val="0D6F73"/>
                </a:solidFill>
                <a:latin typeface="Calibri"/>
                <a:ea typeface="Calibri"/>
                <a:cs typeface="Calibri"/>
              </a:defRPr>
            </a:lvl8pPr>
            <a:lvl9pPr algn="ctr">
              <a:buNone/>
              <a:defRPr sz="900" b="1" i="0">
                <a:solidFill>
                  <a:srgbClr val="0D6F73"/>
                </a:solidFill>
                <a:latin typeface="Calibri"/>
                <a:ea typeface="Calibri"/>
                <a:cs typeface="Calibri"/>
              </a:defRPr>
            </a:lvl9pPr>
          </a:lstStyle>
          <a:p xmlns:a="http://schemas.openxmlformats.org/drawingml/2006/main">
            <a:pPr algn="ctr">
              <a:lnSpc>
                <a:spcPct val="108000"/>
              </a:lnSpc>
              <a:buNone/>
              <a:defRPr sz="900" b="1" i="0">
                <a:solidFill>
                  <a:srgbClr val="0D6F73"/>
                </a:solidFill>
                <a:latin typeface="Calibri"/>
                <a:ea typeface="Calibri"/>
                <a:cs typeface="Calibri"/>
              </a:defRPr>
            </a:pPr>
            <a:r>
              <a:rPr sz="900" b="1" i="0">
                <a:solidFill>
                  <a:srgbClr val="0D6F73"/>
                </a:solidFill>
                <a:latin typeface="Calibri"/>
                <a:ea typeface="Calibri"/>
                <a:cs typeface="Calibri"/>
              </a:rPr>
              <a:t>TEAM MEMBER</a:t>
            </a:r>
          </a:p>
        </p:txBody>
      </p:sp>
      <p:sp>
        <p:nvSpPr>
          <p:cNvPr id="12" name="">
            <a:extLst xmlns:a="http://schemas.openxmlformats.org/drawingml/2006/main">
              <a:ext uri="{FF2B5EF4-FFF2-40B4-BE49-F238E27FC236}">
                <a16:creationId xmlns:a16="http://schemas.microsoft.com/office/drawing/2014/main" id="{1E993C09-3BF3-48E3-8C7B-C03F71EE50E1}"/>
              </a:ext>
            </a:extLst>
          </p:cNvPr>
          <p:cNvSpPr>
            <a:spLocks xmlns:a="http://schemas.openxmlformats.org/drawingml/2006/main" noGrp="1"/>
          </p:cNvSpPr>
          <p:nvPr/>
        </p:nvSpPr>
        <p:spPr>
          <a:xfrm xmlns:a="http://schemas.openxmlformats.org/drawingml/2006/main">
            <a:off x="828675" y="3467100"/>
            <a:ext cx="1476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463" b="1" i="0">
                <a:solidFill>
                  <a:srgbClr val="123F50"/>
                </a:solidFill>
                <a:latin typeface="Calibri Light"/>
                <a:ea typeface="Calibri Light"/>
                <a:cs typeface="Calibri Light"/>
              </a:defRPr>
            </a:defPPr>
            <a:lvl1pPr algn="ctr">
              <a:buNone/>
              <a:defRPr sz="1463" b="1" i="0">
                <a:solidFill>
                  <a:srgbClr val="123F50"/>
                </a:solidFill>
                <a:latin typeface="Calibri Light"/>
                <a:ea typeface="Calibri Light"/>
                <a:cs typeface="Calibri Light"/>
              </a:defRPr>
            </a:lvl1pPr>
            <a:lvl2pPr algn="ctr">
              <a:buNone/>
              <a:defRPr sz="1463" b="1" i="0">
                <a:solidFill>
                  <a:srgbClr val="123F50"/>
                </a:solidFill>
                <a:latin typeface="Calibri Light"/>
                <a:ea typeface="Calibri Light"/>
                <a:cs typeface="Calibri Light"/>
              </a:defRPr>
            </a:lvl2pPr>
            <a:lvl3pPr algn="ctr">
              <a:buNone/>
              <a:defRPr sz="1463" b="1" i="0">
                <a:solidFill>
                  <a:srgbClr val="123F50"/>
                </a:solidFill>
                <a:latin typeface="Calibri Light"/>
                <a:ea typeface="Calibri Light"/>
                <a:cs typeface="Calibri Light"/>
              </a:defRPr>
            </a:lvl3pPr>
            <a:lvl4pPr algn="ctr">
              <a:buNone/>
              <a:defRPr sz="1463" b="1" i="0">
                <a:solidFill>
                  <a:srgbClr val="123F50"/>
                </a:solidFill>
                <a:latin typeface="Calibri Light"/>
                <a:ea typeface="Calibri Light"/>
                <a:cs typeface="Calibri Light"/>
              </a:defRPr>
            </a:lvl4pPr>
            <a:lvl5pPr algn="ctr">
              <a:buNone/>
              <a:defRPr sz="1463" b="1" i="0">
                <a:solidFill>
                  <a:srgbClr val="123F50"/>
                </a:solidFill>
                <a:latin typeface="Calibri Light"/>
                <a:ea typeface="Calibri Light"/>
                <a:cs typeface="Calibri Light"/>
              </a:defRPr>
            </a:lvl5pPr>
            <a:lvl6pPr algn="ctr">
              <a:buNone/>
              <a:defRPr sz="1463" b="1" i="0">
                <a:solidFill>
                  <a:srgbClr val="123F50"/>
                </a:solidFill>
                <a:latin typeface="Calibri Light"/>
                <a:ea typeface="Calibri Light"/>
                <a:cs typeface="Calibri Light"/>
              </a:defRPr>
            </a:lvl6pPr>
            <a:lvl7pPr algn="ctr">
              <a:buNone/>
              <a:defRPr sz="1463" b="1" i="0">
                <a:solidFill>
                  <a:srgbClr val="123F50"/>
                </a:solidFill>
                <a:latin typeface="Calibri Light"/>
                <a:ea typeface="Calibri Light"/>
                <a:cs typeface="Calibri Light"/>
              </a:defRPr>
            </a:lvl7pPr>
            <a:lvl8pPr algn="ctr">
              <a:buNone/>
              <a:defRPr sz="1463" b="1" i="0">
                <a:solidFill>
                  <a:srgbClr val="123F50"/>
                </a:solidFill>
                <a:latin typeface="Calibri Light"/>
                <a:ea typeface="Calibri Light"/>
                <a:cs typeface="Calibri Light"/>
              </a:defRPr>
            </a:lvl8pPr>
            <a:lvl9pPr algn="ctr">
              <a:buNone/>
              <a:defRPr sz="1463" b="1" i="0">
                <a:solidFill>
                  <a:srgbClr val="123F50"/>
                </a:solidFill>
                <a:latin typeface="Calibri Light"/>
                <a:ea typeface="Calibri Light"/>
                <a:cs typeface="Calibri Light"/>
              </a:defRPr>
            </a:lvl9pPr>
          </a:lstStyle>
          <a:p xmlns:a="http://schemas.openxmlformats.org/drawingml/2006/main">
            <a:pPr algn="ctr">
              <a:lnSpc>
                <a:spcPct val="108000"/>
              </a:lnSpc>
              <a:buNone/>
              <a:defRPr sz="1463" b="1" i="0">
                <a:solidFill>
                  <a:srgbClr val="123F50"/>
                </a:solidFill>
                <a:latin typeface="Calibri Light"/>
                <a:ea typeface="Calibri Light"/>
                <a:cs typeface="Calibri Light"/>
              </a:defRPr>
            </a:pPr>
            <a:r>
              <a:rPr sz="1463" b="1" i="0">
                <a:solidFill>
                  <a:srgbClr val="123F50"/>
                </a:solidFill>
                <a:latin typeface="Calibri Light"/>
                <a:ea typeface="Calibri Light"/>
                <a:cs typeface="Calibri Light"/>
              </a:rPr>
              <a:t>Jay Mapari</a:t>
            </a:r>
          </a:p>
        </p:txBody>
      </p:sp>
      <p:sp>
        <p:nvSpPr>
          <p:cNvPr id="13" name="">
            <a:extLst xmlns:a="http://schemas.openxmlformats.org/drawingml/2006/main">
              <a:ext uri="{FF2B5EF4-FFF2-40B4-BE49-F238E27FC236}">
                <a16:creationId xmlns:a16="http://schemas.microsoft.com/office/drawing/2014/main" id="{D8387883-BCBB-461E-8A30-60B90CBF29AF}"/>
              </a:ext>
            </a:extLst>
          </p:cNvPr>
          <p:cNvSpPr>
            <a:spLocks xmlns:a="http://schemas.openxmlformats.org/drawingml/2006/main" noGrp="1"/>
          </p:cNvSpPr>
          <p:nvPr/>
        </p:nvSpPr>
        <p:spPr>
          <a:xfrm xmlns:a="http://schemas.openxmlformats.org/drawingml/2006/main">
            <a:off x="2876550" y="3057525"/>
            <a:ext cx="1724025" cy="933450"/>
          </a:xfrm>
          <a:prstGeom xmlns:a="http://schemas.openxmlformats.org/drawingml/2006/main" prst="roundRect">
            <a:avLst>
              <a:gd name="adj" fmla="val 8163"/>
            </a:avLst>
          </a:prstGeom>
          <a:solidFill xmlns:a="http://schemas.openxmlformats.org/drawingml/2006/main">
            <a:srgbClr val="FFFFFF"/>
          </a:solidFill>
          <a:ln xmlns:a="http://schemas.openxmlformats.org/drawingml/2006/main" w="12383">
            <a:solidFill>
              <a:srgbClr val="BED8D6"/>
            </a:solidFill>
            <a:prstDash val="solid"/>
          </a:ln>
        </p:spPr>
      </p:sp>
      <p:sp>
        <p:nvSpPr>
          <p:cNvPr id="14" name="">
            <a:extLst xmlns:a="http://schemas.openxmlformats.org/drawingml/2006/main">
              <a:ext uri="{FF2B5EF4-FFF2-40B4-BE49-F238E27FC236}">
                <a16:creationId xmlns:a16="http://schemas.microsoft.com/office/drawing/2014/main" id="{7A997148-6FBE-48BA-A66A-742E3FC83453}"/>
              </a:ext>
            </a:extLst>
          </p:cNvPr>
          <p:cNvSpPr>
            <a:spLocks xmlns:a="http://schemas.openxmlformats.org/drawingml/2006/main" noGrp="1"/>
          </p:cNvSpPr>
          <p:nvPr/>
        </p:nvSpPr>
        <p:spPr>
          <a:xfrm xmlns:a="http://schemas.openxmlformats.org/drawingml/2006/main">
            <a:off x="3000375" y="3200400"/>
            <a:ext cx="14763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i="0">
                <a:solidFill>
                  <a:srgbClr val="0D6F73"/>
                </a:solidFill>
                <a:latin typeface="Calibri"/>
                <a:ea typeface="Calibri"/>
                <a:cs typeface="Calibri"/>
              </a:defRPr>
            </a:defPPr>
            <a:lvl1pPr algn="ctr">
              <a:buNone/>
              <a:defRPr sz="900" b="1" i="0">
                <a:solidFill>
                  <a:srgbClr val="0D6F73"/>
                </a:solidFill>
                <a:latin typeface="Calibri"/>
                <a:ea typeface="Calibri"/>
                <a:cs typeface="Calibri"/>
              </a:defRPr>
            </a:lvl1pPr>
            <a:lvl2pPr algn="ctr">
              <a:buNone/>
              <a:defRPr sz="900" b="1" i="0">
                <a:solidFill>
                  <a:srgbClr val="0D6F73"/>
                </a:solidFill>
                <a:latin typeface="Calibri"/>
                <a:ea typeface="Calibri"/>
                <a:cs typeface="Calibri"/>
              </a:defRPr>
            </a:lvl2pPr>
            <a:lvl3pPr algn="ctr">
              <a:buNone/>
              <a:defRPr sz="900" b="1" i="0">
                <a:solidFill>
                  <a:srgbClr val="0D6F73"/>
                </a:solidFill>
                <a:latin typeface="Calibri"/>
                <a:ea typeface="Calibri"/>
                <a:cs typeface="Calibri"/>
              </a:defRPr>
            </a:lvl3pPr>
            <a:lvl4pPr algn="ctr">
              <a:buNone/>
              <a:defRPr sz="900" b="1" i="0">
                <a:solidFill>
                  <a:srgbClr val="0D6F73"/>
                </a:solidFill>
                <a:latin typeface="Calibri"/>
                <a:ea typeface="Calibri"/>
                <a:cs typeface="Calibri"/>
              </a:defRPr>
            </a:lvl4pPr>
            <a:lvl5pPr algn="ctr">
              <a:buNone/>
              <a:defRPr sz="900" b="1" i="0">
                <a:solidFill>
                  <a:srgbClr val="0D6F73"/>
                </a:solidFill>
                <a:latin typeface="Calibri"/>
                <a:ea typeface="Calibri"/>
                <a:cs typeface="Calibri"/>
              </a:defRPr>
            </a:lvl5pPr>
            <a:lvl6pPr algn="ctr">
              <a:buNone/>
              <a:defRPr sz="900" b="1" i="0">
                <a:solidFill>
                  <a:srgbClr val="0D6F73"/>
                </a:solidFill>
                <a:latin typeface="Calibri"/>
                <a:ea typeface="Calibri"/>
                <a:cs typeface="Calibri"/>
              </a:defRPr>
            </a:lvl6pPr>
            <a:lvl7pPr algn="ctr">
              <a:buNone/>
              <a:defRPr sz="900" b="1" i="0">
                <a:solidFill>
                  <a:srgbClr val="0D6F73"/>
                </a:solidFill>
                <a:latin typeface="Calibri"/>
                <a:ea typeface="Calibri"/>
                <a:cs typeface="Calibri"/>
              </a:defRPr>
            </a:lvl7pPr>
            <a:lvl8pPr algn="ctr">
              <a:buNone/>
              <a:defRPr sz="900" b="1" i="0">
                <a:solidFill>
                  <a:srgbClr val="0D6F73"/>
                </a:solidFill>
                <a:latin typeface="Calibri"/>
                <a:ea typeface="Calibri"/>
                <a:cs typeface="Calibri"/>
              </a:defRPr>
            </a:lvl8pPr>
            <a:lvl9pPr algn="ctr">
              <a:buNone/>
              <a:defRPr sz="900" b="1" i="0">
                <a:solidFill>
                  <a:srgbClr val="0D6F73"/>
                </a:solidFill>
                <a:latin typeface="Calibri"/>
                <a:ea typeface="Calibri"/>
                <a:cs typeface="Calibri"/>
              </a:defRPr>
            </a:lvl9pPr>
          </a:lstStyle>
          <a:p xmlns:a="http://schemas.openxmlformats.org/drawingml/2006/main">
            <a:pPr algn="ctr">
              <a:lnSpc>
                <a:spcPct val="108000"/>
              </a:lnSpc>
              <a:buNone/>
              <a:defRPr sz="900" b="1" i="0">
                <a:solidFill>
                  <a:srgbClr val="0D6F73"/>
                </a:solidFill>
                <a:latin typeface="Calibri"/>
                <a:ea typeface="Calibri"/>
                <a:cs typeface="Calibri"/>
              </a:defRPr>
            </a:pPr>
            <a:r>
              <a:rPr sz="900" b="1" i="0">
                <a:solidFill>
                  <a:srgbClr val="0D6F73"/>
                </a:solidFill>
                <a:latin typeface="Calibri"/>
                <a:ea typeface="Calibri"/>
                <a:cs typeface="Calibri"/>
              </a:rPr>
              <a:t>TEAM MEMBER</a:t>
            </a:r>
          </a:p>
        </p:txBody>
      </p:sp>
      <p:sp>
        <p:nvSpPr>
          <p:cNvPr id="15" name="">
            <a:extLst xmlns:a="http://schemas.openxmlformats.org/drawingml/2006/main">
              <a:ext uri="{FF2B5EF4-FFF2-40B4-BE49-F238E27FC236}">
                <a16:creationId xmlns:a16="http://schemas.microsoft.com/office/drawing/2014/main" id="{F2B5EF15-0609-4A82-9EC0-5A95041285BC}"/>
              </a:ext>
            </a:extLst>
          </p:cNvPr>
          <p:cNvSpPr>
            <a:spLocks xmlns:a="http://schemas.openxmlformats.org/drawingml/2006/main" noGrp="1"/>
          </p:cNvSpPr>
          <p:nvPr/>
        </p:nvSpPr>
        <p:spPr>
          <a:xfrm xmlns:a="http://schemas.openxmlformats.org/drawingml/2006/main">
            <a:off x="3000375" y="3467100"/>
            <a:ext cx="1476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463" b="1" i="0">
                <a:solidFill>
                  <a:srgbClr val="123F50"/>
                </a:solidFill>
                <a:latin typeface="Calibri Light"/>
                <a:ea typeface="Calibri Light"/>
                <a:cs typeface="Calibri Light"/>
              </a:defRPr>
            </a:defPPr>
            <a:lvl1pPr algn="ctr">
              <a:buNone/>
              <a:defRPr sz="1463" b="1" i="0">
                <a:solidFill>
                  <a:srgbClr val="123F50"/>
                </a:solidFill>
                <a:latin typeface="Calibri Light"/>
                <a:ea typeface="Calibri Light"/>
                <a:cs typeface="Calibri Light"/>
              </a:defRPr>
            </a:lvl1pPr>
            <a:lvl2pPr algn="ctr">
              <a:buNone/>
              <a:defRPr sz="1463" b="1" i="0">
                <a:solidFill>
                  <a:srgbClr val="123F50"/>
                </a:solidFill>
                <a:latin typeface="Calibri Light"/>
                <a:ea typeface="Calibri Light"/>
                <a:cs typeface="Calibri Light"/>
              </a:defRPr>
            </a:lvl2pPr>
            <a:lvl3pPr algn="ctr">
              <a:buNone/>
              <a:defRPr sz="1463" b="1" i="0">
                <a:solidFill>
                  <a:srgbClr val="123F50"/>
                </a:solidFill>
                <a:latin typeface="Calibri Light"/>
                <a:ea typeface="Calibri Light"/>
                <a:cs typeface="Calibri Light"/>
              </a:defRPr>
            </a:lvl3pPr>
            <a:lvl4pPr algn="ctr">
              <a:buNone/>
              <a:defRPr sz="1463" b="1" i="0">
                <a:solidFill>
                  <a:srgbClr val="123F50"/>
                </a:solidFill>
                <a:latin typeface="Calibri Light"/>
                <a:ea typeface="Calibri Light"/>
                <a:cs typeface="Calibri Light"/>
              </a:defRPr>
            </a:lvl4pPr>
            <a:lvl5pPr algn="ctr">
              <a:buNone/>
              <a:defRPr sz="1463" b="1" i="0">
                <a:solidFill>
                  <a:srgbClr val="123F50"/>
                </a:solidFill>
                <a:latin typeface="Calibri Light"/>
                <a:ea typeface="Calibri Light"/>
                <a:cs typeface="Calibri Light"/>
              </a:defRPr>
            </a:lvl5pPr>
            <a:lvl6pPr algn="ctr">
              <a:buNone/>
              <a:defRPr sz="1463" b="1" i="0">
                <a:solidFill>
                  <a:srgbClr val="123F50"/>
                </a:solidFill>
                <a:latin typeface="Calibri Light"/>
                <a:ea typeface="Calibri Light"/>
                <a:cs typeface="Calibri Light"/>
              </a:defRPr>
            </a:lvl6pPr>
            <a:lvl7pPr algn="ctr">
              <a:buNone/>
              <a:defRPr sz="1463" b="1" i="0">
                <a:solidFill>
                  <a:srgbClr val="123F50"/>
                </a:solidFill>
                <a:latin typeface="Calibri Light"/>
                <a:ea typeface="Calibri Light"/>
                <a:cs typeface="Calibri Light"/>
              </a:defRPr>
            </a:lvl7pPr>
            <a:lvl8pPr algn="ctr">
              <a:buNone/>
              <a:defRPr sz="1463" b="1" i="0">
                <a:solidFill>
                  <a:srgbClr val="123F50"/>
                </a:solidFill>
                <a:latin typeface="Calibri Light"/>
                <a:ea typeface="Calibri Light"/>
                <a:cs typeface="Calibri Light"/>
              </a:defRPr>
            </a:lvl8pPr>
            <a:lvl9pPr algn="ctr">
              <a:buNone/>
              <a:defRPr sz="1463" b="1" i="0">
                <a:solidFill>
                  <a:srgbClr val="123F50"/>
                </a:solidFill>
                <a:latin typeface="Calibri Light"/>
                <a:ea typeface="Calibri Light"/>
                <a:cs typeface="Calibri Light"/>
              </a:defRPr>
            </a:lvl9pPr>
          </a:lstStyle>
          <a:p xmlns:a="http://schemas.openxmlformats.org/drawingml/2006/main">
            <a:pPr algn="ctr">
              <a:lnSpc>
                <a:spcPct val="108000"/>
              </a:lnSpc>
              <a:buNone/>
              <a:defRPr sz="1463" b="1" i="0">
                <a:solidFill>
                  <a:srgbClr val="123F50"/>
                </a:solidFill>
                <a:latin typeface="Calibri Light"/>
                <a:ea typeface="Calibri Light"/>
                <a:cs typeface="Calibri Light"/>
              </a:defRPr>
            </a:pPr>
            <a:r>
              <a:rPr sz="1463" b="1" i="0">
                <a:solidFill>
                  <a:srgbClr val="123F50"/>
                </a:solidFill>
                <a:latin typeface="Calibri Light"/>
                <a:ea typeface="Calibri Light"/>
                <a:cs typeface="Calibri Light"/>
              </a:rPr>
              <a:t>Aditya Kharade</a:t>
            </a:r>
          </a:p>
        </p:txBody>
      </p:sp>
      <p:sp>
        <p:nvSpPr>
          <p:cNvPr id="16" name="">
            <a:extLst xmlns:a="http://schemas.openxmlformats.org/drawingml/2006/main">
              <a:ext uri="{FF2B5EF4-FFF2-40B4-BE49-F238E27FC236}">
                <a16:creationId xmlns:a16="http://schemas.microsoft.com/office/drawing/2014/main" id="{42517617-6214-4AD3-8960-5C686CC64662}"/>
              </a:ext>
            </a:extLst>
          </p:cNvPr>
          <p:cNvSpPr>
            <a:spLocks xmlns:a="http://schemas.openxmlformats.org/drawingml/2006/main" noGrp="1"/>
          </p:cNvSpPr>
          <p:nvPr/>
        </p:nvSpPr>
        <p:spPr>
          <a:xfrm xmlns:a="http://schemas.openxmlformats.org/drawingml/2006/main">
            <a:off x="5048250" y="3057525"/>
            <a:ext cx="1724025" cy="933450"/>
          </a:xfrm>
          <a:prstGeom xmlns:a="http://schemas.openxmlformats.org/drawingml/2006/main" prst="roundRect">
            <a:avLst>
              <a:gd name="adj" fmla="val 8163"/>
            </a:avLst>
          </a:prstGeom>
          <a:solidFill xmlns:a="http://schemas.openxmlformats.org/drawingml/2006/main">
            <a:srgbClr val="FFFFFF"/>
          </a:solidFill>
          <a:ln xmlns:a="http://schemas.openxmlformats.org/drawingml/2006/main" w="12383">
            <a:solidFill>
              <a:srgbClr val="BED8D6"/>
            </a:solidFill>
            <a:prstDash val="solid"/>
          </a:ln>
        </p:spPr>
      </p:sp>
      <p:sp>
        <p:nvSpPr>
          <p:cNvPr id="17" name="">
            <a:extLst xmlns:a="http://schemas.openxmlformats.org/drawingml/2006/main">
              <a:ext uri="{FF2B5EF4-FFF2-40B4-BE49-F238E27FC236}">
                <a16:creationId xmlns:a16="http://schemas.microsoft.com/office/drawing/2014/main" id="{AE116A0C-BCE5-436C-B7C9-B5815C3E3B6B}"/>
              </a:ext>
            </a:extLst>
          </p:cNvPr>
          <p:cNvSpPr>
            <a:spLocks xmlns:a="http://schemas.openxmlformats.org/drawingml/2006/main" noGrp="1"/>
          </p:cNvSpPr>
          <p:nvPr/>
        </p:nvSpPr>
        <p:spPr>
          <a:xfrm xmlns:a="http://schemas.openxmlformats.org/drawingml/2006/main">
            <a:off x="5172075" y="3200400"/>
            <a:ext cx="14763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i="0">
                <a:solidFill>
                  <a:srgbClr val="0D6F73"/>
                </a:solidFill>
                <a:latin typeface="Calibri"/>
                <a:ea typeface="Calibri"/>
                <a:cs typeface="Calibri"/>
              </a:defRPr>
            </a:defPPr>
            <a:lvl1pPr algn="ctr">
              <a:buNone/>
              <a:defRPr sz="900" b="1" i="0">
                <a:solidFill>
                  <a:srgbClr val="0D6F73"/>
                </a:solidFill>
                <a:latin typeface="Calibri"/>
                <a:ea typeface="Calibri"/>
                <a:cs typeface="Calibri"/>
              </a:defRPr>
            </a:lvl1pPr>
            <a:lvl2pPr algn="ctr">
              <a:buNone/>
              <a:defRPr sz="900" b="1" i="0">
                <a:solidFill>
                  <a:srgbClr val="0D6F73"/>
                </a:solidFill>
                <a:latin typeface="Calibri"/>
                <a:ea typeface="Calibri"/>
                <a:cs typeface="Calibri"/>
              </a:defRPr>
            </a:lvl2pPr>
            <a:lvl3pPr algn="ctr">
              <a:buNone/>
              <a:defRPr sz="900" b="1" i="0">
                <a:solidFill>
                  <a:srgbClr val="0D6F73"/>
                </a:solidFill>
                <a:latin typeface="Calibri"/>
                <a:ea typeface="Calibri"/>
                <a:cs typeface="Calibri"/>
              </a:defRPr>
            </a:lvl3pPr>
            <a:lvl4pPr algn="ctr">
              <a:buNone/>
              <a:defRPr sz="900" b="1" i="0">
                <a:solidFill>
                  <a:srgbClr val="0D6F73"/>
                </a:solidFill>
                <a:latin typeface="Calibri"/>
                <a:ea typeface="Calibri"/>
                <a:cs typeface="Calibri"/>
              </a:defRPr>
            </a:lvl4pPr>
            <a:lvl5pPr algn="ctr">
              <a:buNone/>
              <a:defRPr sz="900" b="1" i="0">
                <a:solidFill>
                  <a:srgbClr val="0D6F73"/>
                </a:solidFill>
                <a:latin typeface="Calibri"/>
                <a:ea typeface="Calibri"/>
                <a:cs typeface="Calibri"/>
              </a:defRPr>
            </a:lvl5pPr>
            <a:lvl6pPr algn="ctr">
              <a:buNone/>
              <a:defRPr sz="900" b="1" i="0">
                <a:solidFill>
                  <a:srgbClr val="0D6F73"/>
                </a:solidFill>
                <a:latin typeface="Calibri"/>
                <a:ea typeface="Calibri"/>
                <a:cs typeface="Calibri"/>
              </a:defRPr>
            </a:lvl6pPr>
            <a:lvl7pPr algn="ctr">
              <a:buNone/>
              <a:defRPr sz="900" b="1" i="0">
                <a:solidFill>
                  <a:srgbClr val="0D6F73"/>
                </a:solidFill>
                <a:latin typeface="Calibri"/>
                <a:ea typeface="Calibri"/>
                <a:cs typeface="Calibri"/>
              </a:defRPr>
            </a:lvl7pPr>
            <a:lvl8pPr algn="ctr">
              <a:buNone/>
              <a:defRPr sz="900" b="1" i="0">
                <a:solidFill>
                  <a:srgbClr val="0D6F73"/>
                </a:solidFill>
                <a:latin typeface="Calibri"/>
                <a:ea typeface="Calibri"/>
                <a:cs typeface="Calibri"/>
              </a:defRPr>
            </a:lvl8pPr>
            <a:lvl9pPr algn="ctr">
              <a:buNone/>
              <a:defRPr sz="900" b="1" i="0">
                <a:solidFill>
                  <a:srgbClr val="0D6F73"/>
                </a:solidFill>
                <a:latin typeface="Calibri"/>
                <a:ea typeface="Calibri"/>
                <a:cs typeface="Calibri"/>
              </a:defRPr>
            </a:lvl9pPr>
          </a:lstStyle>
          <a:p xmlns:a="http://schemas.openxmlformats.org/drawingml/2006/main">
            <a:pPr algn="ctr">
              <a:lnSpc>
                <a:spcPct val="108000"/>
              </a:lnSpc>
              <a:buNone/>
              <a:defRPr sz="900" b="1" i="0">
                <a:solidFill>
                  <a:srgbClr val="0D6F73"/>
                </a:solidFill>
                <a:latin typeface="Calibri"/>
                <a:ea typeface="Calibri"/>
                <a:cs typeface="Calibri"/>
              </a:defRPr>
            </a:pPr>
            <a:r>
              <a:rPr sz="900" b="1" i="0">
                <a:solidFill>
                  <a:srgbClr val="0D6F73"/>
                </a:solidFill>
                <a:latin typeface="Calibri"/>
                <a:ea typeface="Calibri"/>
                <a:cs typeface="Calibri"/>
              </a:rPr>
              <a:t>TEAM MEMBER</a:t>
            </a:r>
          </a:p>
        </p:txBody>
      </p:sp>
      <p:sp>
        <p:nvSpPr>
          <p:cNvPr id="18" name="">
            <a:extLst xmlns:a="http://schemas.openxmlformats.org/drawingml/2006/main">
              <a:ext uri="{FF2B5EF4-FFF2-40B4-BE49-F238E27FC236}">
                <a16:creationId xmlns:a16="http://schemas.microsoft.com/office/drawing/2014/main" id="{9901FE1A-A68E-4645-B1E2-29A5A18551FA}"/>
              </a:ext>
            </a:extLst>
          </p:cNvPr>
          <p:cNvSpPr>
            <a:spLocks xmlns:a="http://schemas.openxmlformats.org/drawingml/2006/main" noGrp="1"/>
          </p:cNvSpPr>
          <p:nvPr/>
        </p:nvSpPr>
        <p:spPr>
          <a:xfrm xmlns:a="http://schemas.openxmlformats.org/drawingml/2006/main">
            <a:off x="5172075" y="3467100"/>
            <a:ext cx="1476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463" b="1" i="0">
                <a:solidFill>
                  <a:srgbClr val="123F50"/>
                </a:solidFill>
                <a:latin typeface="Calibri Light"/>
                <a:ea typeface="Calibri Light"/>
                <a:cs typeface="Calibri Light"/>
              </a:defRPr>
            </a:defPPr>
            <a:lvl1pPr algn="ctr">
              <a:buNone/>
              <a:defRPr sz="1463" b="1" i="0">
                <a:solidFill>
                  <a:srgbClr val="123F50"/>
                </a:solidFill>
                <a:latin typeface="Calibri Light"/>
                <a:ea typeface="Calibri Light"/>
                <a:cs typeface="Calibri Light"/>
              </a:defRPr>
            </a:lvl1pPr>
            <a:lvl2pPr algn="ctr">
              <a:buNone/>
              <a:defRPr sz="1463" b="1" i="0">
                <a:solidFill>
                  <a:srgbClr val="123F50"/>
                </a:solidFill>
                <a:latin typeface="Calibri Light"/>
                <a:ea typeface="Calibri Light"/>
                <a:cs typeface="Calibri Light"/>
              </a:defRPr>
            </a:lvl2pPr>
            <a:lvl3pPr algn="ctr">
              <a:buNone/>
              <a:defRPr sz="1463" b="1" i="0">
                <a:solidFill>
                  <a:srgbClr val="123F50"/>
                </a:solidFill>
                <a:latin typeface="Calibri Light"/>
                <a:ea typeface="Calibri Light"/>
                <a:cs typeface="Calibri Light"/>
              </a:defRPr>
            </a:lvl3pPr>
            <a:lvl4pPr algn="ctr">
              <a:buNone/>
              <a:defRPr sz="1463" b="1" i="0">
                <a:solidFill>
                  <a:srgbClr val="123F50"/>
                </a:solidFill>
                <a:latin typeface="Calibri Light"/>
                <a:ea typeface="Calibri Light"/>
                <a:cs typeface="Calibri Light"/>
              </a:defRPr>
            </a:lvl4pPr>
            <a:lvl5pPr algn="ctr">
              <a:buNone/>
              <a:defRPr sz="1463" b="1" i="0">
                <a:solidFill>
                  <a:srgbClr val="123F50"/>
                </a:solidFill>
                <a:latin typeface="Calibri Light"/>
                <a:ea typeface="Calibri Light"/>
                <a:cs typeface="Calibri Light"/>
              </a:defRPr>
            </a:lvl5pPr>
            <a:lvl6pPr algn="ctr">
              <a:buNone/>
              <a:defRPr sz="1463" b="1" i="0">
                <a:solidFill>
                  <a:srgbClr val="123F50"/>
                </a:solidFill>
                <a:latin typeface="Calibri Light"/>
                <a:ea typeface="Calibri Light"/>
                <a:cs typeface="Calibri Light"/>
              </a:defRPr>
            </a:lvl6pPr>
            <a:lvl7pPr algn="ctr">
              <a:buNone/>
              <a:defRPr sz="1463" b="1" i="0">
                <a:solidFill>
                  <a:srgbClr val="123F50"/>
                </a:solidFill>
                <a:latin typeface="Calibri Light"/>
                <a:ea typeface="Calibri Light"/>
                <a:cs typeface="Calibri Light"/>
              </a:defRPr>
            </a:lvl7pPr>
            <a:lvl8pPr algn="ctr">
              <a:buNone/>
              <a:defRPr sz="1463" b="1" i="0">
                <a:solidFill>
                  <a:srgbClr val="123F50"/>
                </a:solidFill>
                <a:latin typeface="Calibri Light"/>
                <a:ea typeface="Calibri Light"/>
                <a:cs typeface="Calibri Light"/>
              </a:defRPr>
            </a:lvl8pPr>
            <a:lvl9pPr algn="ctr">
              <a:buNone/>
              <a:defRPr sz="1463" b="1" i="0">
                <a:solidFill>
                  <a:srgbClr val="123F50"/>
                </a:solidFill>
                <a:latin typeface="Calibri Light"/>
                <a:ea typeface="Calibri Light"/>
                <a:cs typeface="Calibri Light"/>
              </a:defRPr>
            </a:lvl9pPr>
          </a:lstStyle>
          <a:p xmlns:a="http://schemas.openxmlformats.org/drawingml/2006/main">
            <a:pPr algn="ctr">
              <a:lnSpc>
                <a:spcPct val="108000"/>
              </a:lnSpc>
              <a:buNone/>
              <a:defRPr sz="1463" b="1" i="0">
                <a:solidFill>
                  <a:srgbClr val="123F50"/>
                </a:solidFill>
                <a:latin typeface="Calibri Light"/>
                <a:ea typeface="Calibri Light"/>
                <a:cs typeface="Calibri Light"/>
              </a:defRPr>
            </a:pPr>
            <a:r>
              <a:rPr sz="1463" b="1" i="0">
                <a:solidFill>
                  <a:srgbClr val="123F50"/>
                </a:solidFill>
                <a:latin typeface="Calibri Light"/>
                <a:ea typeface="Calibri Light"/>
                <a:cs typeface="Calibri Light"/>
              </a:rPr>
              <a:t>Aditya Patil</a:t>
            </a:r>
          </a:p>
        </p:txBody>
      </p:sp>
      <p:sp>
        <p:nvSpPr>
          <p:cNvPr id="19" name="">
            <a:extLst xmlns:a="http://schemas.openxmlformats.org/drawingml/2006/main">
              <a:ext uri="{FF2B5EF4-FFF2-40B4-BE49-F238E27FC236}">
                <a16:creationId xmlns:a16="http://schemas.microsoft.com/office/drawing/2014/main" id="{96C88123-1212-4CDD-B890-450CDC8B97D1}"/>
              </a:ext>
            </a:extLst>
          </p:cNvPr>
          <p:cNvSpPr>
            <a:spLocks xmlns:a="http://schemas.openxmlformats.org/drawingml/2006/main" noGrp="1"/>
          </p:cNvSpPr>
          <p:nvPr/>
        </p:nvSpPr>
        <p:spPr>
          <a:xfrm xmlns:a="http://schemas.openxmlformats.org/drawingml/2006/main">
            <a:off x="1247775" y="4419600"/>
            <a:ext cx="49911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0" i="0">
                <a:solidFill>
                  <a:srgbClr val="647781"/>
                </a:solidFill>
                <a:latin typeface="Calibri"/>
                <a:ea typeface="Calibri"/>
                <a:cs typeface="Calibri"/>
              </a:defRPr>
            </a:defPPr>
            <a:lvl1pPr algn="ctr">
              <a:buNone/>
              <a:defRPr sz="1275" b="0" i="0">
                <a:solidFill>
                  <a:srgbClr val="647781"/>
                </a:solidFill>
                <a:latin typeface="Calibri"/>
                <a:ea typeface="Calibri"/>
                <a:cs typeface="Calibri"/>
              </a:defRPr>
            </a:lvl1pPr>
            <a:lvl2pPr algn="ctr">
              <a:buNone/>
              <a:defRPr sz="1275" b="0" i="0">
                <a:solidFill>
                  <a:srgbClr val="647781"/>
                </a:solidFill>
                <a:latin typeface="Calibri"/>
                <a:ea typeface="Calibri"/>
                <a:cs typeface="Calibri"/>
              </a:defRPr>
            </a:lvl2pPr>
            <a:lvl3pPr algn="ctr">
              <a:buNone/>
              <a:defRPr sz="1275" b="0" i="0">
                <a:solidFill>
                  <a:srgbClr val="647781"/>
                </a:solidFill>
                <a:latin typeface="Calibri"/>
                <a:ea typeface="Calibri"/>
                <a:cs typeface="Calibri"/>
              </a:defRPr>
            </a:lvl3pPr>
            <a:lvl4pPr algn="ctr">
              <a:buNone/>
              <a:defRPr sz="1275" b="0" i="0">
                <a:solidFill>
                  <a:srgbClr val="647781"/>
                </a:solidFill>
                <a:latin typeface="Calibri"/>
                <a:ea typeface="Calibri"/>
                <a:cs typeface="Calibri"/>
              </a:defRPr>
            </a:lvl4pPr>
            <a:lvl5pPr algn="ctr">
              <a:buNone/>
              <a:defRPr sz="1275" b="0" i="0">
                <a:solidFill>
                  <a:srgbClr val="647781"/>
                </a:solidFill>
                <a:latin typeface="Calibri"/>
                <a:ea typeface="Calibri"/>
                <a:cs typeface="Calibri"/>
              </a:defRPr>
            </a:lvl5pPr>
            <a:lvl6pPr algn="ctr">
              <a:buNone/>
              <a:defRPr sz="1275" b="0" i="0">
                <a:solidFill>
                  <a:srgbClr val="647781"/>
                </a:solidFill>
                <a:latin typeface="Calibri"/>
                <a:ea typeface="Calibri"/>
                <a:cs typeface="Calibri"/>
              </a:defRPr>
            </a:lvl6pPr>
            <a:lvl7pPr algn="ctr">
              <a:buNone/>
              <a:defRPr sz="1275" b="0" i="0">
                <a:solidFill>
                  <a:srgbClr val="647781"/>
                </a:solidFill>
                <a:latin typeface="Calibri"/>
                <a:ea typeface="Calibri"/>
                <a:cs typeface="Calibri"/>
              </a:defRPr>
            </a:lvl7pPr>
            <a:lvl8pPr algn="ctr">
              <a:buNone/>
              <a:defRPr sz="1275" b="0" i="0">
                <a:solidFill>
                  <a:srgbClr val="647781"/>
                </a:solidFill>
                <a:latin typeface="Calibri"/>
                <a:ea typeface="Calibri"/>
                <a:cs typeface="Calibri"/>
              </a:defRPr>
            </a:lvl8pPr>
            <a:lvl9pPr algn="ctr">
              <a:buNone/>
              <a:defRPr sz="1275" b="0" i="0">
                <a:solidFill>
                  <a:srgbClr val="647781"/>
                </a:solidFill>
                <a:latin typeface="Calibri"/>
                <a:ea typeface="Calibri"/>
                <a:cs typeface="Calibri"/>
              </a:defRPr>
            </a:lvl9pPr>
          </a:lstStyle>
          <a:p xmlns:a="http://schemas.openxmlformats.org/drawingml/2006/main">
            <a:pPr algn="ctr">
              <a:lnSpc>
                <a:spcPct val="108000"/>
              </a:lnSpc>
              <a:buNone/>
              <a:defRPr sz="1275" b="0" i="0">
                <a:solidFill>
                  <a:srgbClr val="647781"/>
                </a:solidFill>
                <a:latin typeface="Calibri"/>
                <a:ea typeface="Calibri"/>
                <a:cs typeface="Calibri"/>
              </a:defRPr>
            </a:pPr>
            <a:r>
              <a:rPr sz="1275" b="0" i="0">
                <a:solidFill>
                  <a:srgbClr val="647781"/>
                </a:solidFill>
                <a:latin typeface="Calibri"/>
                <a:ea typeface="Calibri"/>
                <a:cs typeface="Calibri"/>
              </a:rPr>
              <a:t>Building a simulated, baseline-aware monitoring prototype</a:t>
            </a:r>
          </a:p>
        </p:txBody>
      </p:sp>
      <p:sp>
        <p:nvSpPr>
          <p:cNvPr id="21" name="diagram-background-slide-15">
            <a:extLst xmlns:a="http://schemas.openxmlformats.org/drawingml/2006/main">
              <a:ext uri="{FF2B5EF4-FFF2-40B4-BE49-F238E27FC236}">
                <a16:creationId xmlns:a16="http://schemas.microsoft.com/office/drawing/2014/main" id="{DA35B9B1-AAAD-414B-B7F8-60E7F157E017}"/>
              </a:ext>
            </a:extLst>
          </p:cNvPr>
          <p:cNvSpPr>
            <a:spLocks xmlns:a="http://schemas.openxmlformats.org/drawingml/2006/main" noGrp="1"/>
          </p:cNvSpPr>
          <p:nvPr/>
        </p:nvSpPr>
        <p:spPr>
          <a:xfrm xmlns:a="http://schemas.openxmlformats.org/drawingml/2006/main">
            <a:off x="400050" y="1295400"/>
            <a:ext cx="6677025" cy="3648075"/>
          </a:xfrm>
          <a:prstGeom xmlns:a="http://schemas.openxmlformats.org/drawingml/2006/main" prst="rect">
            <a:avLst/>
          </a:prstGeom>
          <a:solidFill xmlns:a="http://schemas.openxmlformats.org/drawingml/2006/main">
            <a:srgbClr val="F5FAF9"/>
          </a:solidFill>
          <a:ln xmlns:a="http://schemas.openxmlformats.org/drawingml/2006/main" w="0">
            <a:noFill/>
            <a:prstDash val="solid"/>
          </a:ln>
        </p:spPr>
      </p:sp>
      <p:pic>
        <p:nvPicPr>
          <p:cNvPr id="22" name="">
            <a:extLst xmlns:a="http://schemas.openxmlformats.org/drawingml/2006/main">
              <a:ext uri="{FF2B5EF4-FFF2-40B4-BE49-F238E27FC236}">
                <a16:creationId xmlns:a16="http://schemas.microsoft.com/office/drawing/2014/main" id="{70C0651A-93A8-49EF-96BB-4761198CEBFB}"/>
              </a:ext>
            </a:extLst>
          </p:cNvPr>
          <p:cNvPicPr>
            <a:picLocks xmlns:a="http://schemas.openxmlformats.org/drawingml/2006/main" noChangeAspect="1"/>
          </p:cNvPicPr>
          <p:nvPr/>
        </p:nvPicPr>
        <p:blipFill>
          <a:blip xmlns:r="http://schemas.openxmlformats.org/officeDocument/2006/relationships" xmlns:a="http://schemas.openxmlformats.org/drawingml/2006/main" r:embed="R8fbec626db8c47d2"/>
          <a:stretch xmlns:a="http://schemas.openxmlformats.org/drawingml/2006/main"/>
        </p:blipFill>
        <p:spPr>
          <a:xfrm xmlns:a="http://schemas.openxmlformats.org/drawingml/2006/main">
            <a:off x="514350" y="1400175"/>
            <a:ext cx="6448425" cy="3619500"/>
          </a:xfrm>
          <a:prstGeom xmlns:a="http://schemas.openxmlformats.org/drawingml/2006/main" prst="rect">
            <a:avLst/>
          </a:prstGeom>
        </p:spPr>
      </p:pic>
    </p:spTree>
    <p:extLst>
      <p:ext uri="{BB962C8B-B14F-4D97-AF65-F5344CB8AC3E}">
        <p14:creationId xmlns:p14="http://schemas.microsoft.com/office/powerpoint/2010/main" val="1648720729"/>
      </p:ext>
    </p:extLst>
  </p:cSld>
</p:sld>
</file>

<file path=ppt/slides/slide17.xml><?xml version="1.0" encoding="utf-8"?>
<p:sld xmlns:p="http://schemas.openxmlformats.org/presentationml/2006/main">
  <p:cSld>
    <p:bg>
      <p:bgPr>
        <a:solidFill xmlns:a="http://schemas.openxmlformats.org/drawingml/2006/main">
          <a:srgbClr val="F5FAF9"/>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7E6C8793-F0AD-41FB-97D6-3E7609EE9E14}"/>
              </a:ext>
            </a:extLst>
          </p:cNvPr>
          <p:cNvPicPr>
            <a:picLocks xmlns:a="http://schemas.openxmlformats.org/drawingml/2006/main" noChangeAspect="1"/>
          </p:cNvPicPr>
          <p:nvPr/>
        </p:nvPicPr>
        <p:blipFill>
          <a:blip xmlns:r="http://schemas.openxmlformats.org/officeDocument/2006/relationships" xmlns:a="http://schemas.openxmlformats.org/drawingml/2006/main" r:embed="Rcd28cf80467c45f8"/>
          <a:srcRect xmlns:a="http://schemas.openxmlformats.org/drawingml/2006/main" l="0" t="1932" r="0" b="1932"/>
          <a:stretch xmlns:a="http://schemas.openxmlformats.org/drawingml/2006/main">
            <a:fillRect l="0" t="0" r="0" b="0"/>
          </a:stretch>
        </p:blipFill>
        <p:spPr>
          <a:xfrm xmlns:a="http://schemas.openxmlformats.org/drawingml/2006/main">
            <a:off x="0" y="0"/>
            <a:ext cx="7477125" cy="53911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53B007F2-DACD-4404-BE28-0FC3CFB4167F}"/>
              </a:ext>
            </a:extLst>
          </p:cNvPr>
          <p:cNvSpPr>
            <a:spLocks xmlns:a="http://schemas.openxmlformats.org/drawingml/2006/main" noGrp="1"/>
          </p:cNvSpPr>
          <p:nvPr/>
        </p:nvSpPr>
        <p:spPr>
          <a:xfrm xmlns:a="http://schemas.openxmlformats.org/drawingml/2006/main">
            <a:off x="342900" y="1247775"/>
            <a:ext cx="6791325" cy="3457575"/>
          </a:xfrm>
          <a:prstGeom xmlns:a="http://schemas.openxmlformats.org/drawingml/2006/main" prst="roundRect">
            <a:avLst>
              <a:gd name="adj" fmla="val 4132"/>
            </a:avLst>
          </a:prstGeom>
          <a:solidFill xmlns:a="http://schemas.openxmlformats.org/drawingml/2006/main">
            <a:srgbClr val="FFFFFF">
              <a:alpha val="95000"/>
            </a:srgbClr>
          </a:solidFill>
          <a:ln xmlns:a="http://schemas.openxmlformats.org/drawingml/2006/main" w="9525">
            <a:solidFill>
              <a:srgbClr val="CFE3D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D3374BB8-F3B2-40C6-A8B2-F78B4B1F2662}"/>
              </a:ext>
            </a:extLst>
          </p:cNvPr>
          <p:cNvSpPr>
            <a:spLocks xmlns:a="http://schemas.openxmlformats.org/drawingml/2006/main" noGrp="1"/>
          </p:cNvSpPr>
          <p:nvPr/>
        </p:nvSpPr>
        <p:spPr>
          <a:xfrm xmlns:a="http://schemas.openxmlformats.org/drawingml/2006/main">
            <a:off x="342900" y="1247775"/>
            <a:ext cx="66675" cy="3457575"/>
          </a:xfrm>
          <a:prstGeom xmlns:a="http://schemas.openxmlformats.org/drawingml/2006/main" prst="roundRect">
            <a:avLst>
              <a:gd name="adj" fmla="val 50000"/>
            </a:avLst>
          </a:prstGeom>
          <a:solidFill xmlns:a="http://schemas.openxmlformats.org/drawingml/2006/main">
            <a:srgbClr val="168F8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F8C8B93-80EE-4FFD-B85C-DB39D14E7581}"/>
              </a:ext>
            </a:extLst>
          </p:cNvPr>
          <p:cNvSpPr>
            <a:spLocks xmlns:a="http://schemas.openxmlformats.org/drawingml/2006/main" noGrp="1"/>
          </p:cNvSpPr>
          <p:nvPr/>
        </p:nvSpPr>
        <p:spPr>
          <a:xfrm xmlns:a="http://schemas.openxmlformats.org/drawingml/2006/main">
            <a:off x="5076825" y="1762125"/>
            <a:ext cx="1533525" cy="1533525"/>
          </a:xfrm>
          <a:prstGeom xmlns:a="http://schemas.openxmlformats.org/drawingml/2006/main" prst="ellipse">
            <a:avLst/>
          </a:prstGeom>
          <a:solidFill xmlns:a="http://schemas.openxmlformats.org/drawingml/2006/main">
            <a:srgbClr val="E4F4F0"/>
          </a:solidFill>
          <a:ln xmlns:a="http://schemas.openxmlformats.org/drawingml/2006/main" w="9525">
            <a:solidFill>
              <a:srgbClr val="A8D7CF"/>
            </a:solidFill>
            <a:prstDash val="solid"/>
          </a:ln>
        </p:spPr>
      </p:sp>
      <p:pic>
        <p:nvPicPr>
          <p:cNvPr id="15" name="">
            <a:extLst xmlns:a="http://schemas.openxmlformats.org/drawingml/2006/main">
              <a:ext uri="{FF2B5EF4-FFF2-40B4-BE49-F238E27FC236}">
                <a16:creationId xmlns:a16="http://schemas.microsoft.com/office/drawing/2014/main" id="{81A7764E-6269-4EA4-B5C0-2C49E52B2E20}"/>
              </a:ext>
            </a:extLst>
          </p:cNvPr>
          <p:cNvPicPr>
            <a:picLocks xmlns:a="http://schemas.openxmlformats.org/drawingml/2006/main" noChangeAspect="1"/>
          </p:cNvPicPr>
          <p:nvPr/>
        </p:nvPicPr>
        <p:blipFill>
          <a:blip xmlns:r="http://schemas.openxmlformats.org/officeDocument/2006/relationships" xmlns:a="http://schemas.openxmlformats.org/drawingml/2006/main" r:embed="rIdAnatomicalHeart"/>
          <a:stretch xmlns:a="http://schemas.openxmlformats.org/drawingml/2006/main"/>
        </p:blipFill>
        <p:spPr>
          <a:xfrm xmlns:a="http://schemas.openxmlformats.org/drawingml/2006/main">
            <a:off x="5200650" y="1866900"/>
            <a:ext cx="1285875" cy="133350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BC3F5D45-F904-475D-86DD-61104E0A60F7}"/>
              </a:ext>
            </a:extLst>
          </p:cNvPr>
          <p:cNvSpPr>
            <a:spLocks xmlns:a="http://schemas.openxmlformats.org/drawingml/2006/main" noGrp="1"/>
          </p:cNvSpPr>
          <p:nvPr/>
        </p:nvSpPr>
        <p:spPr>
          <a:xfrm xmlns:a="http://schemas.openxmlformats.org/drawingml/2006/main">
            <a:off x="752475" y="1790700"/>
            <a:ext cx="3352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168F89"/>
                </a:solidFill>
              </a:defRPr>
            </a:defPPr>
            <a:lvl1pPr algn="l">
              <a:buNone/>
              <a:defRPr sz="975" b="1">
                <a:solidFill>
                  <a:srgbClr val="168F89"/>
                </a:solidFill>
              </a:defRPr>
            </a:lvl1pPr>
            <a:lvl2pPr algn="l">
              <a:buNone/>
              <a:defRPr sz="975" b="1">
                <a:solidFill>
                  <a:srgbClr val="168F89"/>
                </a:solidFill>
              </a:defRPr>
            </a:lvl2pPr>
            <a:lvl3pPr algn="l">
              <a:buNone/>
              <a:defRPr sz="975" b="1">
                <a:solidFill>
                  <a:srgbClr val="168F89"/>
                </a:solidFill>
              </a:defRPr>
            </a:lvl3pPr>
            <a:lvl4pPr algn="l">
              <a:buNone/>
              <a:defRPr sz="975" b="1">
                <a:solidFill>
                  <a:srgbClr val="168F89"/>
                </a:solidFill>
              </a:defRPr>
            </a:lvl4pPr>
            <a:lvl5pPr algn="l">
              <a:buNone/>
              <a:defRPr sz="975" b="1">
                <a:solidFill>
                  <a:srgbClr val="168F89"/>
                </a:solidFill>
              </a:defRPr>
            </a:lvl5pPr>
            <a:lvl6pPr algn="l">
              <a:buNone/>
              <a:defRPr sz="975" b="1">
                <a:solidFill>
                  <a:srgbClr val="168F89"/>
                </a:solidFill>
              </a:defRPr>
            </a:lvl6pPr>
            <a:lvl7pPr algn="l">
              <a:buNone/>
              <a:defRPr sz="975" b="1">
                <a:solidFill>
                  <a:srgbClr val="168F89"/>
                </a:solidFill>
              </a:defRPr>
            </a:lvl7pPr>
            <a:lvl8pPr algn="l">
              <a:buNone/>
              <a:defRPr sz="975" b="1">
                <a:solidFill>
                  <a:srgbClr val="168F89"/>
                </a:solidFill>
              </a:defRPr>
            </a:lvl8pPr>
            <a:lvl9pPr algn="l">
              <a:buNone/>
              <a:defRPr sz="975" b="1">
                <a:solidFill>
                  <a:srgbClr val="168F89"/>
                </a:solidFill>
              </a:defRPr>
            </a:lvl9pPr>
          </a:lstStyle>
          <a:p xmlns:a="http://schemas.openxmlformats.org/drawingml/2006/main">
            <a:pPr algn="l">
              <a:buNone/>
              <a:defRPr sz="975" b="1">
                <a:solidFill>
                  <a:srgbClr val="168F89"/>
                </a:solidFill>
              </a:defRPr>
            </a:pPr>
            <a:r>
              <a:rPr sz="975" b="1">
                <a:solidFill>
                  <a:srgbClr val="168F89"/>
                </a:solidFill>
              </a:rPr>
              <a:t>CARDIOVASCULAR DIGITAL TWIN</a:t>
            </a:r>
          </a:p>
        </p:txBody>
      </p:sp>
      <p:sp>
        <p:nvSpPr>
          <p:cNvPr id="18" name="">
            <a:extLst xmlns:a="http://schemas.openxmlformats.org/drawingml/2006/main">
              <a:ext uri="{FF2B5EF4-FFF2-40B4-BE49-F238E27FC236}">
                <a16:creationId xmlns:a16="http://schemas.microsoft.com/office/drawing/2014/main" id="{F2373360-EC99-47E5-B728-D36C0516C3A4}"/>
              </a:ext>
            </a:extLst>
          </p:cNvPr>
          <p:cNvSpPr>
            <a:spLocks xmlns:a="http://schemas.openxmlformats.org/drawingml/2006/main" noGrp="1"/>
          </p:cNvSpPr>
          <p:nvPr/>
        </p:nvSpPr>
        <p:spPr>
          <a:xfrm xmlns:a="http://schemas.openxmlformats.org/drawingml/2006/main">
            <a:off x="752475" y="2162175"/>
            <a:ext cx="37147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350" b="1">
                <a:solidFill>
                  <a:srgbClr val="123F50"/>
                </a:solidFill>
              </a:defRPr>
            </a:defPPr>
            <a:lvl1pPr algn="l">
              <a:buNone/>
              <a:defRPr sz="4350" b="1">
                <a:solidFill>
                  <a:srgbClr val="123F50"/>
                </a:solidFill>
              </a:defRPr>
            </a:lvl1pPr>
            <a:lvl2pPr algn="l">
              <a:buNone/>
              <a:defRPr sz="4350" b="1">
                <a:solidFill>
                  <a:srgbClr val="123F50"/>
                </a:solidFill>
              </a:defRPr>
            </a:lvl2pPr>
            <a:lvl3pPr algn="l">
              <a:buNone/>
              <a:defRPr sz="4350" b="1">
                <a:solidFill>
                  <a:srgbClr val="123F50"/>
                </a:solidFill>
              </a:defRPr>
            </a:lvl3pPr>
            <a:lvl4pPr algn="l">
              <a:buNone/>
              <a:defRPr sz="4350" b="1">
                <a:solidFill>
                  <a:srgbClr val="123F50"/>
                </a:solidFill>
              </a:defRPr>
            </a:lvl4pPr>
            <a:lvl5pPr algn="l">
              <a:buNone/>
              <a:defRPr sz="4350" b="1">
                <a:solidFill>
                  <a:srgbClr val="123F50"/>
                </a:solidFill>
              </a:defRPr>
            </a:lvl5pPr>
            <a:lvl6pPr algn="l">
              <a:buNone/>
              <a:defRPr sz="4350" b="1">
                <a:solidFill>
                  <a:srgbClr val="123F50"/>
                </a:solidFill>
              </a:defRPr>
            </a:lvl6pPr>
            <a:lvl7pPr algn="l">
              <a:buNone/>
              <a:defRPr sz="4350" b="1">
                <a:solidFill>
                  <a:srgbClr val="123F50"/>
                </a:solidFill>
              </a:defRPr>
            </a:lvl7pPr>
            <a:lvl8pPr algn="l">
              <a:buNone/>
              <a:defRPr sz="4350" b="1">
                <a:solidFill>
                  <a:srgbClr val="123F50"/>
                </a:solidFill>
              </a:defRPr>
            </a:lvl8pPr>
            <a:lvl9pPr algn="l">
              <a:buNone/>
              <a:defRPr sz="4350" b="1">
                <a:solidFill>
                  <a:srgbClr val="123F50"/>
                </a:solidFill>
              </a:defRPr>
            </a:lvl9pPr>
          </a:lstStyle>
          <a:p xmlns:a="http://schemas.openxmlformats.org/drawingml/2006/main">
            <a:pPr algn="l">
              <a:buNone/>
              <a:defRPr sz="4350" b="1">
                <a:solidFill>
                  <a:srgbClr val="123F50"/>
                </a:solidFill>
              </a:defRPr>
            </a:pPr>
            <a:r>
              <a:rPr sz="4350" b="1">
                <a:solidFill>
                  <a:srgbClr val="123F50"/>
                </a:solidFill>
              </a:rPr>
              <a:t>The End</a:t>
            </a:r>
          </a:p>
        </p:txBody>
      </p:sp>
      <p:sp>
        <p:nvSpPr>
          <p:cNvPr id="19" name="">
            <a:extLst xmlns:a="http://schemas.openxmlformats.org/drawingml/2006/main">
              <a:ext uri="{FF2B5EF4-FFF2-40B4-BE49-F238E27FC236}">
                <a16:creationId xmlns:a16="http://schemas.microsoft.com/office/drawing/2014/main" id="{26C33A14-4218-4FA3-968E-AD4020FF8B78}"/>
              </a:ext>
            </a:extLst>
          </p:cNvPr>
          <p:cNvSpPr>
            <a:spLocks xmlns:a="http://schemas.openxmlformats.org/drawingml/2006/main" noGrp="1"/>
          </p:cNvSpPr>
          <p:nvPr/>
        </p:nvSpPr>
        <p:spPr>
          <a:xfrm xmlns:a="http://schemas.openxmlformats.org/drawingml/2006/main">
            <a:off x="781050" y="3276600"/>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75" b="1">
                <a:solidFill>
                  <a:srgbClr val="294E59"/>
                </a:solidFill>
              </a:defRPr>
            </a:defPPr>
            <a:lvl1pPr algn="l">
              <a:buNone/>
              <a:defRPr sz="1575" b="1">
                <a:solidFill>
                  <a:srgbClr val="294E59"/>
                </a:solidFill>
              </a:defRPr>
            </a:lvl1pPr>
            <a:lvl2pPr algn="l">
              <a:buNone/>
              <a:defRPr sz="1575" b="1">
                <a:solidFill>
                  <a:srgbClr val="294E59"/>
                </a:solidFill>
              </a:defRPr>
            </a:lvl2pPr>
            <a:lvl3pPr algn="l">
              <a:buNone/>
              <a:defRPr sz="1575" b="1">
                <a:solidFill>
                  <a:srgbClr val="294E59"/>
                </a:solidFill>
              </a:defRPr>
            </a:lvl3pPr>
            <a:lvl4pPr algn="l">
              <a:buNone/>
              <a:defRPr sz="1575" b="1">
                <a:solidFill>
                  <a:srgbClr val="294E59"/>
                </a:solidFill>
              </a:defRPr>
            </a:lvl4pPr>
            <a:lvl5pPr algn="l">
              <a:buNone/>
              <a:defRPr sz="1575" b="1">
                <a:solidFill>
                  <a:srgbClr val="294E59"/>
                </a:solidFill>
              </a:defRPr>
            </a:lvl5pPr>
            <a:lvl6pPr algn="l">
              <a:buNone/>
              <a:defRPr sz="1575" b="1">
                <a:solidFill>
                  <a:srgbClr val="294E59"/>
                </a:solidFill>
              </a:defRPr>
            </a:lvl6pPr>
            <a:lvl7pPr algn="l">
              <a:buNone/>
              <a:defRPr sz="1575" b="1">
                <a:solidFill>
                  <a:srgbClr val="294E59"/>
                </a:solidFill>
              </a:defRPr>
            </a:lvl7pPr>
            <a:lvl8pPr algn="l">
              <a:buNone/>
              <a:defRPr sz="1575" b="1">
                <a:solidFill>
                  <a:srgbClr val="294E59"/>
                </a:solidFill>
              </a:defRPr>
            </a:lvl8pPr>
            <a:lvl9pPr algn="l">
              <a:buNone/>
              <a:defRPr sz="1575" b="1">
                <a:solidFill>
                  <a:srgbClr val="294E59"/>
                </a:solidFill>
              </a:defRPr>
            </a:lvl9pPr>
          </a:lstStyle>
          <a:p xmlns:a="http://schemas.openxmlformats.org/drawingml/2006/main">
            <a:pPr algn="l">
              <a:buNone/>
              <a:defRPr sz="1575" b="1">
                <a:solidFill>
                  <a:srgbClr val="294E59"/>
                </a:solidFill>
              </a:defRPr>
            </a:pPr>
            <a:r>
              <a:rPr sz="1575" b="1">
                <a:solidFill>
                  <a:srgbClr val="294E59"/>
                </a:solidFill>
              </a:rPr>
              <a:t>Thank you for exploring CardioTwin.</a:t>
            </a:r>
          </a:p>
        </p:txBody>
      </p:sp>
      <p:sp>
        <p:nvSpPr>
          <p:cNvPr id="20" name="">
            <a:extLst xmlns:a="http://schemas.openxmlformats.org/drawingml/2006/main">
              <a:ext uri="{FF2B5EF4-FFF2-40B4-BE49-F238E27FC236}">
                <a16:creationId xmlns:a16="http://schemas.microsoft.com/office/drawing/2014/main" id="{2A85A478-7785-414C-A670-6BEA51632C45}"/>
              </a:ext>
            </a:extLst>
          </p:cNvPr>
          <p:cNvSpPr>
            <a:spLocks xmlns:a="http://schemas.openxmlformats.org/drawingml/2006/main" noGrp="1"/>
          </p:cNvSpPr>
          <p:nvPr/>
        </p:nvSpPr>
        <p:spPr>
          <a:xfrm xmlns:a="http://schemas.openxmlformats.org/drawingml/2006/main">
            <a:off x="781050" y="3705225"/>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5E7279"/>
                </a:solidFill>
              </a:defRPr>
            </a:defPPr>
            <a:lvl1pPr algn="l">
              <a:buNone/>
              <a:defRPr sz="1125" b="0">
                <a:solidFill>
                  <a:srgbClr val="5E7279"/>
                </a:solidFill>
              </a:defRPr>
            </a:lvl1pPr>
            <a:lvl2pPr algn="l">
              <a:buNone/>
              <a:defRPr sz="1125" b="0">
                <a:solidFill>
                  <a:srgbClr val="5E7279"/>
                </a:solidFill>
              </a:defRPr>
            </a:lvl2pPr>
            <a:lvl3pPr algn="l">
              <a:buNone/>
              <a:defRPr sz="1125" b="0">
                <a:solidFill>
                  <a:srgbClr val="5E7279"/>
                </a:solidFill>
              </a:defRPr>
            </a:lvl3pPr>
            <a:lvl4pPr algn="l">
              <a:buNone/>
              <a:defRPr sz="1125" b="0">
                <a:solidFill>
                  <a:srgbClr val="5E7279"/>
                </a:solidFill>
              </a:defRPr>
            </a:lvl4pPr>
            <a:lvl5pPr algn="l">
              <a:buNone/>
              <a:defRPr sz="1125" b="0">
                <a:solidFill>
                  <a:srgbClr val="5E7279"/>
                </a:solidFill>
              </a:defRPr>
            </a:lvl5pPr>
            <a:lvl6pPr algn="l">
              <a:buNone/>
              <a:defRPr sz="1125" b="0">
                <a:solidFill>
                  <a:srgbClr val="5E7279"/>
                </a:solidFill>
              </a:defRPr>
            </a:lvl6pPr>
            <a:lvl7pPr algn="l">
              <a:buNone/>
              <a:defRPr sz="1125" b="0">
                <a:solidFill>
                  <a:srgbClr val="5E7279"/>
                </a:solidFill>
              </a:defRPr>
            </a:lvl7pPr>
            <a:lvl8pPr algn="l">
              <a:buNone/>
              <a:defRPr sz="1125" b="0">
                <a:solidFill>
                  <a:srgbClr val="5E7279"/>
                </a:solidFill>
              </a:defRPr>
            </a:lvl8pPr>
            <a:lvl9pPr algn="l">
              <a:buNone/>
              <a:defRPr sz="1125" b="0">
                <a:solidFill>
                  <a:srgbClr val="5E7279"/>
                </a:solidFill>
              </a:defRPr>
            </a:lvl9pPr>
          </a:lstStyle>
          <a:p xmlns:a="http://schemas.openxmlformats.org/drawingml/2006/main">
            <a:pPr algn="l">
              <a:buNone/>
              <a:defRPr sz="1125" b="0">
                <a:solidFill>
                  <a:srgbClr val="5E7279"/>
                </a:solidFill>
              </a:defRPr>
            </a:pPr>
            <a:r>
              <a:rPr sz="1125" b="0">
                <a:solidFill>
                  <a:srgbClr val="5E7279"/>
                </a:solidFill>
              </a:rPr>
              <a:t>A baseline-aware monitoring prototype</a:t>
            </a:r>
          </a:p>
        </p:txBody>
      </p:sp>
    </p:spTree>
    <p:extLst>
      <p:ext uri="{BB962C8B-B14F-4D97-AF65-F5344CB8AC3E}">
        <p14:creationId xmlns:p14="http://schemas.microsoft.com/office/powerpoint/2010/main" val="7524003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2026-10-22T13:33:15.9840000Z</dcterms:created>
  <dcterms:modified xsi:type="dcterms:W3CDTF">2026-10-22T13:33:15.9840000Z</dcterms:modified>
</coreProperties>
</file>